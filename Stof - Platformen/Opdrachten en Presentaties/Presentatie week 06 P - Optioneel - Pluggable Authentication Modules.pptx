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1" r:id="rId1"/>
  </p:sldMasterIdLst>
  <p:notesMasterIdLst>
    <p:notesMasterId r:id="rId10"/>
  </p:notesMasterIdLst>
  <p:sldIdLst>
    <p:sldId id="256" r:id="rId2"/>
    <p:sldId id="257" r:id="rId3"/>
    <p:sldId id="378" r:id="rId4"/>
    <p:sldId id="385" r:id="rId5"/>
    <p:sldId id="347" r:id="rId6"/>
    <p:sldId id="348" r:id="rId7"/>
    <p:sldId id="349" r:id="rId8"/>
    <p:sldId id="259" r:id="rId9"/>
  </p:sldIdLst>
  <p:sldSz cx="9144000" cy="5143500" type="screen16x9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  <p15:guide id="3" orient="horz" pos="1626">
          <p15:clr>
            <a:srgbClr val="A4A3A4"/>
          </p15:clr>
        </p15:guide>
        <p15:guide id="4" pos="288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20" autoAdjust="0"/>
    <p:restoredTop sz="92140" autoAdjust="0"/>
  </p:normalViewPr>
  <p:slideViewPr>
    <p:cSldViewPr snapToGrid="0" snapToObjects="1" showGuides="1">
      <p:cViewPr varScale="1">
        <p:scale>
          <a:sx n="125" d="100"/>
          <a:sy n="125" d="100"/>
        </p:scale>
        <p:origin x="96" y="180"/>
      </p:cViewPr>
      <p:guideLst>
        <p:guide orient="horz" pos="2160"/>
        <p:guide pos="2880"/>
        <p:guide orient="horz" pos="1626"/>
        <p:guide pos="288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co van den Boogaard" userId="22347987-6598-45a0-9cef-8489ec81de00" providerId="ADAL" clId="{A5D58FD9-1456-4258-9E40-91B4086D804E}"/>
    <pc:docChg chg="undo custSel addSld delSld modSld">
      <pc:chgData name="Marco van den Boogaard" userId="22347987-6598-45a0-9cef-8489ec81de00" providerId="ADAL" clId="{A5D58FD9-1456-4258-9E40-91B4086D804E}" dt="2025-03-28T18:16:48.623" v="22" actId="47"/>
      <pc:docMkLst>
        <pc:docMk/>
      </pc:docMkLst>
      <pc:sldChg chg="del">
        <pc:chgData name="Marco van den Boogaard" userId="22347987-6598-45a0-9cef-8489ec81de00" providerId="ADAL" clId="{A5D58FD9-1456-4258-9E40-91B4086D804E}" dt="2025-03-28T18:16:48.623" v="22" actId="47"/>
        <pc:sldMkLst>
          <pc:docMk/>
          <pc:sldMk cId="2155501328" sldId="258"/>
        </pc:sldMkLst>
      </pc:sldChg>
      <pc:sldChg chg="modSp add mod modClrScheme chgLayout">
        <pc:chgData name="Marco van den Boogaard" userId="22347987-6598-45a0-9cef-8489ec81de00" providerId="ADAL" clId="{A5D58FD9-1456-4258-9E40-91B4086D804E}" dt="2025-03-28T18:16:01.810" v="19" actId="700"/>
        <pc:sldMkLst>
          <pc:docMk/>
          <pc:sldMk cId="1104841017" sldId="347"/>
        </pc:sldMkLst>
        <pc:spChg chg="mod ord">
          <ac:chgData name="Marco van den Boogaard" userId="22347987-6598-45a0-9cef-8489ec81de00" providerId="ADAL" clId="{A5D58FD9-1456-4258-9E40-91B4086D804E}" dt="2025-03-28T18:16:01.810" v="19" actId="700"/>
          <ac:spMkLst>
            <pc:docMk/>
            <pc:sldMk cId="1104841017" sldId="347"/>
            <ac:spMk id="2" creationId="{00000000-0000-0000-0000-000000000000}"/>
          </ac:spMkLst>
        </pc:spChg>
        <pc:spChg chg="mod ord">
          <ac:chgData name="Marco van den Boogaard" userId="22347987-6598-45a0-9cef-8489ec81de00" providerId="ADAL" clId="{A5D58FD9-1456-4258-9E40-91B4086D804E}" dt="2025-03-28T18:16:01.810" v="19" actId="700"/>
          <ac:spMkLst>
            <pc:docMk/>
            <pc:sldMk cId="1104841017" sldId="347"/>
            <ac:spMk id="3" creationId="{00000000-0000-0000-0000-000000000000}"/>
          </ac:spMkLst>
        </pc:spChg>
      </pc:sldChg>
      <pc:sldChg chg="modSp add mod modClrScheme chgLayout">
        <pc:chgData name="Marco van den Boogaard" userId="22347987-6598-45a0-9cef-8489ec81de00" providerId="ADAL" clId="{A5D58FD9-1456-4258-9E40-91B4086D804E}" dt="2025-03-28T18:15:17.656" v="17" actId="3064"/>
        <pc:sldMkLst>
          <pc:docMk/>
          <pc:sldMk cId="1456206024" sldId="348"/>
        </pc:sldMkLst>
        <pc:spChg chg="mod ord">
          <ac:chgData name="Marco van den Boogaard" userId="22347987-6598-45a0-9cef-8489ec81de00" providerId="ADAL" clId="{A5D58FD9-1456-4258-9E40-91B4086D804E}" dt="2025-03-28T18:13:36.383" v="4" actId="700"/>
          <ac:spMkLst>
            <pc:docMk/>
            <pc:sldMk cId="1456206024" sldId="348"/>
            <ac:spMk id="2" creationId="{00000000-0000-0000-0000-000000000000}"/>
          </ac:spMkLst>
        </pc:spChg>
        <pc:spChg chg="mod ord">
          <ac:chgData name="Marco van den Boogaard" userId="22347987-6598-45a0-9cef-8489ec81de00" providerId="ADAL" clId="{A5D58FD9-1456-4258-9E40-91B4086D804E}" dt="2025-03-28T18:15:17.656" v="17" actId="3064"/>
          <ac:spMkLst>
            <pc:docMk/>
            <pc:sldMk cId="1456206024" sldId="348"/>
            <ac:spMk id="3" creationId="{00000000-0000-0000-0000-000000000000}"/>
          </ac:spMkLst>
        </pc:spChg>
      </pc:sldChg>
      <pc:sldChg chg="addSp delSp modSp add mod modClrScheme chgLayout">
        <pc:chgData name="Marco van den Boogaard" userId="22347987-6598-45a0-9cef-8489ec81de00" providerId="ADAL" clId="{A5D58FD9-1456-4258-9E40-91B4086D804E}" dt="2025-03-28T18:13:39.841" v="5" actId="1076"/>
        <pc:sldMkLst>
          <pc:docMk/>
          <pc:sldMk cId="1285450924" sldId="349"/>
        </pc:sldMkLst>
        <pc:spChg chg="mod ord">
          <ac:chgData name="Marco van den Boogaard" userId="22347987-6598-45a0-9cef-8489ec81de00" providerId="ADAL" clId="{A5D58FD9-1456-4258-9E40-91B4086D804E}" dt="2025-03-28T18:13:36.383" v="4" actId="700"/>
          <ac:spMkLst>
            <pc:docMk/>
            <pc:sldMk cId="1285450924" sldId="349"/>
            <ac:spMk id="2" creationId="{00000000-0000-0000-0000-000000000000}"/>
          </ac:spMkLst>
        </pc:spChg>
        <pc:spChg chg="add del mod ord">
          <ac:chgData name="Marco van den Boogaard" userId="22347987-6598-45a0-9cef-8489ec81de00" providerId="ADAL" clId="{A5D58FD9-1456-4258-9E40-91B4086D804E}" dt="2025-03-28T18:13:31.197" v="3" actId="700"/>
          <ac:spMkLst>
            <pc:docMk/>
            <pc:sldMk cId="1285450924" sldId="349"/>
            <ac:spMk id="3" creationId="{0946536F-E00E-2E4D-1EBB-FFC133580561}"/>
          </ac:spMkLst>
        </pc:spChg>
        <pc:graphicFrameChg chg="mod ord">
          <ac:chgData name="Marco van den Boogaard" userId="22347987-6598-45a0-9cef-8489ec81de00" providerId="ADAL" clId="{A5D58FD9-1456-4258-9E40-91B4086D804E}" dt="2025-03-28T18:13:39.841" v="5" actId="1076"/>
          <ac:graphicFrameMkLst>
            <pc:docMk/>
            <pc:sldMk cId="1285450924" sldId="349"/>
            <ac:graphicFrameMk id="6" creationId="{00000000-0000-0000-0000-000000000000}"/>
          </ac:graphicFrameMkLst>
        </pc:graphicFrameChg>
      </pc:sldChg>
      <pc:sldChg chg="add">
        <pc:chgData name="Marco van den Boogaard" userId="22347987-6598-45a0-9cef-8489ec81de00" providerId="ADAL" clId="{A5D58FD9-1456-4258-9E40-91B4086D804E}" dt="2025-03-28T18:13:04.603" v="0"/>
        <pc:sldMkLst>
          <pc:docMk/>
          <pc:sldMk cId="3358852977" sldId="378"/>
        </pc:sldMkLst>
      </pc:sldChg>
      <pc:sldChg chg="modSp add mod modClrScheme chgLayout">
        <pc:chgData name="Marco van den Boogaard" userId="22347987-6598-45a0-9cef-8489ec81de00" providerId="ADAL" clId="{A5D58FD9-1456-4258-9E40-91B4086D804E}" dt="2025-03-28T18:16:18.780" v="21" actId="14100"/>
        <pc:sldMkLst>
          <pc:docMk/>
          <pc:sldMk cId="1303889947" sldId="385"/>
        </pc:sldMkLst>
        <pc:spChg chg="mod ord">
          <ac:chgData name="Marco van den Boogaard" userId="22347987-6598-45a0-9cef-8489ec81de00" providerId="ADAL" clId="{A5D58FD9-1456-4258-9E40-91B4086D804E}" dt="2025-03-28T18:16:01.810" v="19" actId="700"/>
          <ac:spMkLst>
            <pc:docMk/>
            <pc:sldMk cId="1303889947" sldId="385"/>
            <ac:spMk id="2" creationId="{34EC86ED-8B15-4BED-BABE-724EDFFFFDF7}"/>
          </ac:spMkLst>
        </pc:spChg>
        <pc:spChg chg="mod ord">
          <ac:chgData name="Marco van den Boogaard" userId="22347987-6598-45a0-9cef-8489ec81de00" providerId="ADAL" clId="{A5D58FD9-1456-4258-9E40-91B4086D804E}" dt="2025-03-28T18:16:18.780" v="21" actId="14100"/>
          <ac:spMkLst>
            <pc:docMk/>
            <pc:sldMk cId="1303889947" sldId="385"/>
            <ac:spMk id="3" creationId="{11D1DB11-C433-470C-A397-D7A35BA62475}"/>
          </ac:spMkLst>
        </pc:spChg>
        <pc:spChg chg="mod ord">
          <ac:chgData name="Marco van den Boogaard" userId="22347987-6598-45a0-9cef-8489ec81de00" providerId="ADAL" clId="{A5D58FD9-1456-4258-9E40-91B4086D804E}" dt="2025-03-28T18:16:01.810" v="19" actId="700"/>
          <ac:spMkLst>
            <pc:docMk/>
            <pc:sldMk cId="1303889947" sldId="385"/>
            <ac:spMk id="4" creationId="{9CEEC822-D717-43FE-8301-EAFAFB88CC6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A605D3-16DF-DF43-AE35-A9E379D47CEE}" type="datetimeFigureOut">
              <a:rPr lang="nl-NL" smtClean="0"/>
              <a:t>28-3-2025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AFEC66-6BFA-9A4F-8C14-93D2FB19A680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901985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Blz. 591 en 592 boek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F9318E-11B4-4637-91FD-939BD4A48B75}" type="slidenum">
              <a:rPr lang="nl-NL" smtClean="0"/>
              <a:pPr/>
              <a:t>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30503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F9318E-11B4-4637-91FD-939BD4A48B75}" type="slidenum">
              <a:rPr lang="nl-NL" smtClean="0"/>
              <a:pPr/>
              <a:t>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293932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F9318E-11B4-4637-91FD-939BD4A48B75}" type="slidenum">
              <a:rPr lang="nl-NL" smtClean="0"/>
              <a:pPr/>
              <a:t>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424619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F9318E-11B4-4637-91FD-939BD4A48B75}" type="slidenum">
              <a:rPr lang="nl-NL" smtClean="0"/>
              <a:pPr/>
              <a:t>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512822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xxxxxxxxxxxxxxx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>
              <a:defRPr/>
            </a:pPr>
            <a:fld id="{C41B7890-C643-460B-88D9-77F9E61E1546}" type="datetime1">
              <a:rPr lang="en-US" altLang="nl-NL" smtClean="0"/>
              <a:pPr>
                <a:defRPr/>
              </a:pPr>
              <a:t>3/28/2025</a:t>
            </a:fld>
            <a:endParaRPr lang="en-US" alt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xxxxxxxxxxxxx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>
              <a:defRPr/>
            </a:pPr>
            <a:fld id="{BF7D06B2-5EAB-4995-A0F5-6691DB0AC2A8}" type="slidenum">
              <a:rPr lang="en-US" altLang="nl-NL" smtClean="0"/>
              <a:pPr>
                <a:defRPr/>
              </a:pPr>
              <a:t>8</a:t>
            </a:fld>
            <a:endParaRPr lang="en-US" altLang="nl-NL"/>
          </a:p>
        </p:txBody>
      </p:sp>
    </p:spTree>
    <p:extLst>
      <p:ext uri="{BB962C8B-B14F-4D97-AF65-F5344CB8AC3E}">
        <p14:creationId xmlns:p14="http://schemas.microsoft.com/office/powerpoint/2010/main" val="14181576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oorbl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hoek 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12" name="Afbeelding 11" descr="hu voluit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414" y="300471"/>
            <a:ext cx="4042858" cy="987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7049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hthoek 1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15" name="Afbeelding 14" descr="HU logo payoff wit roo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9113" y="281357"/>
            <a:ext cx="657225" cy="996341"/>
          </a:xfrm>
          <a:prstGeom prst="rect">
            <a:avLst/>
          </a:prstGeom>
        </p:spPr>
      </p:pic>
      <p:sp>
        <p:nvSpPr>
          <p:cNvPr id="10" name="Rechthoek 9"/>
          <p:cNvSpPr/>
          <p:nvPr/>
        </p:nvSpPr>
        <p:spPr>
          <a:xfrm>
            <a:off x="529142" y="686249"/>
            <a:ext cx="108000" cy="732714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8" name="Tekstvak 7"/>
          <p:cNvSpPr txBox="1"/>
          <p:nvPr/>
        </p:nvSpPr>
        <p:spPr>
          <a:xfrm>
            <a:off x="720000" y="594001"/>
            <a:ext cx="7551298" cy="484748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nl-NL" sz="4200" b="1" dirty="0">
              <a:solidFill>
                <a:schemeClr val="bg1"/>
              </a:solidFill>
            </a:endParaRPr>
          </a:p>
        </p:txBody>
      </p:sp>
      <p:sp>
        <p:nvSpPr>
          <p:cNvPr id="7" name="Rechthoek 6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9" name="Afbeelding 8" descr="HU logo payoff wit rood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9113" y="281357"/>
            <a:ext cx="657225" cy="996341"/>
          </a:xfrm>
          <a:prstGeom prst="rect">
            <a:avLst/>
          </a:prstGeom>
        </p:spPr>
      </p:pic>
      <p:sp>
        <p:nvSpPr>
          <p:cNvPr id="11" name="Rechthoek 10"/>
          <p:cNvSpPr/>
          <p:nvPr userDrawn="1"/>
        </p:nvSpPr>
        <p:spPr>
          <a:xfrm>
            <a:off x="529142" y="686249"/>
            <a:ext cx="108000" cy="732714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2" name="Tekstvak 11"/>
          <p:cNvSpPr txBox="1"/>
          <p:nvPr userDrawn="1"/>
        </p:nvSpPr>
        <p:spPr>
          <a:xfrm>
            <a:off x="720000" y="594001"/>
            <a:ext cx="7551298" cy="484748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nl-NL" sz="4200" b="1" dirty="0">
              <a:solidFill>
                <a:schemeClr val="bg1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0028473-4BE8-43EC-93F5-C09C596FD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07800962-39D7-4A2F-877C-C0B248DA24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0888" y="1166813"/>
            <a:ext cx="7150100" cy="458787"/>
          </a:xfrm>
        </p:spPr>
        <p:txBody>
          <a:bodyPr/>
          <a:lstStyle>
            <a:lvl1pPr marL="0" indent="0">
              <a:buNone/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lvl="0"/>
            <a:r>
              <a:rPr lang="nl-NL" dirty="0"/>
              <a:t>Subtitel</a:t>
            </a:r>
          </a:p>
        </p:txBody>
      </p:sp>
    </p:spTree>
    <p:extLst>
      <p:ext uri="{BB962C8B-B14F-4D97-AF65-F5344CB8AC3E}">
        <p14:creationId xmlns:p14="http://schemas.microsoft.com/office/powerpoint/2010/main" val="2278770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hthoek 1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15" name="Afbeelding 14" descr="HU logo payoff wit roo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9113" y="281357"/>
            <a:ext cx="657225" cy="996341"/>
          </a:xfrm>
          <a:prstGeom prst="rect">
            <a:avLst/>
          </a:prstGeom>
        </p:spPr>
      </p:pic>
      <p:sp>
        <p:nvSpPr>
          <p:cNvPr id="10" name="Rechthoek 9"/>
          <p:cNvSpPr/>
          <p:nvPr/>
        </p:nvSpPr>
        <p:spPr>
          <a:xfrm>
            <a:off x="529142" y="686249"/>
            <a:ext cx="108000" cy="732714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8" name="Tekstvak 7"/>
          <p:cNvSpPr txBox="1"/>
          <p:nvPr/>
        </p:nvSpPr>
        <p:spPr>
          <a:xfrm>
            <a:off x="720000" y="594001"/>
            <a:ext cx="7551298" cy="484748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nl-NL" sz="4200" b="1" dirty="0">
              <a:solidFill>
                <a:schemeClr val="bg1"/>
              </a:solidFill>
            </a:endParaRPr>
          </a:p>
        </p:txBody>
      </p:sp>
      <p:sp>
        <p:nvSpPr>
          <p:cNvPr id="7" name="Rechthoek 6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9" name="Afbeelding 8" descr="HU logo payoff wit rood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9113" y="281357"/>
            <a:ext cx="657225" cy="996341"/>
          </a:xfrm>
          <a:prstGeom prst="rect">
            <a:avLst/>
          </a:prstGeom>
        </p:spPr>
      </p:pic>
      <p:sp>
        <p:nvSpPr>
          <p:cNvPr id="11" name="Rechthoek 10"/>
          <p:cNvSpPr/>
          <p:nvPr userDrawn="1"/>
        </p:nvSpPr>
        <p:spPr>
          <a:xfrm>
            <a:off x="529142" y="686249"/>
            <a:ext cx="108000" cy="732714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2" name="Tekstvak 11"/>
          <p:cNvSpPr txBox="1"/>
          <p:nvPr userDrawn="1"/>
        </p:nvSpPr>
        <p:spPr>
          <a:xfrm>
            <a:off x="720000" y="594001"/>
            <a:ext cx="7551298" cy="484748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nl-NL" sz="4200" b="1" dirty="0">
              <a:solidFill>
                <a:schemeClr val="bg1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0028473-4BE8-43EC-93F5-C09C596FD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D6827B49-8514-4B4D-93BE-DF1EBC13308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0" y="1729589"/>
            <a:ext cx="9144000" cy="3413911"/>
          </a:xfrm>
        </p:spPr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  <p:sp>
        <p:nvSpPr>
          <p:cNvPr id="14" name="Tijdelijke aanduiding voor tekst 3">
            <a:extLst>
              <a:ext uri="{FF2B5EF4-FFF2-40B4-BE49-F238E27FC236}">
                <a16:creationId xmlns:a16="http://schemas.microsoft.com/office/drawing/2014/main" id="{142AF5AF-6D65-499C-A5ED-F3C429D05A5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50888" y="1166813"/>
            <a:ext cx="7150100" cy="458787"/>
          </a:xfrm>
        </p:spPr>
        <p:txBody>
          <a:bodyPr/>
          <a:lstStyle>
            <a:lvl1pPr marL="0" indent="0">
              <a:buNone/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lvl="0"/>
            <a:r>
              <a:rPr lang="nl-NL" dirty="0"/>
              <a:t>Subtitel</a:t>
            </a:r>
          </a:p>
        </p:txBody>
      </p:sp>
    </p:spTree>
    <p:extLst>
      <p:ext uri="{BB962C8B-B14F-4D97-AF65-F5344CB8AC3E}">
        <p14:creationId xmlns:p14="http://schemas.microsoft.com/office/powerpoint/2010/main" val="27577198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hoek 4"/>
          <p:cNvSpPr/>
          <p:nvPr/>
        </p:nvSpPr>
        <p:spPr>
          <a:xfrm>
            <a:off x="531064" y="684841"/>
            <a:ext cx="108000" cy="457388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3" name="Tijdelijke aanduiding voor tekst 10"/>
          <p:cNvSpPr>
            <a:spLocks noGrp="1"/>
          </p:cNvSpPr>
          <p:nvPr>
            <p:ph type="body" sz="quarter" idx="11" hasCustomPrompt="1"/>
          </p:nvPr>
        </p:nvSpPr>
        <p:spPr>
          <a:xfrm>
            <a:off x="718219" y="1196341"/>
            <a:ext cx="7553716" cy="3292316"/>
          </a:xfrm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en-US" dirty="0" smtClean="0"/>
            </a:lvl1pPr>
            <a:lvl2pPr marL="457200" indent="0">
              <a:buNone/>
              <a:defRPr lang="en-US" dirty="0"/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US" dirty="0"/>
          </a:p>
        </p:txBody>
      </p:sp>
      <p:sp>
        <p:nvSpPr>
          <p:cNvPr id="6" name="Rechthoek 5"/>
          <p:cNvSpPr/>
          <p:nvPr userDrawn="1"/>
        </p:nvSpPr>
        <p:spPr>
          <a:xfrm>
            <a:off x="531064" y="684841"/>
            <a:ext cx="108000" cy="457388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943385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Artikel_vervol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jdelijke aanduiding voor tekst 6"/>
          <p:cNvSpPr>
            <a:spLocks noGrp="1"/>
          </p:cNvSpPr>
          <p:nvPr>
            <p:ph type="body" sz="quarter" idx="13" hasCustomPrompt="1"/>
          </p:nvPr>
        </p:nvSpPr>
        <p:spPr>
          <a:xfrm>
            <a:off x="718218" y="594516"/>
            <a:ext cx="7670132" cy="3894143"/>
          </a:xfrm>
          <a:prstGeom prst="rect">
            <a:avLst/>
          </a:prstGeom>
        </p:spPr>
        <p:txBody>
          <a:bodyPr vert="horz" wrap="square">
            <a:noAutofit/>
          </a:bodyPr>
          <a:lstStyle>
            <a:lvl1pPr marL="0" indent="0">
              <a:buFont typeface="Arial"/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2000" b="1"/>
            </a:lvl3pPr>
            <a:lvl4pPr marL="1371600" indent="0">
              <a:buNone/>
              <a:defRPr sz="2000" b="1"/>
            </a:lvl4pPr>
            <a:lvl5pPr marL="1828800" indent="0">
              <a:buNone/>
              <a:defRPr sz="2000" b="1"/>
            </a:lvl5pPr>
          </a:lstStyle>
          <a:p>
            <a:pPr lvl="0"/>
            <a:r>
              <a:rPr lang="nl-NL" dirty="0"/>
              <a:t>Vervolg</a:t>
            </a:r>
          </a:p>
        </p:txBody>
      </p:sp>
    </p:spTree>
    <p:extLst>
      <p:ext uri="{BB962C8B-B14F-4D97-AF65-F5344CB8AC3E}">
        <p14:creationId xmlns:p14="http://schemas.microsoft.com/office/powerpoint/2010/main" val="19808615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rtikel_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5"/>
          <p:cNvSpPr>
            <a:spLocks noGrp="1"/>
          </p:cNvSpPr>
          <p:nvPr>
            <p:ph type="pic" sz="quarter" idx="13"/>
          </p:nvPr>
        </p:nvSpPr>
        <p:spPr>
          <a:xfrm>
            <a:off x="5" y="-1512"/>
            <a:ext cx="4570483" cy="2566988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vert="horz" anchor="ctr" anchorCtr="0"/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13" name="Tijdelijke aanduiding voor afbeelding 5"/>
          <p:cNvSpPr>
            <a:spLocks noGrp="1"/>
          </p:cNvSpPr>
          <p:nvPr>
            <p:ph type="pic" sz="quarter" idx="15"/>
          </p:nvPr>
        </p:nvSpPr>
        <p:spPr>
          <a:xfrm>
            <a:off x="4570488" y="-1512"/>
            <a:ext cx="4570483" cy="2566988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vert="horz" anchor="ctr" anchorCtr="0"/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9" name="Tekstvak 8"/>
          <p:cNvSpPr txBox="1"/>
          <p:nvPr/>
        </p:nvSpPr>
        <p:spPr>
          <a:xfrm>
            <a:off x="453006" y="4811317"/>
            <a:ext cx="367256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314644ED-88FD-4C4D-9D4F-18215A7BD5D3}" type="slidenum">
              <a:rPr lang="nl-NL" sz="800" smtClean="0">
                <a:solidFill>
                  <a:schemeClr val="bg1"/>
                </a:solidFill>
              </a:rPr>
              <a:t>‹#›</a:t>
            </a:fld>
            <a:endParaRPr lang="nl-NL" sz="800" dirty="0">
              <a:solidFill>
                <a:schemeClr val="bg1"/>
              </a:solidFill>
            </a:endParaRPr>
          </a:p>
        </p:txBody>
      </p:sp>
      <p:sp>
        <p:nvSpPr>
          <p:cNvPr id="23" name="Rechthoek 22"/>
          <p:cNvSpPr/>
          <p:nvPr/>
        </p:nvSpPr>
        <p:spPr>
          <a:xfrm>
            <a:off x="531064" y="2902261"/>
            <a:ext cx="108000" cy="457388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4" name="Tekstvak 23"/>
          <p:cNvSpPr txBox="1"/>
          <p:nvPr/>
        </p:nvSpPr>
        <p:spPr>
          <a:xfrm>
            <a:off x="453006" y="7028737"/>
            <a:ext cx="367256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314644ED-88FD-4C4D-9D4F-18215A7BD5D3}" type="slidenum">
              <a:rPr lang="nl-NL" sz="800" smtClean="0"/>
              <a:t>‹#›</a:t>
            </a:fld>
            <a:endParaRPr lang="nl-NL" sz="800" dirty="0"/>
          </a:p>
        </p:txBody>
      </p:sp>
      <p:sp>
        <p:nvSpPr>
          <p:cNvPr id="28" name="Tijdelijke aanduiding voor tekst 10"/>
          <p:cNvSpPr>
            <a:spLocks noGrp="1"/>
          </p:cNvSpPr>
          <p:nvPr>
            <p:ph type="body" sz="quarter" idx="17"/>
          </p:nvPr>
        </p:nvSpPr>
        <p:spPr>
          <a:xfrm flipH="1">
            <a:off x="718284" y="3414474"/>
            <a:ext cx="7670066" cy="1074185"/>
          </a:xfrm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DBE96C8-0802-4DEF-9B61-78DAF4830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283" y="2905077"/>
            <a:ext cx="7725727" cy="461665"/>
          </a:xfrm>
        </p:spPr>
        <p:txBody>
          <a:bodyPr/>
          <a:lstStyle>
            <a:lvl1pPr>
              <a:defRPr sz="2200"/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0491128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Artikel_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jdelijke aanduiding voor afbeelding 5"/>
          <p:cNvSpPr>
            <a:spLocks noGrp="1"/>
          </p:cNvSpPr>
          <p:nvPr>
            <p:ph type="pic" sz="quarter" idx="15"/>
          </p:nvPr>
        </p:nvSpPr>
        <p:spPr>
          <a:xfrm>
            <a:off x="6084002" y="2576512"/>
            <a:ext cx="3059999" cy="2566988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vert="horz"/>
          <a:lstStyle>
            <a:lvl1pPr marL="0" indent="0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pic>
        <p:nvPicPr>
          <p:cNvPr id="31" name="Afbeelding 30" descr="hu roo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5218" y="4608939"/>
            <a:ext cx="432000" cy="370027"/>
          </a:xfrm>
          <a:prstGeom prst="rect">
            <a:avLst/>
          </a:prstGeom>
        </p:spPr>
      </p:pic>
      <p:sp>
        <p:nvSpPr>
          <p:cNvPr id="8" name="Tijdelijke aanduiding voor afbeelding 5"/>
          <p:cNvSpPr>
            <a:spLocks noGrp="1"/>
          </p:cNvSpPr>
          <p:nvPr>
            <p:ph type="pic" sz="quarter" idx="13"/>
          </p:nvPr>
        </p:nvSpPr>
        <p:spPr>
          <a:xfrm>
            <a:off x="5" y="2576512"/>
            <a:ext cx="3059999" cy="2566988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vert="horz"/>
          <a:lstStyle>
            <a:lvl1pPr marL="0" indent="0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10" name="Tijdelijke aanduiding voor afbeelding 5"/>
          <p:cNvSpPr>
            <a:spLocks noGrp="1"/>
          </p:cNvSpPr>
          <p:nvPr>
            <p:ph type="pic" sz="quarter" idx="16"/>
          </p:nvPr>
        </p:nvSpPr>
        <p:spPr>
          <a:xfrm>
            <a:off x="3063645" y="2576512"/>
            <a:ext cx="3023998" cy="2566988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vert="horz"/>
          <a:lstStyle>
            <a:lvl1pPr marL="0" indent="0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16" name="Rechthoek 15"/>
          <p:cNvSpPr/>
          <p:nvPr/>
        </p:nvSpPr>
        <p:spPr>
          <a:xfrm>
            <a:off x="531064" y="684841"/>
            <a:ext cx="108000" cy="457388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3" name="Tijdelijke aanduiding voor tekst 10"/>
          <p:cNvSpPr>
            <a:spLocks noGrp="1"/>
          </p:cNvSpPr>
          <p:nvPr>
            <p:ph type="body" sz="quarter" idx="11"/>
          </p:nvPr>
        </p:nvSpPr>
        <p:spPr>
          <a:xfrm flipH="1">
            <a:off x="718284" y="1196341"/>
            <a:ext cx="7670066" cy="1104300"/>
          </a:xfrm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kstvak 13"/>
          <p:cNvSpPr txBox="1"/>
          <p:nvPr/>
        </p:nvSpPr>
        <p:spPr>
          <a:xfrm>
            <a:off x="453001" y="4751389"/>
            <a:ext cx="367256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314644ED-88FD-4C4D-9D4F-18215A7BD5D3}" type="slidenum">
              <a:rPr lang="nl-NL" sz="800" smtClean="0">
                <a:solidFill>
                  <a:schemeClr val="bg1"/>
                </a:solidFill>
              </a:rPr>
              <a:t>‹#›</a:t>
            </a:fld>
            <a:endParaRPr lang="nl-NL" sz="800" dirty="0">
              <a:solidFill>
                <a:schemeClr val="bg1"/>
              </a:solidFill>
            </a:endParaRPr>
          </a:p>
        </p:txBody>
      </p:sp>
      <p:pic>
        <p:nvPicPr>
          <p:cNvPr id="12" name="Afbeelding 11" descr="hu rood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5218" y="4608939"/>
            <a:ext cx="432000" cy="370027"/>
          </a:xfrm>
          <a:prstGeom prst="rect">
            <a:avLst/>
          </a:prstGeom>
        </p:spPr>
      </p:pic>
      <p:sp>
        <p:nvSpPr>
          <p:cNvPr id="15" name="Tekstvak 14"/>
          <p:cNvSpPr txBox="1"/>
          <p:nvPr userDrawn="1"/>
        </p:nvSpPr>
        <p:spPr>
          <a:xfrm>
            <a:off x="453001" y="4751389"/>
            <a:ext cx="367256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314644ED-88FD-4C4D-9D4F-18215A7BD5D3}" type="slidenum">
              <a:rPr lang="nl-NL" sz="800" smtClean="0">
                <a:solidFill>
                  <a:schemeClr val="bg1"/>
                </a:solidFill>
              </a:rPr>
              <a:t>‹#›</a:t>
            </a:fld>
            <a:endParaRPr lang="nl-NL" sz="800" dirty="0">
              <a:solidFill>
                <a:schemeClr val="bg1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889D279-AE2A-4F81-B9FC-573B4F8950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284" y="581675"/>
            <a:ext cx="7670066" cy="461665"/>
          </a:xfrm>
        </p:spPr>
        <p:txBody>
          <a:bodyPr/>
          <a:lstStyle>
            <a:lvl1pPr>
              <a:defRPr sz="2200"/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44927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Artikel_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jdelijke aanduiding voor afbeelding 5"/>
          <p:cNvSpPr>
            <a:spLocks noGrp="1"/>
          </p:cNvSpPr>
          <p:nvPr>
            <p:ph type="pic" sz="quarter" idx="13"/>
          </p:nvPr>
        </p:nvSpPr>
        <p:spPr>
          <a:xfrm>
            <a:off x="5" y="1408"/>
            <a:ext cx="3059999" cy="2566988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vert="horz" anchor="ctr" anchorCtr="0"/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9" name="Tijdelijke aanduiding voor afbeelding 5"/>
          <p:cNvSpPr>
            <a:spLocks noGrp="1"/>
          </p:cNvSpPr>
          <p:nvPr>
            <p:ph type="pic" sz="quarter" idx="15"/>
          </p:nvPr>
        </p:nvSpPr>
        <p:spPr>
          <a:xfrm>
            <a:off x="6084002" y="1408"/>
            <a:ext cx="3059999" cy="2566988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vert="horz" anchor="ctr" anchorCtr="0"/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10" name="Tijdelijke aanduiding voor afbeelding 5"/>
          <p:cNvSpPr>
            <a:spLocks noGrp="1"/>
          </p:cNvSpPr>
          <p:nvPr>
            <p:ph type="pic" sz="quarter" idx="16"/>
          </p:nvPr>
        </p:nvSpPr>
        <p:spPr>
          <a:xfrm>
            <a:off x="3063645" y="1408"/>
            <a:ext cx="3023998" cy="2566988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vert="horz" anchor="ctr" anchorCtr="0"/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26" name="Rechthoek 25"/>
          <p:cNvSpPr/>
          <p:nvPr/>
        </p:nvSpPr>
        <p:spPr>
          <a:xfrm>
            <a:off x="531064" y="2902261"/>
            <a:ext cx="108000" cy="457388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8" name="Tijdelijke aanduiding voor tekst 10"/>
          <p:cNvSpPr>
            <a:spLocks noGrp="1"/>
          </p:cNvSpPr>
          <p:nvPr>
            <p:ph type="body" sz="quarter" idx="18"/>
          </p:nvPr>
        </p:nvSpPr>
        <p:spPr>
          <a:xfrm flipH="1">
            <a:off x="718284" y="3414474"/>
            <a:ext cx="7670066" cy="1074185"/>
          </a:xfrm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5CD6AF1-FC9F-4D85-84FA-79A0AD542E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284" y="2762106"/>
            <a:ext cx="7670066" cy="461665"/>
          </a:xfrm>
        </p:spPr>
        <p:txBody>
          <a:bodyPr/>
          <a:lstStyle>
            <a:lvl1pPr>
              <a:defRPr sz="2200"/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9131356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Artikel_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jdelijke aanduiding voor afbeelding 5"/>
          <p:cNvSpPr>
            <a:spLocks noGrp="1"/>
          </p:cNvSpPr>
          <p:nvPr>
            <p:ph type="pic" sz="quarter" idx="13"/>
          </p:nvPr>
        </p:nvSpPr>
        <p:spPr>
          <a:xfrm>
            <a:off x="5" y="0"/>
            <a:ext cx="4570483" cy="51435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vert="horz" anchor="ctr" anchorCtr="0"/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11" name="Rechthoek 10"/>
          <p:cNvSpPr/>
          <p:nvPr/>
        </p:nvSpPr>
        <p:spPr>
          <a:xfrm>
            <a:off x="5104925" y="684841"/>
            <a:ext cx="108000" cy="457388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3" name="Tijdelijke aanduiding voor tekst 10"/>
          <p:cNvSpPr>
            <a:spLocks noGrp="1"/>
          </p:cNvSpPr>
          <p:nvPr>
            <p:ph type="body" sz="quarter" idx="11"/>
          </p:nvPr>
        </p:nvSpPr>
        <p:spPr>
          <a:xfrm flipH="1">
            <a:off x="5292148" y="1196341"/>
            <a:ext cx="3568072" cy="3292316"/>
          </a:xfrm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kstvak 6"/>
          <p:cNvSpPr txBox="1"/>
          <p:nvPr/>
        </p:nvSpPr>
        <p:spPr>
          <a:xfrm>
            <a:off x="453001" y="4751389"/>
            <a:ext cx="367256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314644ED-88FD-4C4D-9D4F-18215A7BD5D3}" type="slidenum">
              <a:rPr lang="nl-NL" sz="800" smtClean="0">
                <a:solidFill>
                  <a:schemeClr val="bg1"/>
                </a:solidFill>
              </a:rPr>
              <a:t>‹#›</a:t>
            </a:fld>
            <a:endParaRPr lang="nl-NL" sz="800" dirty="0">
              <a:solidFill>
                <a:schemeClr val="bg1"/>
              </a:solidFill>
            </a:endParaRPr>
          </a:p>
        </p:txBody>
      </p:sp>
      <p:sp>
        <p:nvSpPr>
          <p:cNvPr id="8" name="Tekstvak 7"/>
          <p:cNvSpPr txBox="1"/>
          <p:nvPr userDrawn="1"/>
        </p:nvSpPr>
        <p:spPr>
          <a:xfrm>
            <a:off x="453001" y="4751389"/>
            <a:ext cx="367256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314644ED-88FD-4C4D-9D4F-18215A7BD5D3}" type="slidenum">
              <a:rPr lang="nl-NL" sz="800" smtClean="0">
                <a:solidFill>
                  <a:schemeClr val="bg1"/>
                </a:solidFill>
              </a:rPr>
              <a:t>‹#›</a:t>
            </a:fld>
            <a:endParaRPr lang="nl-NL" sz="800" dirty="0">
              <a:solidFill>
                <a:schemeClr val="bg1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A9F7ADF-4FD4-440E-B278-2B96AD709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2148" y="581675"/>
            <a:ext cx="3568072" cy="461665"/>
          </a:xfrm>
        </p:spPr>
        <p:txBody>
          <a:bodyPr/>
          <a:lstStyle>
            <a:lvl1pPr>
              <a:defRPr sz="2200"/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9464629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Artikel_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jdelijke aanduiding voor afbeelding 5"/>
          <p:cNvSpPr>
            <a:spLocks noGrp="1"/>
          </p:cNvSpPr>
          <p:nvPr>
            <p:ph type="pic" sz="quarter" idx="13"/>
          </p:nvPr>
        </p:nvSpPr>
        <p:spPr>
          <a:xfrm>
            <a:off x="4573522" y="0"/>
            <a:ext cx="4570483" cy="51435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vert="horz" anchor="ctr" anchorCtr="0"/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11" name="Rechthoek 10"/>
          <p:cNvSpPr/>
          <p:nvPr/>
        </p:nvSpPr>
        <p:spPr>
          <a:xfrm>
            <a:off x="531064" y="684841"/>
            <a:ext cx="108000" cy="457388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4" name="Tijdelijke aanduiding voor tekst 10"/>
          <p:cNvSpPr>
            <a:spLocks noGrp="1"/>
          </p:cNvSpPr>
          <p:nvPr>
            <p:ph type="body" sz="quarter" idx="11"/>
          </p:nvPr>
        </p:nvSpPr>
        <p:spPr>
          <a:xfrm flipH="1">
            <a:off x="718284" y="1196341"/>
            <a:ext cx="3493676" cy="3292316"/>
          </a:xfrm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Afbeelding 6" descr="hu roo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5218" y="4608939"/>
            <a:ext cx="432000" cy="370027"/>
          </a:xfrm>
          <a:prstGeom prst="rect">
            <a:avLst/>
          </a:prstGeom>
        </p:spPr>
      </p:pic>
      <p:pic>
        <p:nvPicPr>
          <p:cNvPr id="8" name="Afbeelding 7" descr="hu rood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5218" y="4608939"/>
            <a:ext cx="432000" cy="370027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15EA1F60-581A-4678-83E6-545DB57C33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572" y="581675"/>
            <a:ext cx="3461388" cy="461665"/>
          </a:xfrm>
        </p:spPr>
        <p:txBody>
          <a:bodyPr/>
          <a:lstStyle>
            <a:lvl1pPr>
              <a:defRPr sz="2200"/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5849269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hoek 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4" name="Rechthoek 13"/>
          <p:cNvSpPr/>
          <p:nvPr/>
        </p:nvSpPr>
        <p:spPr>
          <a:xfrm>
            <a:off x="529142" y="686249"/>
            <a:ext cx="108000" cy="732714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1" name="Rechthoek 10"/>
          <p:cNvSpPr/>
          <p:nvPr/>
        </p:nvSpPr>
        <p:spPr>
          <a:xfrm>
            <a:off x="529142" y="686249"/>
            <a:ext cx="108000" cy="732714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2" name="Rechthoek 11"/>
          <p:cNvSpPr/>
          <p:nvPr/>
        </p:nvSpPr>
        <p:spPr>
          <a:xfrm>
            <a:off x="529142" y="686249"/>
            <a:ext cx="108000" cy="732714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9" name="Afbeelding 8" descr="hu roo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5218" y="4608939"/>
            <a:ext cx="432000" cy="370027"/>
          </a:xfrm>
          <a:prstGeom prst="rect">
            <a:avLst/>
          </a:prstGeom>
        </p:spPr>
      </p:pic>
      <p:sp>
        <p:nvSpPr>
          <p:cNvPr id="15" name="Tekstvak 14"/>
          <p:cNvSpPr txBox="1"/>
          <p:nvPr/>
        </p:nvSpPr>
        <p:spPr>
          <a:xfrm>
            <a:off x="453001" y="4751389"/>
            <a:ext cx="367256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314644ED-88FD-4C4D-9D4F-18215A7BD5D3}" type="slidenum">
              <a:rPr lang="nl-NL" sz="800" smtClean="0">
                <a:solidFill>
                  <a:schemeClr val="bg1"/>
                </a:solidFill>
              </a:rPr>
              <a:t>‹#›</a:t>
            </a:fld>
            <a:endParaRPr lang="nl-NL" sz="800" dirty="0">
              <a:solidFill>
                <a:schemeClr val="bg1"/>
              </a:solidFill>
            </a:endParaRPr>
          </a:p>
        </p:txBody>
      </p:sp>
      <p:pic>
        <p:nvPicPr>
          <p:cNvPr id="13" name="Afbeelding 12" descr="hu rood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5218" y="4608939"/>
            <a:ext cx="432000" cy="370027"/>
          </a:xfrm>
          <a:prstGeom prst="rect">
            <a:avLst/>
          </a:prstGeom>
        </p:spPr>
      </p:pic>
      <p:sp>
        <p:nvSpPr>
          <p:cNvPr id="16" name="Tekstvak 15"/>
          <p:cNvSpPr txBox="1"/>
          <p:nvPr userDrawn="1"/>
        </p:nvSpPr>
        <p:spPr>
          <a:xfrm>
            <a:off x="453001" y="4751389"/>
            <a:ext cx="367256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314644ED-88FD-4C4D-9D4F-18215A7BD5D3}" type="slidenum">
              <a:rPr lang="nl-NL" sz="800" smtClean="0">
                <a:solidFill>
                  <a:schemeClr val="bg1"/>
                </a:solidFill>
              </a:rPr>
              <a:t>‹#›</a:t>
            </a:fld>
            <a:endParaRPr lang="nl-NL" sz="800" dirty="0">
              <a:solidFill>
                <a:schemeClr val="bg1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7A25B72-A285-45B6-B8DA-EA31027883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571" y="581675"/>
            <a:ext cx="7207861" cy="461665"/>
          </a:xfrm>
        </p:spPr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795198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ab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hoek 9"/>
          <p:cNvSpPr/>
          <p:nvPr/>
        </p:nvSpPr>
        <p:spPr>
          <a:xfrm>
            <a:off x="0" y="2"/>
            <a:ext cx="9144000" cy="183230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9" name="Rechthoek 8"/>
          <p:cNvSpPr/>
          <p:nvPr/>
        </p:nvSpPr>
        <p:spPr>
          <a:xfrm>
            <a:off x="531064" y="684841"/>
            <a:ext cx="108000" cy="457388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53DB5DD-F031-4348-AE63-F011E5030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9310384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ab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hoek 8"/>
          <p:cNvSpPr/>
          <p:nvPr/>
        </p:nvSpPr>
        <p:spPr>
          <a:xfrm>
            <a:off x="531064" y="684841"/>
            <a:ext cx="108000" cy="457388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5BDEEBC-F862-428A-BC14-C55F21938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200"/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24350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ab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hthoek 20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8" name="Rechthoek 17"/>
          <p:cNvSpPr/>
          <p:nvPr/>
        </p:nvSpPr>
        <p:spPr>
          <a:xfrm>
            <a:off x="531064" y="684841"/>
            <a:ext cx="108000" cy="457388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9" name="Tijdelijke aanduiding voor tekst 10"/>
          <p:cNvSpPr>
            <a:spLocks noGrp="1"/>
          </p:cNvSpPr>
          <p:nvPr>
            <p:ph type="body" sz="quarter" idx="10" hasCustomPrompt="1"/>
          </p:nvPr>
        </p:nvSpPr>
        <p:spPr>
          <a:xfrm>
            <a:off x="718224" y="623650"/>
            <a:ext cx="3493741" cy="312906"/>
          </a:xfrm>
        </p:spPr>
        <p:txBody>
          <a:bodyPr wrap="square">
            <a:spAutoFit/>
          </a:bodyPr>
          <a:lstStyle>
            <a:lvl1pPr>
              <a:defRPr sz="2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Tabelkop</a:t>
            </a:r>
          </a:p>
        </p:txBody>
      </p:sp>
      <p:sp>
        <p:nvSpPr>
          <p:cNvPr id="20" name="Tijdelijke aanduiding voor tekst 10"/>
          <p:cNvSpPr>
            <a:spLocks noGrp="1"/>
          </p:cNvSpPr>
          <p:nvPr>
            <p:ph type="body" sz="quarter" idx="11"/>
          </p:nvPr>
        </p:nvSpPr>
        <p:spPr>
          <a:xfrm flipH="1">
            <a:off x="718284" y="1196341"/>
            <a:ext cx="3493676" cy="3292316"/>
          </a:xfrm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kstvak 15"/>
          <p:cNvSpPr txBox="1"/>
          <p:nvPr/>
        </p:nvSpPr>
        <p:spPr>
          <a:xfrm>
            <a:off x="453001" y="4751389"/>
            <a:ext cx="367256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314644ED-88FD-4C4D-9D4F-18215A7BD5D3}" type="slidenum">
              <a:rPr lang="nl-NL" sz="800" smtClean="0">
                <a:solidFill>
                  <a:schemeClr val="bg1"/>
                </a:solidFill>
              </a:rPr>
              <a:t>‹#›</a:t>
            </a:fld>
            <a:endParaRPr lang="nl-NL" sz="800" dirty="0">
              <a:solidFill>
                <a:schemeClr val="bg1"/>
              </a:solidFill>
            </a:endParaRPr>
          </a:p>
        </p:txBody>
      </p:sp>
      <p:sp>
        <p:nvSpPr>
          <p:cNvPr id="7" name="Tekstvak 6"/>
          <p:cNvSpPr txBox="1"/>
          <p:nvPr userDrawn="1"/>
        </p:nvSpPr>
        <p:spPr>
          <a:xfrm>
            <a:off x="453001" y="4751389"/>
            <a:ext cx="367256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314644ED-88FD-4C4D-9D4F-18215A7BD5D3}" type="slidenum">
              <a:rPr lang="nl-NL" sz="800" smtClean="0">
                <a:solidFill>
                  <a:schemeClr val="bg1"/>
                </a:solidFill>
              </a:rPr>
              <a:t>‹#›</a:t>
            </a:fld>
            <a:endParaRPr lang="nl-NL" sz="800" dirty="0">
              <a:solidFill>
                <a:schemeClr val="bg1"/>
              </a:solidFill>
            </a:endParaRP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9D387718-F286-4F2E-8A56-4A663086FBB2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572000" y="0"/>
            <a:ext cx="4572000" cy="5143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14321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jdelijke aanduiding voor afbeelding 5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vert="horz" anchor="ctr" anchorCtr="0"/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pic>
        <p:nvPicPr>
          <p:cNvPr id="5" name="Afbeelding 4" descr="hu roo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5218" y="4608939"/>
            <a:ext cx="432000" cy="370027"/>
          </a:xfrm>
          <a:prstGeom prst="rect">
            <a:avLst/>
          </a:prstGeom>
        </p:spPr>
      </p:pic>
      <p:sp>
        <p:nvSpPr>
          <p:cNvPr id="9" name="Tekstvak 8"/>
          <p:cNvSpPr txBox="1"/>
          <p:nvPr/>
        </p:nvSpPr>
        <p:spPr>
          <a:xfrm>
            <a:off x="453001" y="4751389"/>
            <a:ext cx="367256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314644ED-88FD-4C4D-9D4F-18215A7BD5D3}" type="slidenum">
              <a:rPr lang="nl-NL" sz="800" smtClean="0">
                <a:solidFill>
                  <a:schemeClr val="bg1"/>
                </a:solidFill>
              </a:rPr>
              <a:t>‹#›</a:t>
            </a:fld>
            <a:endParaRPr lang="nl-NL" sz="800" dirty="0">
              <a:solidFill>
                <a:schemeClr val="bg1"/>
              </a:solidFill>
            </a:endParaRPr>
          </a:p>
        </p:txBody>
      </p:sp>
      <p:pic>
        <p:nvPicPr>
          <p:cNvPr id="7" name="Afbeelding 6" descr="hu rood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5218" y="4608939"/>
            <a:ext cx="432000" cy="370027"/>
          </a:xfrm>
          <a:prstGeom prst="rect">
            <a:avLst/>
          </a:prstGeom>
        </p:spPr>
      </p:pic>
      <p:sp>
        <p:nvSpPr>
          <p:cNvPr id="8" name="Tekstvak 7"/>
          <p:cNvSpPr txBox="1"/>
          <p:nvPr userDrawn="1"/>
        </p:nvSpPr>
        <p:spPr>
          <a:xfrm>
            <a:off x="453001" y="4751389"/>
            <a:ext cx="367256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314644ED-88FD-4C4D-9D4F-18215A7BD5D3}" type="slidenum">
              <a:rPr lang="nl-NL" sz="800" smtClean="0">
                <a:solidFill>
                  <a:schemeClr val="bg1"/>
                </a:solidFill>
              </a:rPr>
              <a:t>‹#›</a:t>
            </a:fld>
            <a:endParaRPr lang="nl-NL" sz="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42921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_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jdelijke aanduiding voor afbeelding 14"/>
          <p:cNvSpPr>
            <a:spLocks noGrp="1"/>
          </p:cNvSpPr>
          <p:nvPr>
            <p:ph type="pic" sz="quarter" idx="13"/>
          </p:nvPr>
        </p:nvSpPr>
        <p:spPr>
          <a:xfrm>
            <a:off x="0" y="6362"/>
            <a:ext cx="9144000" cy="3323034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vert="horz" anchor="ctr" anchorCtr="0"/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9" name="Tijdelijke aanduiding voor tekst 6"/>
          <p:cNvSpPr>
            <a:spLocks noGrp="1"/>
          </p:cNvSpPr>
          <p:nvPr>
            <p:ph type="body" sz="quarter" idx="12" hasCustomPrompt="1"/>
          </p:nvPr>
        </p:nvSpPr>
        <p:spPr>
          <a:xfrm>
            <a:off x="531064" y="3695965"/>
            <a:ext cx="7857286" cy="792692"/>
          </a:xfrm>
          <a:prstGeom prst="rect">
            <a:avLst/>
          </a:prstGeom>
        </p:spPr>
        <p:txBody>
          <a:bodyPr vert="horz" wrap="square">
            <a:noAutofit/>
          </a:bodyPr>
          <a:lstStyle>
            <a:lvl1pPr marL="0" indent="0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2000" b="1"/>
            </a:lvl3pPr>
            <a:lvl4pPr marL="1371600" indent="0">
              <a:buNone/>
              <a:defRPr sz="2000" b="1"/>
            </a:lvl4pPr>
            <a:lvl5pPr marL="1828800" indent="0">
              <a:buNone/>
              <a:defRPr sz="2000" b="1"/>
            </a:lvl5pPr>
          </a:lstStyle>
          <a:p>
            <a:pPr lvl="0"/>
            <a:r>
              <a:rPr lang="en-US" dirty="0" err="1"/>
              <a:t>Bijschrift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96891952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2940D98-7F8B-4881-ACD5-36FE2AF041C3}" type="datetime1">
              <a:rPr lang="nl-NL" smtClean="0"/>
              <a:pPr/>
              <a:t>28-3-2025</a:t>
            </a:fld>
            <a:endParaRPr lang="nl-NL"/>
          </a:p>
        </p:txBody>
      </p:sp>
      <p:sp>
        <p:nvSpPr>
          <p:cNvPr id="5" name="Rectangle 49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9096D49-DAE3-40DE-93E0-41688E0A5016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6" name="Rectangle 50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77996580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3"/>
          <p:cNvSpPr>
            <a:spLocks noGrp="1"/>
          </p:cNvSpPr>
          <p:nvPr>
            <p:ph type="body" idx="1"/>
          </p:nvPr>
        </p:nvSpPr>
        <p:spPr>
          <a:xfrm>
            <a:off x="750570" y="1369219"/>
            <a:ext cx="7637780" cy="1202252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pPr lvl="0"/>
            <a:r>
              <a:rPr lang="nl-NL" dirty="0"/>
              <a:t>Niveau 1</a:t>
            </a:r>
          </a:p>
          <a:p>
            <a:pPr lvl="1"/>
            <a:r>
              <a:rPr lang="nl-NL" dirty="0"/>
              <a:t>Niveau 2</a:t>
            </a:r>
          </a:p>
          <a:p>
            <a:pPr lvl="2"/>
            <a:r>
              <a:rPr lang="nl-NL" dirty="0"/>
              <a:t>Niveau 3</a:t>
            </a:r>
          </a:p>
        </p:txBody>
      </p:sp>
      <p:sp>
        <p:nvSpPr>
          <p:cNvPr id="5" name="Tijdelijke aanduiding voor titel 4"/>
          <p:cNvSpPr>
            <a:spLocks noGrp="1"/>
          </p:cNvSpPr>
          <p:nvPr>
            <p:ph type="title"/>
          </p:nvPr>
        </p:nvSpPr>
        <p:spPr>
          <a:xfrm>
            <a:off x="750572" y="581675"/>
            <a:ext cx="7637778" cy="461665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r>
              <a:rPr lang="nl-NL" dirty="0"/>
              <a:t>Titelstijl van model bewerken</a:t>
            </a:r>
          </a:p>
        </p:txBody>
      </p:sp>
      <p:pic>
        <p:nvPicPr>
          <p:cNvPr id="13" name="Afbeelding 12" descr="hu logo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5218" y="4608939"/>
            <a:ext cx="432000" cy="369461"/>
          </a:xfrm>
          <a:prstGeom prst="rect">
            <a:avLst/>
          </a:prstGeom>
        </p:spPr>
      </p:pic>
      <p:sp>
        <p:nvSpPr>
          <p:cNvPr id="14" name="Tekstvak 13"/>
          <p:cNvSpPr txBox="1"/>
          <p:nvPr/>
        </p:nvSpPr>
        <p:spPr>
          <a:xfrm>
            <a:off x="453001" y="4751389"/>
            <a:ext cx="367256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314644ED-88FD-4C4D-9D4F-18215A7BD5D3}" type="slidenum">
              <a:rPr lang="nl-NL" sz="800" smtClean="0"/>
              <a:t>‹#›</a:t>
            </a:fld>
            <a:endParaRPr lang="nl-NL" sz="800" dirty="0"/>
          </a:p>
        </p:txBody>
      </p:sp>
      <p:pic>
        <p:nvPicPr>
          <p:cNvPr id="6" name="Afbeelding 5" descr="hu logo.png"/>
          <p:cNvPicPr>
            <a:picLocks noChangeAspect="1"/>
          </p:cNvPicPr>
          <p:nvPr userDrawn="1"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5218" y="4608939"/>
            <a:ext cx="432000" cy="369461"/>
          </a:xfrm>
          <a:prstGeom prst="rect">
            <a:avLst/>
          </a:prstGeom>
        </p:spPr>
      </p:pic>
      <p:sp>
        <p:nvSpPr>
          <p:cNvPr id="7" name="Tekstvak 6"/>
          <p:cNvSpPr txBox="1"/>
          <p:nvPr userDrawn="1"/>
        </p:nvSpPr>
        <p:spPr>
          <a:xfrm>
            <a:off x="453001" y="4751389"/>
            <a:ext cx="367256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314644ED-88FD-4C4D-9D4F-18215A7BD5D3}" type="slidenum">
              <a:rPr lang="nl-NL" sz="800" smtClean="0"/>
              <a:t>‹#›</a:t>
            </a:fld>
            <a:endParaRPr lang="nl-NL" sz="800" dirty="0"/>
          </a:p>
        </p:txBody>
      </p:sp>
    </p:spTree>
    <p:extLst>
      <p:ext uri="{BB962C8B-B14F-4D97-AF65-F5344CB8AC3E}">
        <p14:creationId xmlns:p14="http://schemas.microsoft.com/office/powerpoint/2010/main" val="9352593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710" r:id="rId3"/>
    <p:sldLayoutId id="2147483695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  <p:sldLayoutId id="2147483705" r:id="rId12"/>
    <p:sldLayoutId id="2147483706" r:id="rId13"/>
    <p:sldLayoutId id="2147483707" r:id="rId14"/>
    <p:sldLayoutId id="2147483708" r:id="rId15"/>
    <p:sldLayoutId id="2147483709" r:id="rId16"/>
    <p:sldLayoutId id="2147483711" r:id="rId17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2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lnSpc>
          <a:spcPts val="2400"/>
        </a:lnSpc>
        <a:spcBef>
          <a:spcPts val="0"/>
        </a:spcBef>
        <a:buClr>
          <a:schemeClr val="accent1"/>
        </a:buClr>
        <a:buFont typeface="Arial" panose="020B0604020202020204" pitchFamily="34" charset="0"/>
        <a:buChar char="•"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800100" indent="-342900" algn="l" defTabSz="457200" rtl="0" eaLnBrk="1" latinLnBrk="0" hangingPunct="1">
        <a:lnSpc>
          <a:spcPts val="2400"/>
        </a:lnSpc>
        <a:spcBef>
          <a:spcPts val="0"/>
        </a:spcBef>
        <a:buClr>
          <a:schemeClr val="accent1"/>
        </a:buClr>
        <a:buFont typeface="Courier New" panose="02070309020205020404" pitchFamily="49" charset="0"/>
        <a:buChar char="o"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1257300" indent="-342900" algn="l" defTabSz="457200" rtl="0" eaLnBrk="1" latinLnBrk="0" hangingPunct="1">
        <a:lnSpc>
          <a:spcPts val="2400"/>
        </a:lnSpc>
        <a:spcBef>
          <a:spcPts val="0"/>
        </a:spcBef>
        <a:buClr>
          <a:schemeClr val="accent1"/>
        </a:buClr>
        <a:buFont typeface="Wingdings" panose="05000000000000000000" pitchFamily="2" charset="2"/>
        <a:buChar char="§"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457200" rtl="0" eaLnBrk="1" latinLnBrk="0" hangingPunct="1">
        <a:lnSpc>
          <a:spcPts val="2400"/>
        </a:lnSpc>
        <a:spcBef>
          <a:spcPts val="0"/>
        </a:spcBef>
        <a:buClr>
          <a:schemeClr val="accent1"/>
        </a:buClr>
        <a:buFont typeface="Arial"/>
        <a:buNone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457200" rtl="0" eaLnBrk="1" latinLnBrk="0" hangingPunct="1">
        <a:lnSpc>
          <a:spcPts val="2400"/>
        </a:lnSpc>
        <a:spcBef>
          <a:spcPts val="0"/>
        </a:spcBef>
        <a:buClr>
          <a:schemeClr val="accent1"/>
        </a:buClr>
        <a:buFont typeface="Arial"/>
        <a:buNone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2880">
          <p15:clr>
            <a:srgbClr val="F26B43"/>
          </p15:clr>
        </p15:guide>
        <p15:guide id="3" pos="5284">
          <p15:clr>
            <a:srgbClr val="F26B43"/>
          </p15:clr>
        </p15:guide>
        <p15:guide id="4" orient="horz" pos="377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2882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Platformen</a:t>
            </a:r>
            <a:endParaRPr lang="nl-NL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Optioneel</a:t>
            </a:r>
            <a:r>
              <a:rPr lang="en-US" dirty="0"/>
              <a:t>: Pluggable Authentication Modules (PAM)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559557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8B72D0-0F11-45F7-9320-F753CA66FC1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nl-NL" dirty="0"/>
              <a:t>UNIX/Linux user accounts: beveiligd met wachtwoord in </a:t>
            </a:r>
            <a:r>
              <a:rPr lang="nl-NL" dirty="0">
                <a:latin typeface="Consolas" panose="020B0609020204030204" pitchFamily="49" charset="0"/>
              </a:rPr>
              <a:t>/</a:t>
            </a:r>
            <a:r>
              <a:rPr lang="nl-NL" dirty="0" err="1">
                <a:latin typeface="Consolas" panose="020B0609020204030204" pitchFamily="49" charset="0"/>
              </a:rPr>
              <a:t>etc</a:t>
            </a:r>
            <a:r>
              <a:rPr lang="nl-NL" dirty="0">
                <a:latin typeface="Consolas" panose="020B0609020204030204" pitchFamily="49" charset="0"/>
              </a:rPr>
              <a:t>/</a:t>
            </a:r>
            <a:r>
              <a:rPr lang="nl-NL" dirty="0" err="1">
                <a:latin typeface="Consolas" panose="020B0609020204030204" pitchFamily="49" charset="0"/>
              </a:rPr>
              <a:t>shadow</a:t>
            </a:r>
            <a:r>
              <a:rPr lang="nl-NL" dirty="0"/>
              <a:t>, </a:t>
            </a:r>
            <a:r>
              <a:rPr lang="nl-NL" dirty="0">
                <a:latin typeface="Consolas" panose="020B0609020204030204" pitchFamily="49" charset="0"/>
              </a:rPr>
              <a:t>/</a:t>
            </a:r>
            <a:r>
              <a:rPr lang="nl-NL" dirty="0" err="1">
                <a:latin typeface="Consolas" panose="020B0609020204030204" pitchFamily="49" charset="0"/>
              </a:rPr>
              <a:t>etc</a:t>
            </a:r>
            <a:r>
              <a:rPr lang="nl-NL" dirty="0">
                <a:latin typeface="Consolas" panose="020B0609020204030204" pitchFamily="49" charset="0"/>
              </a:rPr>
              <a:t>/</a:t>
            </a:r>
            <a:r>
              <a:rPr lang="nl-NL" dirty="0" err="1">
                <a:latin typeface="Consolas" panose="020B0609020204030204" pitchFamily="49" charset="0"/>
              </a:rPr>
              <a:t>master.passwd</a:t>
            </a:r>
            <a:r>
              <a:rPr lang="nl-NL" dirty="0">
                <a:latin typeface="Consolas" panose="020B0609020204030204" pitchFamily="49" charset="0"/>
              </a:rPr>
              <a:t> </a:t>
            </a:r>
            <a:r>
              <a:rPr lang="nl-NL" dirty="0"/>
              <a:t>of een netwerk database;</a:t>
            </a:r>
          </a:p>
          <a:p>
            <a:r>
              <a:rPr lang="nl-NL" dirty="0"/>
              <a:t>Programma’s vragen om een “geldig” account;</a:t>
            </a:r>
          </a:p>
          <a:p>
            <a:r>
              <a:rPr lang="nl-NL" dirty="0"/>
              <a:t>PAM “regelt” de toegang van o.a.”: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nl-NL" dirty="0"/>
              <a:t>Biometrie, </a:t>
            </a:r>
            <a:r>
              <a:rPr lang="nl-NL" dirty="0" err="1"/>
              <a:t>multi</a:t>
            </a:r>
            <a:r>
              <a:rPr lang="nl-NL" dirty="0"/>
              <a:t>-factor authenticatie, systeem en programma toegang;</a:t>
            </a:r>
          </a:p>
          <a:p>
            <a:r>
              <a:rPr lang="nl-NL" dirty="0"/>
              <a:t>PAM is authenticatie methode / proces: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nl-NL" dirty="0"/>
              <a:t>Methode specifieke authenticatie </a:t>
            </a:r>
            <a:r>
              <a:rPr lang="nl-NL" dirty="0" err="1"/>
              <a:t>libraries</a:t>
            </a:r>
            <a:r>
              <a:rPr lang="nl-NL" dirty="0"/>
              <a:t>;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nl-NL" dirty="0"/>
              <a:t>Authenticatie van gebruikers  of programma’s roep PAM aan;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DBCFC0-F20E-44EF-AB1C-4857EDC90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Pluggable</a:t>
            </a:r>
            <a:r>
              <a:rPr lang="nl-NL" dirty="0"/>
              <a:t> </a:t>
            </a:r>
            <a:r>
              <a:rPr lang="nl-NL" dirty="0" err="1"/>
              <a:t>Authentication</a:t>
            </a:r>
            <a:r>
              <a:rPr lang="nl-NL" dirty="0"/>
              <a:t> Modules (PAM)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31F849-DCC6-4F1F-803F-AF210ABCA32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fld id="{A9096D49-DAE3-40DE-93E0-41688E0A5016}" type="slidenum">
              <a:rPr lang="nl-NL" smtClean="0"/>
              <a:pPr/>
              <a:t>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588529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D1DB11-C433-470C-A397-D7A35BA6247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8218" y="1196341"/>
            <a:ext cx="7854281" cy="3292316"/>
          </a:xfrm>
        </p:spPr>
        <p:txBody>
          <a:bodyPr/>
          <a:lstStyle/>
          <a:p>
            <a:r>
              <a:rPr lang="nl-NL" dirty="0"/>
              <a:t>PAM: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nl-NL" dirty="0"/>
              <a:t>Authenticatie routines in een ‘shared </a:t>
            </a:r>
            <a:r>
              <a:rPr lang="nl-NL" dirty="0" err="1"/>
              <a:t>library</a:t>
            </a:r>
            <a:r>
              <a:rPr lang="nl-NL" dirty="0"/>
              <a:t>’ welke door andere programma’s kan worden aangeroepen;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laag</a:t>
            </a:r>
            <a:r>
              <a:rPr lang="en-US" dirty="0"/>
              <a:t> die </a:t>
            </a:r>
            <a:r>
              <a:rPr lang="en-US" dirty="0" err="1"/>
              <a:t>communiceert</a:t>
            </a:r>
            <a:r>
              <a:rPr lang="en-US" dirty="0"/>
              <a:t> </a:t>
            </a:r>
            <a:r>
              <a:rPr lang="en-US" dirty="0" err="1"/>
              <a:t>tussen</a:t>
            </a:r>
            <a:r>
              <a:rPr lang="en-US" dirty="0"/>
              <a:t> </a:t>
            </a:r>
            <a:r>
              <a:rPr lang="en-US" dirty="0" err="1"/>
              <a:t>gebruikers</a:t>
            </a:r>
            <a:r>
              <a:rPr lang="en-US" dirty="0"/>
              <a:t> en </a:t>
            </a:r>
            <a:r>
              <a:rPr lang="en-US" dirty="0" err="1"/>
              <a:t>applicaties</a:t>
            </a:r>
            <a:endParaRPr lang="nl-NL" dirty="0"/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nl-NL" dirty="0"/>
              <a:t>Multi-factor authenticatie is mogelijk;</a:t>
            </a:r>
          </a:p>
          <a:p>
            <a:r>
              <a:rPr lang="nl-NL" dirty="0"/>
              <a:t>PAM Configuratie: (‘</a:t>
            </a:r>
            <a:r>
              <a:rPr lang="nl-NL" dirty="0" err="1"/>
              <a:t>one-liners</a:t>
            </a:r>
            <a:r>
              <a:rPr lang="nl-NL" dirty="0"/>
              <a:t>’):</a:t>
            </a:r>
          </a:p>
          <a:p>
            <a:pPr lvl="1"/>
            <a:r>
              <a:rPr lang="nl-NL" dirty="0"/>
              <a:t>Format: module-type control-</a:t>
            </a:r>
            <a:r>
              <a:rPr lang="nl-NL" dirty="0" err="1"/>
              <a:t>flag</a:t>
            </a:r>
            <a:r>
              <a:rPr lang="nl-NL" dirty="0"/>
              <a:t> module-</a:t>
            </a:r>
            <a:r>
              <a:rPr lang="nl-NL" dirty="0" err="1"/>
              <a:t>path</a:t>
            </a:r>
            <a:r>
              <a:rPr lang="nl-NL" dirty="0"/>
              <a:t> [ </a:t>
            </a:r>
            <a:r>
              <a:rPr lang="nl-NL" dirty="0" err="1"/>
              <a:t>arguments</a:t>
            </a:r>
            <a:r>
              <a:rPr lang="nl-NL" dirty="0"/>
              <a:t> ]</a:t>
            </a:r>
          </a:p>
          <a:p>
            <a:pPr lvl="1"/>
            <a:r>
              <a:rPr lang="nl-NL" dirty="0"/>
              <a:t>Volgorde belangrijk:</a:t>
            </a:r>
          </a:p>
          <a:p>
            <a:pPr lvl="2"/>
            <a:r>
              <a:rPr lang="nl-NL" dirty="0" err="1"/>
              <a:t>ww</a:t>
            </a:r>
            <a:r>
              <a:rPr lang="nl-NL" dirty="0"/>
              <a:t> prompt voor validiteit check van </a:t>
            </a:r>
            <a:r>
              <a:rPr lang="nl-NL" dirty="0" err="1"/>
              <a:t>ww</a:t>
            </a:r>
            <a:r>
              <a:rPr lang="nl-NL" dirty="0"/>
              <a:t>;</a:t>
            </a:r>
          </a:p>
          <a:p>
            <a:pPr lvl="2"/>
            <a:r>
              <a:rPr lang="nl-NL" dirty="0"/>
              <a:t>Module-type: </a:t>
            </a:r>
            <a:r>
              <a:rPr lang="nl-NL" dirty="0" err="1"/>
              <a:t>auth</a:t>
            </a:r>
            <a:r>
              <a:rPr lang="nl-NL" dirty="0"/>
              <a:t>, account, </a:t>
            </a:r>
            <a:r>
              <a:rPr lang="nl-NL" dirty="0" err="1"/>
              <a:t>session</a:t>
            </a:r>
            <a:r>
              <a:rPr lang="nl-NL" dirty="0"/>
              <a:t> of password;</a:t>
            </a:r>
          </a:p>
          <a:p>
            <a:pPr lvl="2"/>
            <a:r>
              <a:rPr lang="nl-NL" dirty="0"/>
              <a:t>Control-</a:t>
            </a:r>
            <a:r>
              <a:rPr lang="nl-NL" dirty="0" err="1"/>
              <a:t>flag</a:t>
            </a:r>
            <a:r>
              <a:rPr lang="nl-NL" dirty="0"/>
              <a:t>: </a:t>
            </a:r>
            <a:r>
              <a:rPr lang="nl-NL" dirty="0" err="1"/>
              <a:t>include</a:t>
            </a:r>
            <a:r>
              <a:rPr lang="nl-NL" dirty="0"/>
              <a:t>, </a:t>
            </a:r>
            <a:r>
              <a:rPr lang="nl-NL" dirty="0" err="1"/>
              <a:t>optional</a:t>
            </a:r>
            <a:r>
              <a:rPr lang="nl-NL" dirty="0"/>
              <a:t>, </a:t>
            </a:r>
            <a:r>
              <a:rPr lang="nl-NL" dirty="0" err="1"/>
              <a:t>required</a:t>
            </a:r>
            <a:r>
              <a:rPr lang="nl-NL" dirty="0"/>
              <a:t>, </a:t>
            </a:r>
            <a:r>
              <a:rPr lang="nl-NL" dirty="0" err="1"/>
              <a:t>requisite</a:t>
            </a:r>
            <a:r>
              <a:rPr lang="nl-NL" dirty="0"/>
              <a:t>, </a:t>
            </a:r>
            <a:r>
              <a:rPr lang="nl-NL" dirty="0" err="1"/>
              <a:t>sufficient</a:t>
            </a:r>
            <a:r>
              <a:rPr lang="nl-NL" dirty="0"/>
              <a:t>;</a:t>
            </a:r>
          </a:p>
          <a:p>
            <a:pPr lvl="1"/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EC86ED-8B15-4BED-BABE-724EDFFFFD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Using Directory Services for Login (3)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EEC822-D717-43FE-8301-EAFAFB88CC6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fld id="{A9096D49-DAE3-40DE-93E0-41688E0A5016}" type="slidenum">
              <a:rPr lang="nl-NL" smtClean="0"/>
              <a:pPr/>
              <a:t>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038899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r="800"/>
          <a:stretch/>
        </p:blipFill>
        <p:spPr>
          <a:xfrm>
            <a:off x="6030162" y="1491630"/>
            <a:ext cx="2949903" cy="1620180"/>
          </a:xfrm>
          <a:prstGeom prst="rect">
            <a:avLst/>
          </a:prstGeom>
        </p:spPr>
      </p:pic>
      <p:sp>
        <p:nvSpPr>
          <p:cNvPr id="3" name="Tijdelijke aanduiding voor inhoud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dirty="0"/>
              <a:t>PAM </a:t>
            </a:r>
            <a:r>
              <a:rPr lang="en-US" dirty="0" err="1"/>
              <a:t>biedt</a:t>
            </a:r>
            <a:r>
              <a:rPr lang="en-US" dirty="0"/>
              <a:t> </a:t>
            </a:r>
            <a:r>
              <a:rPr lang="en-US" dirty="0" err="1"/>
              <a:t>verschillende</a:t>
            </a:r>
            <a:r>
              <a:rPr lang="en-US" dirty="0"/>
              <a:t> modules</a:t>
            </a:r>
          </a:p>
          <a:p>
            <a:pPr>
              <a:lnSpc>
                <a:spcPct val="90000"/>
              </a:lnSpc>
            </a:pPr>
            <a:r>
              <a:rPr lang="en-US" dirty="0" err="1"/>
              <a:t>Lokatie</a:t>
            </a:r>
            <a:r>
              <a:rPr lang="en-US" dirty="0"/>
              <a:t> van </a:t>
            </a:r>
            <a:r>
              <a:rPr lang="en-US" dirty="0" err="1"/>
              <a:t>configuratie-bestanden</a:t>
            </a:r>
            <a:endParaRPr lang="en-US" dirty="0"/>
          </a:p>
          <a:p>
            <a:pPr lvl="1">
              <a:lnSpc>
                <a:spcPct val="90000"/>
              </a:lnSpc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etc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pam.d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  <a:r>
              <a:rPr lang="en-US" i="1" dirty="0"/>
              <a:t>&lt;</a:t>
            </a:r>
            <a:r>
              <a:rPr lang="en-US" i="1" dirty="0" err="1"/>
              <a:t>program_name</a:t>
            </a:r>
            <a:r>
              <a:rPr lang="en-US" i="1" dirty="0"/>
              <a:t>&gt;</a:t>
            </a:r>
          </a:p>
          <a:p>
            <a:pPr>
              <a:lnSpc>
                <a:spcPct val="90000"/>
              </a:lnSpc>
            </a:pPr>
            <a:r>
              <a:rPr lang="en-US" dirty="0" err="1"/>
              <a:t>Globale</a:t>
            </a:r>
            <a:r>
              <a:rPr lang="en-US" dirty="0"/>
              <a:t> </a:t>
            </a:r>
            <a:r>
              <a:rPr lang="en-US" dirty="0" err="1"/>
              <a:t>configuratie-bestanden</a:t>
            </a:r>
            <a:r>
              <a:rPr lang="en-US" dirty="0"/>
              <a:t> directory</a:t>
            </a:r>
          </a:p>
          <a:p>
            <a:pPr lvl="1">
              <a:lnSpc>
                <a:spcPct val="90000"/>
              </a:lnSpc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etc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/security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sz="2100" dirty="0"/>
              <a:t>Hoe wordt PAM geconfigureerd?</a:t>
            </a:r>
            <a:endParaRPr lang="nl-NL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EFC7B65-5F5E-49F0-83FF-1A712CFB8C64}"/>
              </a:ext>
            </a:extLst>
          </p:cNvPr>
          <p:cNvSpPr txBox="1"/>
          <p:nvPr/>
        </p:nvSpPr>
        <p:spPr>
          <a:xfrm>
            <a:off x="458903" y="2661687"/>
            <a:ext cx="5385230" cy="1131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sz="1350" b="1" dirty="0" err="1">
                <a:solidFill>
                  <a:srgbClr val="303030"/>
                </a:solidFill>
                <a:latin typeface="Calibri" panose="020F0502020204030204" pitchFamily="34" charset="0"/>
              </a:rPr>
              <a:t>sudo</a:t>
            </a:r>
            <a:r>
              <a:rPr lang="nl-NL" sz="1350" b="1" dirty="0">
                <a:solidFill>
                  <a:srgbClr val="303030"/>
                </a:solidFill>
                <a:latin typeface="Calibri" panose="020F0502020204030204" pitchFamily="34" charset="0"/>
              </a:rPr>
              <a:t> </a:t>
            </a:r>
            <a:r>
              <a:rPr lang="nl-NL" sz="1350" b="1" dirty="0" err="1">
                <a:solidFill>
                  <a:srgbClr val="303030"/>
                </a:solidFill>
                <a:latin typeface="Calibri" panose="020F0502020204030204" pitchFamily="34" charset="0"/>
              </a:rPr>
              <a:t>authselect</a:t>
            </a:r>
            <a:r>
              <a:rPr lang="nl-NL" sz="1350" b="1" dirty="0">
                <a:solidFill>
                  <a:srgbClr val="303030"/>
                </a:solidFill>
                <a:latin typeface="Calibri" panose="020F0502020204030204" pitchFamily="34" charset="0"/>
              </a:rPr>
              <a:t> –help</a:t>
            </a:r>
            <a:r>
              <a:rPr lang="nl-NL" sz="1350" dirty="0">
                <a:solidFill>
                  <a:srgbClr val="303030"/>
                </a:solidFill>
                <a:latin typeface="Calibri" panose="020F0502020204030204" pitchFamily="34" charset="0"/>
              </a:rPr>
              <a:t> </a:t>
            </a:r>
          </a:p>
          <a:p>
            <a:r>
              <a:rPr lang="en-US" sz="1350" b="1" dirty="0" err="1">
                <a:solidFill>
                  <a:srgbClr val="303030"/>
                </a:solidFill>
                <a:latin typeface="Calibri" panose="020F0502020204030204" pitchFamily="34" charset="0"/>
              </a:rPr>
              <a:t>sudo</a:t>
            </a:r>
            <a:r>
              <a:rPr lang="en-US" sz="1350" b="1" dirty="0">
                <a:solidFill>
                  <a:srgbClr val="303030"/>
                </a:solidFill>
                <a:latin typeface="Calibri" panose="020F0502020204030204" pitchFamily="34" charset="0"/>
              </a:rPr>
              <a:t> </a:t>
            </a:r>
            <a:r>
              <a:rPr lang="en-US" sz="1350" b="1" dirty="0" err="1">
                <a:solidFill>
                  <a:srgbClr val="303030"/>
                </a:solidFill>
                <a:latin typeface="Calibri" panose="020F0502020204030204" pitchFamily="34" charset="0"/>
              </a:rPr>
              <a:t>authselect</a:t>
            </a:r>
            <a:r>
              <a:rPr lang="en-US" sz="1350" b="1" dirty="0">
                <a:solidFill>
                  <a:srgbClr val="303030"/>
                </a:solidFill>
                <a:latin typeface="Calibri" panose="020F0502020204030204" pitchFamily="34" charset="0"/>
              </a:rPr>
              <a:t> list</a:t>
            </a:r>
            <a:r>
              <a:rPr lang="nl-NL" sz="1350" dirty="0">
                <a:solidFill>
                  <a:srgbClr val="303030"/>
                </a:solidFill>
                <a:latin typeface="Calibri" panose="020F0502020204030204" pitchFamily="34" charset="0"/>
              </a:rPr>
              <a:t> (voor de profielen!)</a:t>
            </a:r>
          </a:p>
          <a:p>
            <a:r>
              <a:rPr lang="en-US" sz="1350" b="1" dirty="0" err="1">
                <a:solidFill>
                  <a:srgbClr val="303030"/>
                </a:solidFill>
                <a:latin typeface="Calibri" panose="020F0502020204030204" pitchFamily="34" charset="0"/>
              </a:rPr>
              <a:t>sudo</a:t>
            </a:r>
            <a:r>
              <a:rPr lang="en-US" sz="1350" b="1" dirty="0">
                <a:solidFill>
                  <a:srgbClr val="303030"/>
                </a:solidFill>
                <a:latin typeface="Calibri" panose="020F0502020204030204" pitchFamily="34" charset="0"/>
              </a:rPr>
              <a:t> </a:t>
            </a:r>
            <a:r>
              <a:rPr lang="en-US" sz="1350" b="1" dirty="0" err="1">
                <a:solidFill>
                  <a:srgbClr val="303030"/>
                </a:solidFill>
                <a:latin typeface="Calibri" panose="020F0502020204030204" pitchFamily="34" charset="0"/>
              </a:rPr>
              <a:t>authselect</a:t>
            </a:r>
            <a:r>
              <a:rPr lang="en-US" sz="1350" b="1" dirty="0">
                <a:solidFill>
                  <a:srgbClr val="303030"/>
                </a:solidFill>
                <a:latin typeface="Calibri" panose="020F0502020204030204" pitchFamily="34" charset="0"/>
              </a:rPr>
              <a:t> select minimal </a:t>
            </a:r>
            <a:r>
              <a:rPr lang="en-US" sz="1350" dirty="0">
                <a:solidFill>
                  <a:srgbClr val="303030"/>
                </a:solidFill>
                <a:latin typeface="Calibri" panose="020F0502020204030204" pitchFamily="34" charset="0"/>
              </a:rPr>
              <a:t>(profile </a:t>
            </a:r>
            <a:r>
              <a:rPr lang="en-US" sz="1350" dirty="0" err="1">
                <a:solidFill>
                  <a:srgbClr val="303030"/>
                </a:solidFill>
                <a:latin typeface="Calibri" panose="020F0502020204030204" pitchFamily="34" charset="0"/>
              </a:rPr>
              <a:t>selecteren</a:t>
            </a:r>
            <a:r>
              <a:rPr lang="en-US" sz="1350" dirty="0">
                <a:solidFill>
                  <a:srgbClr val="303030"/>
                </a:solidFill>
                <a:latin typeface="Calibri" panose="020F0502020204030204" pitchFamily="34" charset="0"/>
              </a:rPr>
              <a:t>)</a:t>
            </a:r>
            <a:endParaRPr lang="en-US" sz="1350" b="1" dirty="0">
              <a:solidFill>
                <a:srgbClr val="303030"/>
              </a:solidFill>
              <a:latin typeface="Calibri" panose="020F0502020204030204" pitchFamily="34" charset="0"/>
            </a:endParaRPr>
          </a:p>
          <a:p>
            <a:r>
              <a:rPr lang="en-US" sz="1350" b="1" dirty="0" err="1">
                <a:solidFill>
                  <a:srgbClr val="303030"/>
                </a:solidFill>
                <a:latin typeface="Calibri" panose="020F0502020204030204" pitchFamily="34" charset="0"/>
              </a:rPr>
              <a:t>sudo</a:t>
            </a:r>
            <a:r>
              <a:rPr lang="en-US" sz="1350" b="1" dirty="0">
                <a:solidFill>
                  <a:srgbClr val="303030"/>
                </a:solidFill>
                <a:latin typeface="Calibri" panose="020F0502020204030204" pitchFamily="34" charset="0"/>
              </a:rPr>
              <a:t> </a:t>
            </a:r>
            <a:r>
              <a:rPr lang="en-US" sz="1350" b="1" dirty="0" err="1">
                <a:solidFill>
                  <a:srgbClr val="303030"/>
                </a:solidFill>
                <a:latin typeface="Calibri" panose="020F0502020204030204" pitchFamily="34" charset="0"/>
              </a:rPr>
              <a:t>authselect</a:t>
            </a:r>
            <a:r>
              <a:rPr lang="en-US" sz="1350" b="1" dirty="0">
                <a:solidFill>
                  <a:srgbClr val="303030"/>
                </a:solidFill>
                <a:latin typeface="Calibri" panose="020F0502020204030204" pitchFamily="34" charset="0"/>
              </a:rPr>
              <a:t> create-profile minimal -b </a:t>
            </a:r>
            <a:r>
              <a:rPr lang="en-US" sz="1350" b="1" dirty="0" err="1">
                <a:solidFill>
                  <a:srgbClr val="303030"/>
                </a:solidFill>
                <a:latin typeface="Calibri" panose="020F0502020204030204" pitchFamily="34" charset="0"/>
              </a:rPr>
              <a:t>belangrijk</a:t>
            </a:r>
            <a:r>
              <a:rPr lang="en-US" sz="1350" b="1" dirty="0">
                <a:solidFill>
                  <a:srgbClr val="303030"/>
                </a:solidFill>
                <a:latin typeface="Calibri" panose="020F0502020204030204" pitchFamily="34" charset="0"/>
              </a:rPr>
              <a:t> </a:t>
            </a:r>
            <a:r>
              <a:rPr lang="en-US" sz="1350" dirty="0">
                <a:solidFill>
                  <a:srgbClr val="303030"/>
                </a:solidFill>
                <a:latin typeface="Calibri" panose="020F0502020204030204" pitchFamily="34" charset="0"/>
              </a:rPr>
              <a:t>(</a:t>
            </a:r>
            <a:r>
              <a:rPr lang="en-US" sz="1350" dirty="0" err="1">
                <a:solidFill>
                  <a:srgbClr val="303030"/>
                </a:solidFill>
                <a:latin typeface="Calibri" panose="020F0502020204030204" pitchFamily="34" charset="0"/>
              </a:rPr>
              <a:t>nieuw</a:t>
            </a:r>
            <a:r>
              <a:rPr lang="en-US" sz="1350" dirty="0">
                <a:solidFill>
                  <a:srgbClr val="303030"/>
                </a:solidFill>
                <a:latin typeface="Calibri" panose="020F0502020204030204" pitchFamily="34" charset="0"/>
              </a:rPr>
              <a:t> profile)</a:t>
            </a:r>
          </a:p>
          <a:p>
            <a:r>
              <a:rPr lang="nl-NL" sz="1350" b="1">
                <a:solidFill>
                  <a:srgbClr val="303030"/>
                </a:solidFill>
                <a:latin typeface="Calibri" panose="020F0502020204030204" pitchFamily="34" charset="0"/>
              </a:rPr>
              <a:t>sudo</a:t>
            </a:r>
            <a:r>
              <a:rPr lang="nl-NL" sz="1350" b="1" dirty="0">
                <a:solidFill>
                  <a:srgbClr val="303030"/>
                </a:solidFill>
                <a:latin typeface="Calibri" panose="020F0502020204030204" pitchFamily="34" charset="0"/>
              </a:rPr>
              <a:t> </a:t>
            </a:r>
            <a:r>
              <a:rPr lang="nl-NL" sz="1350" b="1" dirty="0" err="1">
                <a:solidFill>
                  <a:srgbClr val="303030"/>
                </a:solidFill>
                <a:latin typeface="Calibri" panose="020F0502020204030204" pitchFamily="34" charset="0"/>
              </a:rPr>
              <a:t>authselect</a:t>
            </a:r>
            <a:r>
              <a:rPr lang="nl-NL" sz="1350" b="1" dirty="0">
                <a:solidFill>
                  <a:srgbClr val="303030"/>
                </a:solidFill>
                <a:latin typeface="Calibri" panose="020F0502020204030204" pitchFamily="34" charset="0"/>
              </a:rPr>
              <a:t> </a:t>
            </a:r>
            <a:r>
              <a:rPr lang="nl-NL" sz="1350" b="1" dirty="0" err="1">
                <a:solidFill>
                  <a:srgbClr val="303030"/>
                </a:solidFill>
                <a:latin typeface="Calibri" panose="020F0502020204030204" pitchFamily="34" charset="0"/>
              </a:rPr>
              <a:t>apply</a:t>
            </a:r>
            <a:r>
              <a:rPr lang="nl-NL" sz="1350" b="1" dirty="0">
                <a:solidFill>
                  <a:srgbClr val="303030"/>
                </a:solidFill>
                <a:latin typeface="Calibri" panose="020F0502020204030204" pitchFamily="34" charset="0"/>
              </a:rPr>
              <a:t>-changes</a:t>
            </a:r>
            <a:r>
              <a:rPr lang="nl-NL" sz="1350" dirty="0">
                <a:solidFill>
                  <a:srgbClr val="303030"/>
                </a:solidFill>
                <a:latin typeface="Calibri" panose="020F0502020204030204" pitchFamily="34" charset="0"/>
              </a:rPr>
              <a:t>  </a:t>
            </a:r>
            <a:endParaRPr lang="nl-NL" sz="1350" dirty="0"/>
          </a:p>
        </p:txBody>
      </p:sp>
      <p:pic>
        <p:nvPicPr>
          <p:cNvPr id="1026" name="Picture 2" descr="A picture containing text&#10;&#10;Description automatically generated">
            <a:extLst>
              <a:ext uri="{FF2B5EF4-FFF2-40B4-BE49-F238E27FC236}">
                <a16:creationId xmlns:a16="http://schemas.microsoft.com/office/drawing/2014/main" id="{ED94D871-EEBA-4F5E-9094-3A2ABC1846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106" y="3975906"/>
            <a:ext cx="7542330" cy="9663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48410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3778" y="2340900"/>
            <a:ext cx="4266474" cy="2802600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sz="1800" dirty="0"/>
              <a:t>Hoe is de configuratie opgebouwd?</a:t>
            </a:r>
            <a:endParaRPr lang="nl-NL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4294967295"/>
          </p:nvPr>
        </p:nvSpPr>
        <p:spPr>
          <a:xfrm>
            <a:off x="766046" y="909638"/>
            <a:ext cx="7881937" cy="1304925"/>
          </a:xfrm>
          <a:solidFill>
            <a:schemeClr val="bg1">
              <a:lumMod val="85000"/>
            </a:schemeClr>
          </a:solidFill>
          <a:ln w="3175">
            <a:solidFill>
              <a:schemeClr val="tx1"/>
            </a:solidFill>
          </a:ln>
        </p:spPr>
        <p:txBody>
          <a:bodyPr lIns="72000" tIns="72000" rIns="72000" bIns="72000"/>
          <a:lstStyle/>
          <a:p>
            <a:pPr marL="0" indent="0">
              <a:lnSpc>
                <a:spcPct val="90000"/>
              </a:lnSpc>
              <a:buNone/>
            </a:pPr>
            <a:r>
              <a:rPr lang="en-US" sz="1050" dirty="0" err="1">
                <a:latin typeface="Consolas" panose="020B0609020204030204" pitchFamily="49" charset="0"/>
                <a:cs typeface="Consolas" panose="020B0609020204030204" pitchFamily="49" charset="0"/>
              </a:rPr>
              <a:t>auth</a:t>
            </a:r>
            <a:r>
              <a:rPr lang="en-US" sz="1050" dirty="0">
                <a:latin typeface="Consolas" panose="020B0609020204030204" pitchFamily="49" charset="0"/>
                <a:cs typeface="Consolas" panose="020B0609020204030204" pitchFamily="49" charset="0"/>
              </a:rPr>
              <a:t>     requisite      pam_nologin.so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050" dirty="0" err="1">
                <a:latin typeface="Consolas" panose="020B0609020204030204" pitchFamily="49" charset="0"/>
                <a:cs typeface="Consolas" panose="020B0609020204030204" pitchFamily="49" charset="0"/>
              </a:rPr>
              <a:t>auth</a:t>
            </a:r>
            <a:r>
              <a:rPr lang="en-US" sz="1050" dirty="0">
                <a:latin typeface="Consolas" panose="020B0609020204030204" pitchFamily="49" charset="0"/>
                <a:cs typeface="Consolas" panose="020B0609020204030204" pitchFamily="49" charset="0"/>
              </a:rPr>
              <a:t>     include        common-</a:t>
            </a:r>
            <a:r>
              <a:rPr lang="en-US" sz="1050" dirty="0" err="1">
                <a:latin typeface="Consolas" panose="020B0609020204030204" pitchFamily="49" charset="0"/>
                <a:cs typeface="Consolas" panose="020B0609020204030204" pitchFamily="49" charset="0"/>
              </a:rPr>
              <a:t>auth</a:t>
            </a:r>
            <a:r>
              <a:rPr lang="en-US" sz="105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050" dirty="0">
                <a:latin typeface="Consolas" panose="020B0609020204030204" pitchFamily="49" charset="0"/>
                <a:cs typeface="Consolas" panose="020B0609020204030204" pitchFamily="49" charset="0"/>
              </a:rPr>
              <a:t>account  requisite      pam_nologin.so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050" dirty="0">
                <a:latin typeface="Consolas" panose="020B0609020204030204" pitchFamily="49" charset="0"/>
                <a:cs typeface="Consolas" panose="020B0609020204030204" pitchFamily="49" charset="0"/>
              </a:rPr>
              <a:t>account  include        common-account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050" dirty="0">
                <a:latin typeface="Consolas" panose="020B0609020204030204" pitchFamily="49" charset="0"/>
                <a:cs typeface="Consolas" panose="020B0609020204030204" pitchFamily="49" charset="0"/>
              </a:rPr>
              <a:t>password include        common-password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050" dirty="0">
                <a:latin typeface="Consolas" panose="020B0609020204030204" pitchFamily="49" charset="0"/>
                <a:cs typeface="Consolas" panose="020B0609020204030204" pitchFamily="49" charset="0"/>
              </a:rPr>
              <a:t>session  required       pam_loginuid.so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050" dirty="0">
                <a:latin typeface="Consolas" panose="020B0609020204030204" pitchFamily="49" charset="0"/>
                <a:cs typeface="Consolas" panose="020B0609020204030204" pitchFamily="49" charset="0"/>
              </a:rPr>
              <a:t>session  include        common-session</a:t>
            </a:r>
          </a:p>
        </p:txBody>
      </p:sp>
      <p:sp>
        <p:nvSpPr>
          <p:cNvPr id="7" name="Tekstvak 6"/>
          <p:cNvSpPr txBox="1"/>
          <p:nvPr/>
        </p:nvSpPr>
        <p:spPr>
          <a:xfrm>
            <a:off x="400845" y="4007511"/>
            <a:ext cx="3888431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350" dirty="0"/>
              <a:t>Voorbeeld</a:t>
            </a:r>
          </a:p>
          <a:p>
            <a:r>
              <a:rPr lang="nl-NL" sz="1350" dirty="0"/>
              <a:t>(</a:t>
            </a:r>
            <a:r>
              <a:rPr lang="nl-NL" sz="1350" dirty="0"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  <a:r>
              <a:rPr lang="nl-NL" sz="1350" dirty="0" err="1">
                <a:latin typeface="Consolas" panose="020B0609020204030204" pitchFamily="49" charset="0"/>
                <a:cs typeface="Consolas" panose="020B0609020204030204" pitchFamily="49" charset="0"/>
              </a:rPr>
              <a:t>etc</a:t>
            </a:r>
            <a:r>
              <a:rPr lang="nl-NL" sz="1350" dirty="0"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  <a:r>
              <a:rPr lang="nl-NL" sz="1350" dirty="0" err="1">
                <a:latin typeface="Consolas" panose="020B0609020204030204" pitchFamily="49" charset="0"/>
                <a:cs typeface="Consolas" panose="020B0609020204030204" pitchFamily="49" charset="0"/>
              </a:rPr>
              <a:t>pam.d</a:t>
            </a:r>
            <a:r>
              <a:rPr lang="nl-NL" sz="1350" dirty="0"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  <a:r>
              <a:rPr lang="nl-NL" sz="1350" dirty="0" err="1">
                <a:latin typeface="Consolas" panose="020B0609020204030204" pitchFamily="49" charset="0"/>
                <a:cs typeface="Consolas" panose="020B0609020204030204" pitchFamily="49" charset="0"/>
              </a:rPr>
              <a:t>sshd</a:t>
            </a:r>
            <a:r>
              <a:rPr lang="nl-NL" sz="135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4562060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sz="1800" dirty="0"/>
              <a:t>Wat zijn de standaard PAM modules?</a:t>
            </a:r>
            <a:endParaRPr lang="nl-NL" dirty="0"/>
          </a:p>
        </p:txBody>
      </p:sp>
      <p:graphicFrame>
        <p:nvGraphicFramePr>
          <p:cNvPr id="6" name="Tijdelijke aanduiding voor inhoud 5"/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318302061"/>
              </p:ext>
            </p:extLst>
          </p:nvPr>
        </p:nvGraphicFramePr>
        <p:xfrm>
          <a:off x="750572" y="1058863"/>
          <a:ext cx="7881940" cy="343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57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952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31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478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6136">
                <a:tc>
                  <a:txBody>
                    <a:bodyPr/>
                    <a:lstStyle/>
                    <a:p>
                      <a:r>
                        <a:rPr lang="nl-NL" sz="1400" dirty="0"/>
                        <a:t>Module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r>
                        <a:rPr lang="nl-NL" sz="1400" dirty="0"/>
                        <a:t>Doel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r>
                        <a:rPr lang="nl-NL" sz="1400" dirty="0"/>
                        <a:t>Module (</a:t>
                      </a:r>
                      <a:r>
                        <a:rPr lang="nl-NL" sz="1400" dirty="0" err="1"/>
                        <a:t>cont’d</a:t>
                      </a:r>
                      <a:r>
                        <a:rPr lang="nl-NL" sz="1400" dirty="0"/>
                        <a:t>)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r>
                        <a:rPr lang="nl-NL" sz="1400" dirty="0"/>
                        <a:t>Doel (</a:t>
                      </a:r>
                      <a:r>
                        <a:rPr lang="nl-NL" sz="1400" dirty="0" err="1"/>
                        <a:t>cont’d</a:t>
                      </a:r>
                      <a:r>
                        <a:rPr lang="nl-NL" sz="1400" dirty="0"/>
                        <a:t>)</a:t>
                      </a:r>
                    </a:p>
                  </a:txBody>
                  <a:tcPr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2874">
                <a:tc>
                  <a:txBody>
                    <a:bodyPr/>
                    <a:lstStyle/>
                    <a:p>
                      <a:pPr algn="l" fontAlgn="b"/>
                      <a:r>
                        <a:rPr lang="nl-NL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pam_access</a:t>
                      </a:r>
                      <a:endParaRPr lang="nl-NL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714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nl-NL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logdaemon</a:t>
                      </a:r>
                      <a:r>
                        <a:rPr lang="nl-NL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</a:t>
                      </a:r>
                      <a:r>
                        <a:rPr lang="nl-NL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style</a:t>
                      </a:r>
                      <a:r>
                        <a:rPr lang="nl-NL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login access control</a:t>
                      </a:r>
                    </a:p>
                  </a:txBody>
                  <a:tcPr marL="9525" marR="9525" marT="714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nl-NL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pam_namespace</a:t>
                      </a:r>
                      <a:endParaRPr lang="nl-NL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714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nl-NL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setup a private </a:t>
                      </a:r>
                      <a:r>
                        <a:rPr lang="nl-NL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namespace</a:t>
                      </a:r>
                      <a:endParaRPr lang="nl-NL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7144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2874">
                <a:tc>
                  <a:txBody>
                    <a:bodyPr/>
                    <a:lstStyle/>
                    <a:p>
                      <a:pPr algn="l" fontAlgn="b"/>
                      <a:r>
                        <a:rPr lang="nl-NL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pam_cracklib</a:t>
                      </a:r>
                      <a:endParaRPr lang="nl-NL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714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checks the password against dictionary words</a:t>
                      </a:r>
                    </a:p>
                  </a:txBody>
                  <a:tcPr marL="9525" marR="9525" marT="714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nl-NL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pam_nologin</a:t>
                      </a:r>
                      <a:endParaRPr lang="nl-NL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714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prevent non-root users from login</a:t>
                      </a:r>
                    </a:p>
                  </a:txBody>
                  <a:tcPr marL="9525" marR="9525" marT="7144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2874">
                <a:tc>
                  <a:txBody>
                    <a:bodyPr/>
                    <a:lstStyle/>
                    <a:p>
                      <a:pPr algn="l" fontAlgn="b"/>
                      <a:r>
                        <a:rPr lang="nl-NL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pam_debug</a:t>
                      </a:r>
                      <a:endParaRPr lang="nl-NL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714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nl-NL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debug</a:t>
                      </a:r>
                      <a:r>
                        <a:rPr lang="nl-NL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the PAM stack</a:t>
                      </a:r>
                    </a:p>
                  </a:txBody>
                  <a:tcPr marL="9525" marR="9525" marT="714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nl-NL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pam_permit</a:t>
                      </a:r>
                      <a:endParaRPr lang="nl-NL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714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nl-NL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the </a:t>
                      </a:r>
                      <a:r>
                        <a:rPr lang="nl-NL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promiscuous</a:t>
                      </a:r>
                      <a:r>
                        <a:rPr lang="nl-NL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module</a:t>
                      </a:r>
                    </a:p>
                  </a:txBody>
                  <a:tcPr marL="9525" marR="9525" marT="7144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2874">
                <a:tc>
                  <a:txBody>
                    <a:bodyPr/>
                    <a:lstStyle/>
                    <a:p>
                      <a:pPr algn="l" fontAlgn="b"/>
                      <a:r>
                        <a:rPr lang="nl-NL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pam_deny</a:t>
                      </a:r>
                      <a:endParaRPr lang="nl-NL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714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nl-NL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locking</a:t>
                      </a:r>
                      <a:r>
                        <a:rPr lang="nl-NL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-out PAM module</a:t>
                      </a:r>
                    </a:p>
                  </a:txBody>
                  <a:tcPr marL="9525" marR="9525" marT="714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nl-NL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pam_pwhistory</a:t>
                      </a:r>
                      <a:endParaRPr lang="nl-NL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714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grant access using .</a:t>
                      </a:r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pwhistory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file</a:t>
                      </a:r>
                    </a:p>
                  </a:txBody>
                  <a:tcPr marL="9525" marR="9525" marT="7144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2874">
                <a:tc>
                  <a:txBody>
                    <a:bodyPr/>
                    <a:lstStyle/>
                    <a:p>
                      <a:pPr algn="l" fontAlgn="b"/>
                      <a:r>
                        <a:rPr lang="nl-NL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pam_echo</a:t>
                      </a:r>
                      <a:endParaRPr lang="nl-NL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714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nl-NL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print </a:t>
                      </a:r>
                      <a:r>
                        <a:rPr lang="nl-NL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text</a:t>
                      </a:r>
                      <a:r>
                        <a:rPr lang="nl-NL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</a:t>
                      </a:r>
                      <a:r>
                        <a:rPr lang="nl-NL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messages</a:t>
                      </a:r>
                      <a:endParaRPr lang="nl-NL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714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nl-NL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pam_rhosts</a:t>
                      </a:r>
                      <a:endParaRPr lang="nl-NL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714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grant access using .</a:t>
                      </a:r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rhosts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file</a:t>
                      </a:r>
                    </a:p>
                  </a:txBody>
                  <a:tcPr marL="9525" marR="9525" marT="7144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2874">
                <a:tc>
                  <a:txBody>
                    <a:bodyPr/>
                    <a:lstStyle/>
                    <a:p>
                      <a:pPr algn="l" fontAlgn="b"/>
                      <a:r>
                        <a:rPr lang="nl-NL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pam_env</a:t>
                      </a:r>
                      <a:endParaRPr lang="nl-NL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714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nl-NL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set/</a:t>
                      </a:r>
                      <a:r>
                        <a:rPr lang="nl-NL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unset</a:t>
                      </a:r>
                      <a:r>
                        <a:rPr lang="nl-NL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environment variables</a:t>
                      </a:r>
                    </a:p>
                  </a:txBody>
                  <a:tcPr marL="9525" marR="9525" marT="714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nl-NL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pam_rootok</a:t>
                      </a:r>
                      <a:endParaRPr lang="nl-NL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714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nl-NL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gain</a:t>
                      </a:r>
                      <a:r>
                        <a:rPr lang="nl-NL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</a:t>
                      </a:r>
                      <a:r>
                        <a:rPr lang="nl-NL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only</a:t>
                      </a:r>
                      <a:r>
                        <a:rPr lang="nl-NL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root access</a:t>
                      </a:r>
                    </a:p>
                  </a:txBody>
                  <a:tcPr marL="9525" marR="9525" marT="7144" marB="0" anchor="b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32874">
                <a:tc>
                  <a:txBody>
                    <a:bodyPr/>
                    <a:lstStyle/>
                    <a:p>
                      <a:pPr algn="l" fontAlgn="b"/>
                      <a:r>
                        <a:rPr lang="nl-NL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pam_exec</a:t>
                      </a:r>
                      <a:endParaRPr lang="nl-NL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714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nl-NL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call </a:t>
                      </a:r>
                      <a:r>
                        <a:rPr lang="nl-NL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an</a:t>
                      </a:r>
                      <a:r>
                        <a:rPr lang="nl-NL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</a:t>
                      </a:r>
                      <a:r>
                        <a:rPr lang="nl-NL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external</a:t>
                      </a:r>
                      <a:r>
                        <a:rPr lang="nl-NL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</a:t>
                      </a:r>
                      <a:r>
                        <a:rPr lang="nl-NL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command</a:t>
                      </a:r>
                      <a:endParaRPr lang="nl-NL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714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nl-NL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pam_securetty</a:t>
                      </a:r>
                      <a:endParaRPr lang="nl-NL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714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limit root login to special devices</a:t>
                      </a:r>
                    </a:p>
                  </a:txBody>
                  <a:tcPr marL="9525" marR="9525" marT="7144" marB="0" anchor="b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32874">
                <a:tc>
                  <a:txBody>
                    <a:bodyPr/>
                    <a:lstStyle/>
                    <a:p>
                      <a:pPr algn="l" fontAlgn="b"/>
                      <a:r>
                        <a:rPr lang="nl-NL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pam_faildelay</a:t>
                      </a:r>
                      <a:endParaRPr lang="nl-NL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714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change the delay on failure per-application</a:t>
                      </a:r>
                    </a:p>
                  </a:txBody>
                  <a:tcPr marL="9525" marR="9525" marT="714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nl-NL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pam_selinux</a:t>
                      </a:r>
                      <a:endParaRPr lang="nl-NL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714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set the default security context</a:t>
                      </a:r>
                    </a:p>
                  </a:txBody>
                  <a:tcPr marL="9525" marR="9525" marT="7144" marB="0" anchor="b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32874">
                <a:tc>
                  <a:txBody>
                    <a:bodyPr/>
                    <a:lstStyle/>
                    <a:p>
                      <a:pPr algn="l" fontAlgn="b"/>
                      <a:r>
                        <a:rPr lang="nl-NL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pam_filter</a:t>
                      </a:r>
                      <a:endParaRPr lang="nl-NL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714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nl-NL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filter module</a:t>
                      </a:r>
                    </a:p>
                  </a:txBody>
                  <a:tcPr marL="9525" marR="9525" marT="714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nl-NL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pam_shells</a:t>
                      </a:r>
                      <a:endParaRPr lang="nl-NL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714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check for valid login shell</a:t>
                      </a:r>
                    </a:p>
                  </a:txBody>
                  <a:tcPr marL="9525" marR="9525" marT="7144" marB="0" anchor="b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32874">
                <a:tc>
                  <a:txBody>
                    <a:bodyPr/>
                    <a:lstStyle/>
                    <a:p>
                      <a:pPr algn="l" fontAlgn="b"/>
                      <a:r>
                        <a:rPr lang="nl-NL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pam_ftp</a:t>
                      </a:r>
                      <a:endParaRPr lang="nl-NL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714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nl-NL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module for anonymous access</a:t>
                      </a:r>
                    </a:p>
                  </a:txBody>
                  <a:tcPr marL="9525" marR="9525" marT="714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nl-NL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pam_succeed_if</a:t>
                      </a:r>
                      <a:endParaRPr lang="nl-NL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714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nl-NL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test account </a:t>
                      </a:r>
                      <a:r>
                        <a:rPr lang="nl-NL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characteristics</a:t>
                      </a:r>
                      <a:endParaRPr lang="nl-NL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7144" marB="0" anchor="b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32874">
                <a:tc>
                  <a:txBody>
                    <a:bodyPr/>
                    <a:lstStyle/>
                    <a:p>
                      <a:pPr algn="l" fontAlgn="b"/>
                      <a:r>
                        <a:rPr lang="nl-NL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pam_group</a:t>
                      </a:r>
                      <a:endParaRPr lang="nl-NL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714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module to modify group access</a:t>
                      </a:r>
                    </a:p>
                  </a:txBody>
                  <a:tcPr marL="9525" marR="9525" marT="714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nl-NL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pam_tally</a:t>
                      </a:r>
                      <a:endParaRPr lang="nl-NL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714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nl-NL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ogin</a:t>
                      </a:r>
                      <a:r>
                        <a:rPr lang="nl-NL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counter (</a:t>
                      </a:r>
                      <a:r>
                        <a:rPr lang="nl-NL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tallying</a:t>
                      </a:r>
                      <a:r>
                        <a:rPr lang="nl-NL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) module</a:t>
                      </a:r>
                    </a:p>
                  </a:txBody>
                  <a:tcPr marL="9525" marR="9525" marT="7144" marB="0" anchor="b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32874">
                <a:tc>
                  <a:txBody>
                    <a:bodyPr/>
                    <a:lstStyle/>
                    <a:p>
                      <a:pPr algn="l" fontAlgn="b"/>
                      <a:r>
                        <a:rPr lang="nl-NL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pam_issue</a:t>
                      </a:r>
                      <a:endParaRPr lang="nl-NL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714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add issue file to user prompt</a:t>
                      </a:r>
                    </a:p>
                  </a:txBody>
                  <a:tcPr marL="9525" marR="9525" marT="714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nl-NL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pam_tally2</a:t>
                      </a:r>
                    </a:p>
                  </a:txBody>
                  <a:tcPr marL="9525" marR="9525" marT="714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nl-NL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login counter (</a:t>
                      </a:r>
                      <a:r>
                        <a:rPr lang="nl-NL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tallying</a:t>
                      </a:r>
                      <a:r>
                        <a:rPr lang="nl-NL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) module</a:t>
                      </a:r>
                    </a:p>
                  </a:txBody>
                  <a:tcPr marL="9525" marR="9525" marT="7144" marB="0" anchor="b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32874">
                <a:tc>
                  <a:txBody>
                    <a:bodyPr/>
                    <a:lstStyle/>
                    <a:p>
                      <a:pPr algn="l" fontAlgn="b"/>
                      <a:r>
                        <a:rPr lang="nl-NL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pam_keyinit</a:t>
                      </a:r>
                      <a:endParaRPr lang="nl-NL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714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nl-NL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display the keyinit file</a:t>
                      </a:r>
                    </a:p>
                  </a:txBody>
                  <a:tcPr marL="9525" marR="9525" marT="714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nl-NL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pam_time</a:t>
                      </a:r>
                      <a:endParaRPr lang="nl-NL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714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nl-NL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time </a:t>
                      </a:r>
                      <a:r>
                        <a:rPr lang="nl-NL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controled</a:t>
                      </a:r>
                      <a:r>
                        <a:rPr lang="nl-NL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access</a:t>
                      </a:r>
                    </a:p>
                  </a:txBody>
                  <a:tcPr marL="9525" marR="9525" marT="7144" marB="0" anchor="b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32874">
                <a:tc>
                  <a:txBody>
                    <a:bodyPr/>
                    <a:lstStyle/>
                    <a:p>
                      <a:pPr algn="l" fontAlgn="b"/>
                      <a:r>
                        <a:rPr lang="nl-NL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pam_lastlog</a:t>
                      </a:r>
                      <a:endParaRPr lang="nl-NL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714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display date of last login</a:t>
                      </a:r>
                    </a:p>
                  </a:txBody>
                  <a:tcPr marL="9525" marR="9525" marT="714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nl-NL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pam_timestamp</a:t>
                      </a:r>
                      <a:endParaRPr lang="nl-NL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714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authenticate using cached successful authentication attempts</a:t>
                      </a:r>
                    </a:p>
                  </a:txBody>
                  <a:tcPr marL="9525" marR="9525" marT="7144" marB="0" anchor="b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32874">
                <a:tc>
                  <a:txBody>
                    <a:bodyPr/>
                    <a:lstStyle/>
                    <a:p>
                      <a:pPr algn="l" fontAlgn="b"/>
                      <a:r>
                        <a:rPr lang="nl-NL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pam_limits</a:t>
                      </a:r>
                      <a:endParaRPr lang="nl-NL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714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nl-NL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limit resources</a:t>
                      </a:r>
                    </a:p>
                  </a:txBody>
                  <a:tcPr marL="9525" marR="9525" marT="714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nl-NL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pam_umask</a:t>
                      </a:r>
                      <a:endParaRPr lang="nl-NL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714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set the file mode creation mask</a:t>
                      </a:r>
                    </a:p>
                  </a:txBody>
                  <a:tcPr marL="9525" marR="9525" marT="7144" marB="0" anchor="b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32874">
                <a:tc>
                  <a:txBody>
                    <a:bodyPr/>
                    <a:lstStyle/>
                    <a:p>
                      <a:pPr algn="l" fontAlgn="b"/>
                      <a:r>
                        <a:rPr lang="nl-NL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pam_listfile</a:t>
                      </a:r>
                      <a:endParaRPr lang="nl-NL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714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deny or allow services based on an arbitrary file</a:t>
                      </a:r>
                    </a:p>
                  </a:txBody>
                  <a:tcPr marL="9525" marR="9525" marT="714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nl-NL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pam_unix</a:t>
                      </a:r>
                      <a:endParaRPr lang="nl-NL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714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nl-NL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traditional password </a:t>
                      </a:r>
                      <a:r>
                        <a:rPr lang="nl-NL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authentication</a:t>
                      </a:r>
                      <a:endParaRPr lang="nl-NL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7144" marB="0" anchor="b"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32874">
                <a:tc>
                  <a:txBody>
                    <a:bodyPr/>
                    <a:lstStyle/>
                    <a:p>
                      <a:pPr algn="l" fontAlgn="b"/>
                      <a:r>
                        <a:rPr lang="nl-NL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pam_localuser</a:t>
                      </a:r>
                      <a:endParaRPr lang="nl-NL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714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require users to be listed in /etc/passwd</a:t>
                      </a:r>
                    </a:p>
                  </a:txBody>
                  <a:tcPr marL="9525" marR="9525" marT="714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nl-NL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pam_userdb</a:t>
                      </a:r>
                      <a:endParaRPr lang="nl-NL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714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authenticate against a </a:t>
                      </a:r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db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database</a:t>
                      </a:r>
                    </a:p>
                  </a:txBody>
                  <a:tcPr marL="9525" marR="9525" marT="7144" marB="0" anchor="b"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32874">
                <a:tc>
                  <a:txBody>
                    <a:bodyPr/>
                    <a:lstStyle/>
                    <a:p>
                      <a:pPr algn="l" fontAlgn="b"/>
                      <a:r>
                        <a:rPr lang="nl-NL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pam_loginuid</a:t>
                      </a:r>
                      <a:endParaRPr lang="nl-NL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714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record user's login uid to the process attribute</a:t>
                      </a:r>
                    </a:p>
                  </a:txBody>
                  <a:tcPr marL="9525" marR="9525" marT="714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nl-NL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pam_warn</a:t>
                      </a:r>
                      <a:endParaRPr lang="nl-NL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714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nl-NL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logs </a:t>
                      </a:r>
                      <a:r>
                        <a:rPr lang="nl-NL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all</a:t>
                      </a:r>
                      <a:r>
                        <a:rPr lang="nl-NL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PAM items</a:t>
                      </a:r>
                    </a:p>
                  </a:txBody>
                  <a:tcPr marL="9525" marR="9525" marT="7144" marB="0" anchor="b"/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32874">
                <a:tc>
                  <a:txBody>
                    <a:bodyPr/>
                    <a:lstStyle/>
                    <a:p>
                      <a:pPr algn="l" fontAlgn="b"/>
                      <a:r>
                        <a:rPr lang="nl-NL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pam_mail</a:t>
                      </a:r>
                      <a:endParaRPr lang="nl-NL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714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nl-NL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inform about available mail</a:t>
                      </a:r>
                    </a:p>
                  </a:txBody>
                  <a:tcPr marL="9525" marR="9525" marT="714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nl-NL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pam_wheel</a:t>
                      </a:r>
                      <a:endParaRPr lang="nl-NL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714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only permit root access to members of group wheel</a:t>
                      </a:r>
                    </a:p>
                  </a:txBody>
                  <a:tcPr marL="9525" marR="9525" marT="7144" marB="0" anchor="b"/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32874">
                <a:tc>
                  <a:txBody>
                    <a:bodyPr/>
                    <a:lstStyle/>
                    <a:p>
                      <a:pPr algn="l" fontAlgn="b"/>
                      <a:r>
                        <a:rPr lang="nl-NL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pam_mkhomedir</a:t>
                      </a:r>
                      <a:endParaRPr lang="nl-NL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714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nl-NL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create users home directory</a:t>
                      </a:r>
                    </a:p>
                  </a:txBody>
                  <a:tcPr marL="9525" marR="9525" marT="714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nl-NL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pam_xauth</a:t>
                      </a:r>
                      <a:endParaRPr lang="nl-NL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714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forward </a:t>
                      </a:r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xauth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keys between users</a:t>
                      </a:r>
                    </a:p>
                  </a:txBody>
                  <a:tcPr marL="9525" marR="9525" marT="7144" marB="0" anchor="b"/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 fontAlgn="b"/>
                      <a:r>
                        <a:rPr lang="nl-NL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pam_motd</a:t>
                      </a:r>
                      <a:endParaRPr lang="nl-NL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714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nl-NL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display the </a:t>
                      </a:r>
                      <a:r>
                        <a:rPr lang="nl-NL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motd</a:t>
                      </a:r>
                      <a:r>
                        <a:rPr lang="nl-NL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file</a:t>
                      </a:r>
                    </a:p>
                  </a:txBody>
                  <a:tcPr marL="9525" marR="9525" marT="7144" marB="0" anchor="b"/>
                </a:tc>
                <a:tc>
                  <a:txBody>
                    <a:bodyPr/>
                    <a:lstStyle/>
                    <a:p>
                      <a:endParaRPr lang="nl-NL" sz="1400"/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endParaRPr lang="nl-NL" sz="1400" dirty="0"/>
                    </a:p>
                  </a:txBody>
                  <a:tcPr marT="34290" marB="34290"/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54509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altLang="nl-NL"/>
              <a:t>Vragen?</a:t>
            </a:r>
          </a:p>
        </p:txBody>
      </p:sp>
      <p:sp>
        <p:nvSpPr>
          <p:cNvPr id="5" name="Rectangle 4"/>
          <p:cNvSpPr/>
          <p:nvPr/>
        </p:nvSpPr>
        <p:spPr>
          <a:xfrm>
            <a:off x="3097701" y="316186"/>
            <a:ext cx="2432077" cy="450892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7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?</a:t>
            </a:r>
            <a:endParaRPr lang="en-US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874153175"/>
      </p:ext>
    </p:extLst>
  </p:cSld>
  <p:clrMapOvr>
    <a:masterClrMapping/>
  </p:clrMapOvr>
</p:sld>
</file>

<file path=ppt/theme/theme1.xml><?xml version="1.0" encoding="utf-8"?>
<a:theme xmlns:a="http://schemas.openxmlformats.org/drawingml/2006/main" name="HU_powerpoint_breed">
  <a:themeElements>
    <a:clrScheme name="Custom 1">
      <a:dk1>
        <a:srgbClr val="000000"/>
      </a:dk1>
      <a:lt1>
        <a:srgbClr val="FFFFFF"/>
      </a:lt1>
      <a:dk2>
        <a:srgbClr val="E6302B"/>
      </a:dk2>
      <a:lt2>
        <a:srgbClr val="00A1E1"/>
      </a:lt2>
      <a:accent1>
        <a:srgbClr val="00A1E1"/>
      </a:accent1>
      <a:accent2>
        <a:srgbClr val="E6302B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5070"/>
      </a:hlink>
      <a:folHlink>
        <a:srgbClr val="005070"/>
      </a:folHlink>
    </a:clrScheme>
    <a:fontScheme name="Office - klassiek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5" id="{1D63E0F2-FB9A-49BF-84FF-B4AE7725241B}" vid="{2C3128D6-C568-4DA5-98E6-FC04C224662D}"/>
    </a:ext>
  </a:extLst>
</a:theme>
</file>

<file path=ppt/theme/theme2.xml><?xml version="1.0" encoding="utf-8"?>
<a:theme xmlns:a="http://schemas.openxmlformats.org/drawingml/2006/main" name="Office-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HU_powerpoint_breed aanpassing Martijn</Template>
  <TotalTime>20</TotalTime>
  <Words>655</Words>
  <Application>Microsoft Office PowerPoint</Application>
  <PresentationFormat>On-screen Show (16:9)</PresentationFormat>
  <Paragraphs>142</Paragraphs>
  <Slides>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Consolas</vt:lpstr>
      <vt:lpstr>Courier New</vt:lpstr>
      <vt:lpstr>Wingdings</vt:lpstr>
      <vt:lpstr>HU_powerpoint_breed</vt:lpstr>
      <vt:lpstr>PowerPoint Presentation</vt:lpstr>
      <vt:lpstr>Platformen</vt:lpstr>
      <vt:lpstr>Pluggable Authentication Modules (PAM)</vt:lpstr>
      <vt:lpstr>Using Directory Services for Login (3)</vt:lpstr>
      <vt:lpstr>Hoe wordt PAM geconfigureerd?</vt:lpstr>
      <vt:lpstr>Hoe is de configuratie opgebouwd?</vt:lpstr>
      <vt:lpstr>Wat zijn de standaard PAM modules?</vt:lpstr>
      <vt:lpstr>Vragen?</vt:lpstr>
    </vt:vector>
  </TitlesOfParts>
  <Company>Hogeschool Utrecht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Marco van den Boogaard</dc:creator>
  <cp:lastModifiedBy>Marco van den Boogaard</cp:lastModifiedBy>
  <cp:revision>1</cp:revision>
  <dcterms:created xsi:type="dcterms:W3CDTF">2025-03-28T17:56:12Z</dcterms:created>
  <dcterms:modified xsi:type="dcterms:W3CDTF">2025-03-28T18:16:51Z</dcterms:modified>
</cp:coreProperties>
</file>