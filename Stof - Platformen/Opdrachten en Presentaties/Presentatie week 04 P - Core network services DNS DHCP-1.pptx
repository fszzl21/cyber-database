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eb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notesMasterIdLst>
    <p:notesMasterId r:id="rId42"/>
  </p:notesMasterIdLst>
  <p:sldIdLst>
    <p:sldId id="256" r:id="rId2"/>
    <p:sldId id="257" r:id="rId3"/>
    <p:sldId id="294" r:id="rId4"/>
    <p:sldId id="261" r:id="rId5"/>
    <p:sldId id="262" r:id="rId6"/>
    <p:sldId id="263" r:id="rId7"/>
    <p:sldId id="264" r:id="rId8"/>
    <p:sldId id="265" r:id="rId9"/>
    <p:sldId id="266" r:id="rId10"/>
    <p:sldId id="267" r:id="rId11"/>
    <p:sldId id="268" r:id="rId12"/>
    <p:sldId id="269" r:id="rId13"/>
    <p:sldId id="270" r:id="rId14"/>
    <p:sldId id="271" r:id="rId15"/>
    <p:sldId id="295" r:id="rId16"/>
    <p:sldId id="298" r:id="rId17"/>
    <p:sldId id="272" r:id="rId18"/>
    <p:sldId id="288" r:id="rId19"/>
    <p:sldId id="296" r:id="rId20"/>
    <p:sldId id="297"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9" r:id="rId34"/>
    <p:sldId id="292" r:id="rId35"/>
    <p:sldId id="293" r:id="rId36"/>
    <p:sldId id="291" r:id="rId37"/>
    <p:sldId id="290" r:id="rId38"/>
    <p:sldId id="286" r:id="rId39"/>
    <p:sldId id="287" r:id="rId40"/>
    <p:sldId id="259" r:id="rId41"/>
  </p:sldIdLst>
  <p:sldSz cx="9144000" cy="5143500" type="screen16x9"/>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e" id="{2DA64086-D286-457C-BCE2-5F3217E12204}">
          <p14:sldIdLst>
            <p14:sldId id="256"/>
            <p14:sldId id="257"/>
            <p14:sldId id="294"/>
            <p14:sldId id="261"/>
          </p14:sldIdLst>
        </p14:section>
        <p14:section name="DHCP" id="{DB3FE449-A594-4337-9EE3-5AF4D4FCA9D7}">
          <p14:sldIdLst>
            <p14:sldId id="262"/>
            <p14:sldId id="263"/>
            <p14:sldId id="264"/>
            <p14:sldId id="265"/>
            <p14:sldId id="266"/>
            <p14:sldId id="267"/>
            <p14:sldId id="268"/>
            <p14:sldId id="269"/>
            <p14:sldId id="270"/>
            <p14:sldId id="271"/>
            <p14:sldId id="295"/>
          </p14:sldIdLst>
        </p14:section>
        <p14:section name="DNS" id="{591C75D4-B66A-4663-ABC1-683BD4951F0A}">
          <p14:sldIdLst>
            <p14:sldId id="298"/>
            <p14:sldId id="272"/>
            <p14:sldId id="288"/>
            <p14:sldId id="296"/>
            <p14:sldId id="297"/>
            <p14:sldId id="274"/>
            <p14:sldId id="275"/>
            <p14:sldId id="276"/>
            <p14:sldId id="277"/>
            <p14:sldId id="278"/>
            <p14:sldId id="279"/>
            <p14:sldId id="280"/>
            <p14:sldId id="281"/>
            <p14:sldId id="282"/>
            <p14:sldId id="283"/>
            <p14:sldId id="284"/>
            <p14:sldId id="285"/>
            <p14:sldId id="289"/>
            <p14:sldId id="292"/>
            <p14:sldId id="293"/>
            <p14:sldId id="291"/>
            <p14:sldId id="290"/>
          </p14:sldIdLst>
        </p14:section>
        <p14:section name="Afsluiting" id="{F6A5E340-08D5-4C68-8652-B2C138121B39}">
          <p14:sldIdLst>
            <p14:sldId id="286"/>
            <p14:sldId id="287"/>
            <p14:sldId id="259"/>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6">
          <p15:clr>
            <a:srgbClr val="A4A3A4"/>
          </p15:clr>
        </p15:guide>
        <p15:guide id="4"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2776" autoAdjust="0"/>
  </p:normalViewPr>
  <p:slideViewPr>
    <p:cSldViewPr snapToGrid="0" snapToObjects="1" showGuides="1">
      <p:cViewPr varScale="1">
        <p:scale>
          <a:sx n="115" d="100"/>
          <a:sy n="115" d="100"/>
        </p:scale>
        <p:origin x="318" y="102"/>
      </p:cViewPr>
      <p:guideLst>
        <p:guide orient="horz" pos="2160"/>
        <p:guide pos="2880"/>
        <p:guide orient="horz" pos="1626"/>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79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 van den Boogaard" userId="22347987-6598-45a0-9cef-8489ec81de00" providerId="ADAL" clId="{34EEC46E-EFB5-446E-BBEA-EAA42711D4E7}"/>
    <pc:docChg chg="custSel modSld">
      <pc:chgData name="Marco van den Boogaard" userId="22347987-6598-45a0-9cef-8489ec81de00" providerId="ADAL" clId="{34EEC46E-EFB5-446E-BBEA-EAA42711D4E7}" dt="2025-09-09T16:35:09.471" v="61" actId="1076"/>
      <pc:docMkLst>
        <pc:docMk/>
      </pc:docMkLst>
      <pc:sldChg chg="modSp mod">
        <pc:chgData name="Marco van den Boogaard" userId="22347987-6598-45a0-9cef-8489ec81de00" providerId="ADAL" clId="{34EEC46E-EFB5-446E-BBEA-EAA42711D4E7}" dt="2025-09-09T16:33:56.055" v="20" actId="20577"/>
        <pc:sldMkLst>
          <pc:docMk/>
          <pc:sldMk cId="3103430966" sldId="285"/>
        </pc:sldMkLst>
        <pc:spChg chg="mod">
          <ac:chgData name="Marco van den Boogaard" userId="22347987-6598-45a0-9cef-8489ec81de00" providerId="ADAL" clId="{34EEC46E-EFB5-446E-BBEA-EAA42711D4E7}" dt="2025-09-09T16:33:56.055" v="20" actId="20577"/>
          <ac:spMkLst>
            <pc:docMk/>
            <pc:sldMk cId="3103430966" sldId="285"/>
            <ac:spMk id="5" creationId="{00000000-0000-0000-0000-000000000000}"/>
          </ac:spMkLst>
        </pc:spChg>
      </pc:sldChg>
      <pc:sldChg chg="modSp mod">
        <pc:chgData name="Marco van den Boogaard" userId="22347987-6598-45a0-9cef-8489ec81de00" providerId="ADAL" clId="{34EEC46E-EFB5-446E-BBEA-EAA42711D4E7}" dt="2025-09-09T16:35:09.471" v="61" actId="1076"/>
        <pc:sldMkLst>
          <pc:docMk/>
          <pc:sldMk cId="1808421846" sldId="290"/>
        </pc:sldMkLst>
        <pc:spChg chg="mod">
          <ac:chgData name="Marco van den Boogaard" userId="22347987-6598-45a0-9cef-8489ec81de00" providerId="ADAL" clId="{34EEC46E-EFB5-446E-BBEA-EAA42711D4E7}" dt="2025-09-09T16:35:04.687" v="60" actId="20577"/>
          <ac:spMkLst>
            <pc:docMk/>
            <pc:sldMk cId="1808421846" sldId="290"/>
            <ac:spMk id="2" creationId="{47498AE6-9215-4360-871A-DAC496A0058B}"/>
          </ac:spMkLst>
        </pc:spChg>
        <pc:spChg chg="mod">
          <ac:chgData name="Marco van den Boogaard" userId="22347987-6598-45a0-9cef-8489ec81de00" providerId="ADAL" clId="{34EEC46E-EFB5-446E-BBEA-EAA42711D4E7}" dt="2025-09-09T16:35:09.471" v="61" actId="1076"/>
          <ac:spMkLst>
            <pc:docMk/>
            <pc:sldMk cId="1808421846" sldId="290"/>
            <ac:spMk id="4" creationId="{42C53E25-2337-414A-B07F-CF03B113EC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605D3-16DF-DF43-AE35-A9E379D47CEE}" type="datetimeFigureOut">
              <a:rPr lang="nl-NL" smtClean="0"/>
              <a:t>9-9-2025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FEC66-6BFA-9A4F-8C14-93D2FB19A680}" type="slidenum">
              <a:rPr lang="nl-NL" smtClean="0"/>
              <a:t>‹#›</a:t>
            </a:fld>
            <a:endParaRPr lang="nl-NL"/>
          </a:p>
        </p:txBody>
      </p:sp>
    </p:spTree>
    <p:extLst>
      <p:ext uri="{BB962C8B-B14F-4D97-AF65-F5344CB8AC3E}">
        <p14:creationId xmlns:p14="http://schemas.microsoft.com/office/powerpoint/2010/main" val="1690198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noProof="0" dirty="0"/>
              <a:t>Bekende organisaties die protocollen standaardiseren:</a:t>
            </a:r>
          </a:p>
          <a:p>
            <a:pPr marL="171450" indent="-171450">
              <a:buFont typeface="Arial" panose="020B0604020202020204" pitchFamily="34" charset="0"/>
              <a:buChar char="•"/>
            </a:pPr>
            <a:r>
              <a:rPr lang="nl-NL" noProof="0" dirty="0"/>
              <a:t>Internet Engineering </a:t>
            </a:r>
            <a:r>
              <a:rPr lang="nl-NL" noProof="0" dirty="0" err="1"/>
              <a:t>Task</a:t>
            </a:r>
            <a:r>
              <a:rPr lang="nl-NL" noProof="0" dirty="0"/>
              <a:t> Force (IETF) – Internet protocollen (IPv4 en IPv6) en protocollen die daar nauw mee verwant zijn (bijv. SMTP (mail; ) en HTTP (web; RFC 1945 en RFC 9110 t/m RFC 9114))</a:t>
            </a:r>
          </a:p>
          <a:p>
            <a:pPr marL="171450" indent="-171450">
              <a:buFont typeface="Arial" panose="020B0604020202020204" pitchFamily="34" charset="0"/>
              <a:buChar char="•"/>
            </a:pPr>
            <a:r>
              <a:rPr lang="nl-NL" noProof="0" dirty="0"/>
              <a:t>World Wide Web Consortium (W3C) – Protocollen met betrekking tot </a:t>
            </a:r>
            <a:r>
              <a:rPr lang="nl-NL" noProof="0" dirty="0" err="1"/>
              <a:t>webdiensten</a:t>
            </a:r>
            <a:r>
              <a:rPr lang="nl-NL" noProof="0" dirty="0"/>
              <a:t> (bijv. alle versies van HTML, CSS, SVG en XML)</a:t>
            </a:r>
          </a:p>
          <a:p>
            <a:pPr marL="171450" indent="-171450">
              <a:buFont typeface="Arial" panose="020B0604020202020204" pitchFamily="34" charset="0"/>
              <a:buChar char="•"/>
            </a:pPr>
            <a:r>
              <a:rPr lang="en-US" noProof="0" dirty="0"/>
              <a:t>Institute of Electrical and Electronics Engineers (IEEE) – </a:t>
            </a:r>
            <a:r>
              <a:rPr lang="en-US" noProof="0" dirty="0" err="1"/>
              <a:t>Hardwareprotocollen</a:t>
            </a:r>
            <a:r>
              <a:rPr lang="en-US" noProof="0" dirty="0"/>
              <a:t>, </a:t>
            </a:r>
            <a:r>
              <a:rPr lang="en-US" noProof="0" dirty="0" err="1"/>
              <a:t>bijvoorbeeld</a:t>
            </a:r>
            <a:r>
              <a:rPr lang="en-US" noProof="0" dirty="0"/>
              <a:t> Ethernet en Wi-Fi</a:t>
            </a:r>
            <a:endParaRPr lang="nl-NL" noProof="0" dirty="0"/>
          </a:p>
          <a:p>
            <a:pPr marL="171450" indent="-171450">
              <a:buFont typeface="Arial" panose="020B0604020202020204" pitchFamily="34" charset="0"/>
              <a:buChar char="•"/>
            </a:pPr>
            <a:r>
              <a:rPr lang="en-US" noProof="0" dirty="0"/>
              <a:t>International Organization for Standardization (ISO) – diverse, </a:t>
            </a:r>
            <a:r>
              <a:rPr lang="en-US" noProof="0" dirty="0" err="1"/>
              <a:t>bijvoorbeeld</a:t>
            </a:r>
            <a:r>
              <a:rPr lang="en-US" noProof="0" dirty="0"/>
              <a:t> het </a:t>
            </a:r>
            <a:r>
              <a:rPr lang="en-US" noProof="0" dirty="0" err="1"/>
              <a:t>formaat</a:t>
            </a:r>
            <a:r>
              <a:rPr lang="en-US" noProof="0" dirty="0"/>
              <a:t> voor filesystems op en images van CD’s en DVD’s (ISO 9660)</a:t>
            </a:r>
          </a:p>
          <a:p>
            <a:pPr marL="171450" indent="-171450">
              <a:buFont typeface="Arial" panose="020B0604020202020204" pitchFamily="34" charset="0"/>
              <a:buChar char="•"/>
            </a:pPr>
            <a:r>
              <a:rPr lang="nl-NL" noProof="0" dirty="0"/>
              <a:t>International </a:t>
            </a:r>
            <a:r>
              <a:rPr lang="nl-NL" noProof="0" dirty="0" err="1"/>
              <a:t>Telecommunication</a:t>
            </a:r>
            <a:r>
              <a:rPr lang="nl-NL" noProof="0" dirty="0"/>
              <a:t> Union </a:t>
            </a:r>
            <a:r>
              <a:rPr lang="nl-NL" noProof="0" dirty="0" err="1"/>
              <a:t>Telecommunication</a:t>
            </a:r>
            <a:r>
              <a:rPr lang="nl-NL" noProof="0" dirty="0"/>
              <a:t> </a:t>
            </a:r>
            <a:r>
              <a:rPr lang="nl-NL" noProof="0" dirty="0" err="1"/>
              <a:t>Standardization</a:t>
            </a:r>
            <a:r>
              <a:rPr lang="nl-NL" noProof="0" dirty="0"/>
              <a:t> Sector (ITU-T) – diverse, bijvoorbeeld protocollen voor </a:t>
            </a:r>
            <a:r>
              <a:rPr lang="nl-NL" i="1" noProof="0" dirty="0"/>
              <a:t>public </a:t>
            </a:r>
            <a:r>
              <a:rPr lang="nl-NL" i="1" noProof="0" dirty="0" err="1"/>
              <a:t>key</a:t>
            </a:r>
            <a:r>
              <a:rPr lang="nl-NL" i="1" noProof="0" dirty="0"/>
              <a:t> </a:t>
            </a:r>
            <a:r>
              <a:rPr lang="nl-NL" i="1" noProof="0" dirty="0" err="1"/>
              <a:t>infrastructure</a:t>
            </a:r>
            <a:r>
              <a:rPr lang="nl-NL" i="0" noProof="0" dirty="0"/>
              <a:t> (X.509)</a:t>
            </a:r>
            <a:endParaRPr lang="nl-NL" noProof="0" dirty="0"/>
          </a:p>
          <a:p>
            <a:pPr marL="171450" indent="-171450">
              <a:buFont typeface="Arial" panose="020B0604020202020204" pitchFamily="34" charset="0"/>
              <a:buChar char="•"/>
            </a:pPr>
            <a:endParaRPr lang="nl-NL" noProof="0" dirty="0"/>
          </a:p>
        </p:txBody>
      </p:sp>
      <p:sp>
        <p:nvSpPr>
          <p:cNvPr id="4" name="Slide Number Placeholder 3"/>
          <p:cNvSpPr>
            <a:spLocks noGrp="1"/>
          </p:cNvSpPr>
          <p:nvPr>
            <p:ph type="sldNum" sz="quarter" idx="5"/>
          </p:nvPr>
        </p:nvSpPr>
        <p:spPr/>
        <p:txBody>
          <a:bodyPr/>
          <a:lstStyle/>
          <a:p>
            <a:fld id="{25AFEC66-6BFA-9A4F-8C14-93D2FB19A680}" type="slidenum">
              <a:rPr lang="nl-NL" smtClean="0"/>
              <a:t>3</a:t>
            </a:fld>
            <a:endParaRPr lang="nl-NL"/>
          </a:p>
        </p:txBody>
      </p:sp>
    </p:spTree>
    <p:extLst>
      <p:ext uri="{BB962C8B-B14F-4D97-AF65-F5344CB8AC3E}">
        <p14:creationId xmlns:p14="http://schemas.microsoft.com/office/powerpoint/2010/main" val="3369867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4</a:t>
            </a:fld>
            <a:endParaRPr lang="nl-NL"/>
          </a:p>
        </p:txBody>
      </p:sp>
    </p:spTree>
    <p:extLst>
      <p:ext uri="{BB962C8B-B14F-4D97-AF65-F5344CB8AC3E}">
        <p14:creationId xmlns:p14="http://schemas.microsoft.com/office/powerpoint/2010/main" val="250294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DHCP supports three mechanisms for IP address allocation. In "automatic allocation", DHCP assigns a permanent IP address to a client. In "dynamic allocation", DHCP assigns an IP address to a client for a limited period of time (or until the client explicitly relinquishes the address). In "manual allocation", a client's IP address is assigned by the network administrator, and DHCP is used simply to convey the assigned address to the client. A particular network will use one or more of these mechanisms, depending on the policies of the network administrator. Dynamic allocation is the only one of the three mechanisms that allows automatic reuse of an address that is no longer needed by the client to which it was assigned. Thus, dynamic allocation is particularly useful for assigning an address to a client that will be connected to the network only temporarily or for sharing a limited pool of IP addresses among a group of clients that do not need permanent IP addresses. Dynamic allocation may also be a good choice for assigning an IP address to a new client being permanently connected to a network where IP addresses are sufficiently scarce that it is important to reclaim them when old clients are retired. Manual allocation allows DHCP to be used to eliminate the error-prone process of manually configuring hosts with IP addresses in environments where (for whatever reasons) it is desirable to manage IP address assignment outside of the DHCP mechanisms. (RFC</a:t>
            </a:r>
            <a:r>
              <a:rPr lang="en-US" baseline="0" dirty="0"/>
              <a:t> 2131)</a:t>
            </a:r>
          </a:p>
          <a:p>
            <a:endParaRPr lang="en-US" baseline="0" dirty="0"/>
          </a:p>
          <a:p>
            <a:r>
              <a:rPr lang="en-US" baseline="0" dirty="0" err="1"/>
              <a:t>Bron</a:t>
            </a:r>
            <a:r>
              <a:rPr lang="en-US" baseline="0" dirty="0"/>
              <a:t> </a:t>
            </a:r>
            <a:r>
              <a:rPr lang="en-US" baseline="0" dirty="0" err="1"/>
              <a:t>illustratie</a:t>
            </a:r>
            <a:r>
              <a:rPr lang="en-US" baseline="0" dirty="0"/>
              <a:t>: </a:t>
            </a:r>
            <a:r>
              <a:rPr lang="en-US" baseline="0" dirty="0" err="1"/>
              <a:t>eigen</a:t>
            </a:r>
            <a:r>
              <a:rPr lang="en-US" baseline="0" dirty="0"/>
              <a:t> screenshot met </a:t>
            </a:r>
            <a:r>
              <a:rPr lang="en-US" baseline="0" dirty="0" err="1"/>
              <a:t>enige</a:t>
            </a:r>
            <a:r>
              <a:rPr lang="en-US" baseline="0" dirty="0"/>
              <a:t> </a:t>
            </a:r>
            <a:r>
              <a:rPr lang="en-US" baseline="0" dirty="0" err="1"/>
              <a:t>redactie</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5</a:t>
            </a:fld>
            <a:endParaRPr lang="en-US" altLang="nl-NL"/>
          </a:p>
        </p:txBody>
      </p:sp>
    </p:spTree>
    <p:extLst>
      <p:ext uri="{BB962C8B-B14F-4D97-AF65-F5344CB8AC3E}">
        <p14:creationId xmlns:p14="http://schemas.microsoft.com/office/powerpoint/2010/main" val="478957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a:t>
            </a:r>
            <a:r>
              <a:rPr lang="en-US" dirty="0" err="1"/>
              <a:t>eerder</a:t>
            </a:r>
            <a:r>
              <a:rPr lang="en-US" baseline="0" dirty="0"/>
              <a:t> </a:t>
            </a:r>
            <a:r>
              <a:rPr lang="en-US" baseline="0" dirty="0" err="1"/>
              <a:t>behandeld</a:t>
            </a:r>
            <a:r>
              <a:rPr lang="en-US" baseline="0" dirty="0"/>
              <a:t> in </a:t>
            </a:r>
            <a:r>
              <a:rPr lang="en-US" baseline="0" dirty="0" err="1"/>
              <a:t>gezamenlijke</a:t>
            </a:r>
            <a:r>
              <a:rPr lang="en-US" baseline="0" dirty="0"/>
              <a:t> </a:t>
            </a:r>
            <a:r>
              <a:rPr lang="en-US" baseline="0" dirty="0" err="1"/>
              <a:t>propedeuse</a:t>
            </a:r>
            <a:r>
              <a:rPr lang="en-US" baseline="0" dirty="0"/>
              <a:t> (</a:t>
            </a:r>
            <a:r>
              <a:rPr lang="en-US" baseline="0" dirty="0" err="1"/>
              <a:t>Ori</a:t>
            </a:r>
            <a:r>
              <a:rPr lang="en-US" baseline="0" dirty="0" err="1">
                <a:latin typeface="Calibri" panose="020F0502020204030204" pitchFamily="34" charset="0"/>
                <a:cs typeface="Calibri" panose="020F0502020204030204" pitchFamily="34" charset="0"/>
              </a:rPr>
              <a:t>ë</a:t>
            </a:r>
            <a:r>
              <a:rPr lang="en-US" baseline="0" dirty="0" err="1"/>
              <a:t>ntatie</a:t>
            </a:r>
            <a:r>
              <a:rPr lang="en-US" baseline="0" dirty="0"/>
              <a:t> op CSC)</a:t>
            </a:r>
          </a:p>
          <a:p>
            <a:endParaRPr lang="en-US" baseline="0" dirty="0"/>
          </a:p>
          <a:p>
            <a:r>
              <a:rPr lang="en-US" dirty="0" err="1"/>
              <a:t>Bron</a:t>
            </a:r>
            <a:r>
              <a:rPr lang="en-US" dirty="0"/>
              <a:t> </a:t>
            </a:r>
            <a:r>
              <a:rPr lang="en-US" dirty="0" err="1"/>
              <a:t>illustratie</a:t>
            </a:r>
            <a:r>
              <a:rPr lang="en-US" dirty="0"/>
              <a:t>: </a:t>
            </a:r>
            <a:r>
              <a:rPr lang="en-US" dirty="0" err="1"/>
              <a:t>onbekend</a:t>
            </a:r>
            <a:r>
              <a:rPr lang="en-US" dirty="0"/>
              <a:t>, </a:t>
            </a:r>
            <a:r>
              <a:rPr lang="en-US" dirty="0" err="1"/>
              <a:t>gebruikt</a:t>
            </a:r>
            <a:r>
              <a:rPr lang="en-US" dirty="0"/>
              <a:t> </a:t>
            </a:r>
            <a:r>
              <a:rPr lang="en-US" dirty="0" err="1"/>
              <a:t>onder</a:t>
            </a:r>
            <a:r>
              <a:rPr lang="en-US" dirty="0"/>
              <a:t> fair use</a:t>
            </a:r>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6</a:t>
            </a:fld>
            <a:endParaRPr lang="nl-NL"/>
          </a:p>
        </p:txBody>
      </p:sp>
    </p:spTree>
    <p:extLst>
      <p:ext uri="{BB962C8B-B14F-4D97-AF65-F5344CB8AC3E}">
        <p14:creationId xmlns:p14="http://schemas.microsoft.com/office/powerpoint/2010/main" val="3539248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8</a:t>
            </a:fld>
            <a:endParaRPr lang="nl-NL"/>
          </a:p>
        </p:txBody>
      </p:sp>
    </p:spTree>
    <p:extLst>
      <p:ext uri="{BB962C8B-B14F-4D97-AF65-F5344CB8AC3E}">
        <p14:creationId xmlns:p14="http://schemas.microsoft.com/office/powerpoint/2010/main" val="1228766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Bron</a:t>
            </a:r>
            <a:r>
              <a:rPr lang="en-US" dirty="0"/>
              <a:t> </a:t>
            </a:r>
            <a:r>
              <a:rPr lang="en-US" dirty="0" err="1"/>
              <a:t>illustratie</a:t>
            </a:r>
            <a:r>
              <a:rPr lang="en-US" dirty="0"/>
              <a:t>:</a:t>
            </a:r>
            <a:r>
              <a:rPr lang="en-US" baseline="0" dirty="0"/>
              <a:t> </a:t>
            </a:r>
            <a:r>
              <a:rPr lang="en-US" baseline="0" dirty="0" err="1"/>
              <a:t>eigen</a:t>
            </a:r>
            <a:r>
              <a:rPr lang="en-US" baseline="0" dirty="0"/>
              <a:t> screenshot</a:t>
            </a:r>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9</a:t>
            </a:fld>
            <a:endParaRPr lang="nl-NL"/>
          </a:p>
        </p:txBody>
      </p:sp>
    </p:spTree>
    <p:extLst>
      <p:ext uri="{BB962C8B-B14F-4D97-AF65-F5344CB8AC3E}">
        <p14:creationId xmlns:p14="http://schemas.microsoft.com/office/powerpoint/2010/main" val="1981452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S PGothic" panose="020B0600070205080204" pitchFamily="34" charset="-128"/>
                <a:cs typeface="+mn-cs"/>
              </a:rPr>
              <a:t>Split scope deployments suffer from two problems. IPv4 subnets often run at utilization rates above 80%. In such subnets, split scope deployment is not effective given the low free pool of IP addresses available. The other issue with split scope is the lack of IP address continuity for clients in case of an outage of the primary server. </a:t>
            </a:r>
          </a:p>
          <a:p>
            <a:endParaRPr lang="en-US" sz="1200" b="0" i="0" kern="1200" dirty="0">
              <a:solidFill>
                <a:schemeClr val="tx1"/>
              </a:solidFill>
              <a:effectLst/>
              <a:latin typeface="Arial" charset="0"/>
              <a:ea typeface="MS PGothic" panose="020B0600070205080204" pitchFamily="34" charset="-128"/>
              <a:cs typeface="+mn-cs"/>
            </a:endParaRPr>
          </a:p>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10</a:t>
            </a:fld>
            <a:endParaRPr lang="en-US" altLang="nl-NL"/>
          </a:p>
        </p:txBody>
      </p:sp>
    </p:spTree>
    <p:extLst>
      <p:ext uri="{BB962C8B-B14F-4D97-AF65-F5344CB8AC3E}">
        <p14:creationId xmlns:p14="http://schemas.microsoft.com/office/powerpoint/2010/main" val="1155073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S PGothic" panose="020B0600070205080204" pitchFamily="34" charset="-128"/>
                <a:cs typeface="+mn-cs"/>
              </a:rPr>
              <a:t>Split scope deployments suffer from two problems. IPv4 subnets often run at utilization rates above 80%. In such subnets, split scope deployment is not effective given the low free pool of IP addresses available. The other issue with split scope is the lack of IP address continuity for clients in case of an outage of the primary server. </a:t>
            </a:r>
          </a:p>
          <a:p>
            <a:endParaRPr lang="en-US" sz="1200" b="0" i="0" kern="1200" dirty="0">
              <a:solidFill>
                <a:schemeClr val="tx1"/>
              </a:solidFill>
              <a:effectLst/>
              <a:latin typeface="Arial" charset="0"/>
              <a:ea typeface="MS PGothic" panose="020B0600070205080204" pitchFamily="34" charset="-128"/>
              <a:cs typeface="+mn-cs"/>
            </a:endParaRPr>
          </a:p>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11</a:t>
            </a:fld>
            <a:endParaRPr lang="en-US" altLang="nl-NL"/>
          </a:p>
        </p:txBody>
      </p:sp>
    </p:spTree>
    <p:extLst>
      <p:ext uri="{BB962C8B-B14F-4D97-AF65-F5344CB8AC3E}">
        <p14:creationId xmlns:p14="http://schemas.microsoft.com/office/powerpoint/2010/main" val="3648127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vi/vim mag </a:t>
            </a:r>
            <a:r>
              <a:rPr lang="en-US" dirty="0" err="1"/>
              <a:t>natuurlijk</a:t>
            </a:r>
            <a:r>
              <a:rPr lang="en-US" baseline="0" dirty="0"/>
              <a:t> </a:t>
            </a:r>
            <a:r>
              <a:rPr lang="en-US" baseline="0" dirty="0" err="1"/>
              <a:t>ook</a:t>
            </a:r>
            <a:r>
              <a:rPr lang="en-US" baseline="0" dirty="0"/>
              <a:t>!</a:t>
            </a:r>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12</a:t>
            </a:fld>
            <a:endParaRPr lang="nl-NL"/>
          </a:p>
        </p:txBody>
      </p:sp>
    </p:spTree>
    <p:extLst>
      <p:ext uri="{BB962C8B-B14F-4D97-AF65-F5344CB8AC3E}">
        <p14:creationId xmlns:p14="http://schemas.microsoft.com/office/powerpoint/2010/main" val="2846009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13</a:t>
            </a:fld>
            <a:endParaRPr lang="en-US" altLang="nl-NL"/>
          </a:p>
        </p:txBody>
      </p:sp>
    </p:spTree>
    <p:extLst>
      <p:ext uri="{BB962C8B-B14F-4D97-AF65-F5344CB8AC3E}">
        <p14:creationId xmlns:p14="http://schemas.microsoft.com/office/powerpoint/2010/main" val="2908334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Bronnen</a:t>
            </a:r>
            <a:r>
              <a:rPr lang="en-US" dirty="0"/>
              <a:t> </a:t>
            </a:r>
            <a:r>
              <a:rPr lang="en-US" dirty="0" err="1"/>
              <a:t>illustraties</a:t>
            </a:r>
            <a:r>
              <a:rPr lang="en-US" dirty="0"/>
              <a:t>:</a:t>
            </a:r>
            <a:r>
              <a:rPr lang="en-US" baseline="0" dirty="0"/>
              <a:t> </a:t>
            </a:r>
            <a:r>
              <a:rPr lang="en-US" baseline="0" dirty="0" err="1"/>
              <a:t>eigen</a:t>
            </a:r>
            <a:r>
              <a:rPr lang="en-US" baseline="0" dirty="0"/>
              <a:t> screenshots</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14</a:t>
            </a:fld>
            <a:endParaRPr lang="en-US" altLang="nl-NL"/>
          </a:p>
        </p:txBody>
      </p:sp>
    </p:spTree>
    <p:extLst>
      <p:ext uri="{BB962C8B-B14F-4D97-AF65-F5344CB8AC3E}">
        <p14:creationId xmlns:p14="http://schemas.microsoft.com/office/powerpoint/2010/main" val="815339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 de </a:t>
            </a:r>
            <a:r>
              <a:rPr lang="en-US" dirty="0" err="1"/>
              <a:t>meeste</a:t>
            </a:r>
            <a:r>
              <a:rPr lang="en-US" dirty="0"/>
              <a:t> </a:t>
            </a:r>
            <a:r>
              <a:rPr lang="en-US" dirty="0" err="1"/>
              <a:t>mensen</a:t>
            </a:r>
            <a:r>
              <a:rPr lang="en-US" dirty="0"/>
              <a:t> is </a:t>
            </a:r>
            <a:r>
              <a:rPr lang="en-US" dirty="0" err="1"/>
              <a:t>een</a:t>
            </a:r>
            <a:r>
              <a:rPr lang="en-US" dirty="0"/>
              <a:t> naam, </a:t>
            </a:r>
            <a:r>
              <a:rPr lang="en-US" sz="1200" kern="1200" dirty="0" err="1">
                <a:solidFill>
                  <a:schemeClr val="tx1"/>
                </a:solidFill>
                <a:latin typeface="+mn-lt"/>
                <a:ea typeface="+mn-ea"/>
                <a:cs typeface="+mn-cs"/>
              </a:rPr>
              <a:t>bijvoorbeeld</a:t>
            </a:r>
            <a:r>
              <a:rPr lang="en-US" sz="1200" kern="1200" dirty="0">
                <a:solidFill>
                  <a:schemeClr val="tx1"/>
                </a:solidFill>
                <a:latin typeface="+mn-lt"/>
                <a:ea typeface="+mn-ea"/>
                <a:cs typeface="+mn-cs"/>
              </a:rPr>
              <a:t> www.google.com, </a:t>
            </a:r>
            <a:r>
              <a:rPr lang="en-US" sz="1200" kern="1200" dirty="0" err="1">
                <a:solidFill>
                  <a:schemeClr val="tx1"/>
                </a:solidFill>
                <a:latin typeface="+mn-lt"/>
                <a:ea typeface="+mn-ea"/>
                <a:cs typeface="+mn-cs"/>
              </a:rPr>
              <a:t>makkelijker</a:t>
            </a:r>
            <a:r>
              <a:rPr lang="en-US" sz="1200" kern="1200" dirty="0">
                <a:solidFill>
                  <a:schemeClr val="tx1"/>
                </a:solidFill>
                <a:latin typeface="+mn-lt"/>
                <a:ea typeface="+mn-ea"/>
                <a:cs typeface="+mn-cs"/>
              </a:rPr>
              <a:t> te </a:t>
            </a:r>
            <a:r>
              <a:rPr lang="en-US" sz="1200" kern="1200" dirty="0" err="1">
                <a:solidFill>
                  <a:schemeClr val="tx1"/>
                </a:solidFill>
                <a:latin typeface="+mn-lt"/>
                <a:ea typeface="+mn-ea"/>
                <a:cs typeface="+mn-cs"/>
              </a:rPr>
              <a:t>onthouden</a:t>
            </a:r>
            <a:r>
              <a:rPr lang="en-US" sz="1200" kern="1200" dirty="0">
                <a:solidFill>
                  <a:schemeClr val="tx1"/>
                </a:solidFill>
                <a:latin typeface="+mn-lt"/>
                <a:ea typeface="+mn-ea"/>
                <a:cs typeface="+mn-cs"/>
              </a:rPr>
              <a:t> dan </a:t>
            </a:r>
            <a:r>
              <a:rPr lang="en-US" sz="1200" kern="1200" dirty="0" err="1">
                <a:solidFill>
                  <a:schemeClr val="tx1"/>
                </a:solidFill>
                <a:latin typeface="+mn-lt"/>
                <a:ea typeface="+mn-ea"/>
                <a:cs typeface="+mn-cs"/>
              </a:rPr>
              <a:t>een</a:t>
            </a:r>
            <a:r>
              <a:rPr lang="en-US" sz="1200" kern="1200" dirty="0">
                <a:solidFill>
                  <a:schemeClr val="tx1"/>
                </a:solidFill>
                <a:latin typeface="+mn-lt"/>
                <a:ea typeface="+mn-ea"/>
                <a:cs typeface="+mn-cs"/>
              </a:rPr>
              <a:t> IP </a:t>
            </a:r>
            <a:r>
              <a:rPr lang="en-US" sz="1200" kern="1200" dirty="0" err="1">
                <a:solidFill>
                  <a:schemeClr val="tx1"/>
                </a:solidFill>
                <a:latin typeface="+mn-lt"/>
                <a:ea typeface="+mn-ea"/>
                <a:cs typeface="+mn-cs"/>
              </a:rPr>
              <a:t>adres</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bijvoorbeelk</a:t>
            </a:r>
            <a:r>
              <a:rPr lang="en-US" sz="1200" kern="1200" dirty="0">
                <a:solidFill>
                  <a:schemeClr val="tx1"/>
                </a:solidFill>
                <a:latin typeface="+mn-lt"/>
                <a:ea typeface="+mn-ea"/>
                <a:cs typeface="+mn-cs"/>
              </a:rPr>
              <a:t> 172.217.19.196</a:t>
            </a:r>
            <a:r>
              <a:rPr lang="nl-NL" dirty="0"/>
              <a:t>.</a:t>
            </a:r>
          </a:p>
          <a:p>
            <a:r>
              <a:rPr lang="en-US" dirty="0"/>
              <a:t>(De screenshots </a:t>
            </a:r>
            <a:r>
              <a:rPr lang="en-US" dirty="0" err="1"/>
              <a:t>zijn</a:t>
            </a:r>
            <a:r>
              <a:rPr lang="en-US" dirty="0"/>
              <a:t> </a:t>
            </a:r>
            <a:r>
              <a:rPr lang="en-US" dirty="0" err="1"/>
              <a:t>gefaked</a:t>
            </a:r>
            <a:r>
              <a:rPr lang="en-US" dirty="0"/>
              <a:t> </a:t>
            </a:r>
            <a:r>
              <a:rPr lang="en-US" dirty="0" err="1"/>
              <a:t>aangezien</a:t>
            </a:r>
            <a:r>
              <a:rPr lang="en-US" dirty="0"/>
              <a:t> Google</a:t>
            </a:r>
            <a:r>
              <a:rPr lang="en-US" baseline="0" dirty="0"/>
              <a:t> </a:t>
            </a:r>
            <a:r>
              <a:rPr lang="en-US" baseline="0" dirty="0" err="1"/>
              <a:t>standaard</a:t>
            </a:r>
            <a:r>
              <a:rPr lang="en-US" baseline="0" dirty="0"/>
              <a:t> </a:t>
            </a:r>
            <a:r>
              <a:rPr lang="en-US" baseline="0" dirty="0" err="1"/>
              <a:t>doorverwijst</a:t>
            </a:r>
            <a:r>
              <a:rPr lang="en-US" baseline="0" dirty="0"/>
              <a:t> </a:t>
            </a:r>
            <a:r>
              <a:rPr lang="en-US" baseline="0" dirty="0" err="1"/>
              <a:t>naar</a:t>
            </a:r>
            <a:r>
              <a:rPr lang="en-US" baseline="0" dirty="0"/>
              <a:t> HTTPS, maar je </a:t>
            </a:r>
            <a:r>
              <a:rPr lang="en-US" baseline="0" dirty="0" err="1"/>
              <a:t>kunt</a:t>
            </a:r>
            <a:r>
              <a:rPr lang="en-US" baseline="0" dirty="0"/>
              <a:t> </a:t>
            </a:r>
            <a:r>
              <a:rPr lang="en-US" baseline="0" dirty="0" err="1"/>
              <a:t>daadwerkelijk</a:t>
            </a:r>
            <a:r>
              <a:rPr lang="en-US" baseline="0" dirty="0"/>
              <a:t> 172.217.19.196 </a:t>
            </a:r>
            <a:r>
              <a:rPr lang="en-US" baseline="0" dirty="0" err="1"/>
              <a:t>als</a:t>
            </a:r>
            <a:r>
              <a:rPr lang="en-US" baseline="0" dirty="0"/>
              <a:t> URL </a:t>
            </a:r>
            <a:r>
              <a:rPr lang="en-US" baseline="0" dirty="0" err="1"/>
              <a:t>opgeven</a:t>
            </a:r>
            <a:r>
              <a:rPr lang="en-US" baseline="0" dirty="0"/>
              <a:t> </a:t>
            </a:r>
            <a:r>
              <a:rPr lang="en-US" baseline="0" dirty="0" err="1"/>
              <a:t>zonder</a:t>
            </a:r>
            <a:r>
              <a:rPr lang="en-US" baseline="0" dirty="0"/>
              <a:t> 404 error </a:t>
            </a:r>
            <a:r>
              <a:rPr lang="en-US" baseline="0" dirty="0" err="1"/>
              <a:t>zoals</a:t>
            </a:r>
            <a:r>
              <a:rPr lang="en-US" baseline="0" dirty="0"/>
              <a:t> </a:t>
            </a:r>
            <a:r>
              <a:rPr lang="en-US" baseline="0" dirty="0" err="1"/>
              <a:t>bij</a:t>
            </a:r>
            <a:r>
              <a:rPr lang="en-US" baseline="0" dirty="0"/>
              <a:t> virtual hosting </a:t>
            </a:r>
            <a:r>
              <a:rPr lang="en-US" baseline="0" dirty="0" err="1"/>
              <a:t>gebruikelijk</a:t>
            </a:r>
            <a:r>
              <a:rPr lang="en-US" baseline="0" dirty="0"/>
              <a:t> is).</a:t>
            </a:r>
            <a:endParaRPr lang="nl-NL" dirty="0"/>
          </a:p>
          <a:p>
            <a:r>
              <a:rPr lang="en-US" sz="1800" dirty="0" err="1"/>
              <a:t>Daarnaast</a:t>
            </a:r>
            <a:r>
              <a:rPr lang="en-US" sz="1800" dirty="0"/>
              <a:t> </a:t>
            </a:r>
            <a:r>
              <a:rPr lang="en-US" sz="1800" dirty="0" err="1"/>
              <a:t>zorgt</a:t>
            </a:r>
            <a:r>
              <a:rPr lang="en-US" sz="1800" dirty="0"/>
              <a:t> de </a:t>
            </a:r>
            <a:r>
              <a:rPr lang="en-US" sz="1800" dirty="0" err="1"/>
              <a:t>naam</a:t>
            </a:r>
            <a:r>
              <a:rPr lang="en-US" sz="1800" dirty="0"/>
              <a:t> </a:t>
            </a:r>
            <a:r>
              <a:rPr lang="en-US" sz="1800" dirty="0" err="1"/>
              <a:t>tegenwoordig</a:t>
            </a:r>
            <a:r>
              <a:rPr lang="en-US" sz="1800" dirty="0"/>
              <a:t> </a:t>
            </a:r>
            <a:r>
              <a:rPr lang="en-US" sz="1800" dirty="0" err="1"/>
              <a:t>voor</a:t>
            </a:r>
            <a:r>
              <a:rPr lang="en-US" sz="1800" dirty="0"/>
              <a:t> </a:t>
            </a:r>
            <a:r>
              <a:rPr lang="en-US" sz="1800" dirty="0" err="1"/>
              <a:t>meer</a:t>
            </a:r>
            <a:r>
              <a:rPr lang="en-US" sz="1800" dirty="0"/>
              <a:t> </a:t>
            </a:r>
            <a:r>
              <a:rPr lang="en-US" sz="1800" dirty="0" err="1"/>
              <a:t>functionaliteit</a:t>
            </a:r>
            <a:r>
              <a:rPr lang="en-US" sz="1800" dirty="0"/>
              <a:t> (</a:t>
            </a:r>
            <a:r>
              <a:rPr lang="en-US" sz="1800" dirty="0" err="1"/>
              <a:t>bijvoorbeeld</a:t>
            </a:r>
            <a:r>
              <a:rPr lang="en-US" sz="1800" dirty="0"/>
              <a:t> </a:t>
            </a:r>
            <a:r>
              <a:rPr lang="en-US" sz="1800" dirty="0" err="1"/>
              <a:t>beveiliging</a:t>
            </a:r>
            <a:r>
              <a:rPr lang="en-US" sz="1800" dirty="0"/>
              <a:t>)</a:t>
            </a:r>
          </a:p>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16</a:t>
            </a:fld>
            <a:endParaRPr lang="nl-NL"/>
          </a:p>
        </p:txBody>
      </p:sp>
    </p:spTree>
    <p:extLst>
      <p:ext uri="{BB962C8B-B14F-4D97-AF65-F5344CB8AC3E}">
        <p14:creationId xmlns:p14="http://schemas.microsoft.com/office/powerpoint/2010/main" val="1000123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Voorbeeld</a:t>
            </a:r>
            <a:r>
              <a:rPr lang="en-US" dirty="0"/>
              <a:t> www.examples.com </a:t>
            </a:r>
            <a:r>
              <a:rPr lang="en-US" dirty="0" err="1"/>
              <a:t>klopt</a:t>
            </a:r>
            <a:r>
              <a:rPr lang="en-US" dirty="0"/>
              <a:t> in </a:t>
            </a:r>
            <a:r>
              <a:rPr lang="en-US" dirty="0" err="1"/>
              <a:t>maart</a:t>
            </a:r>
            <a:r>
              <a:rPr lang="en-US" dirty="0"/>
              <a:t> 2020 </a:t>
            </a:r>
            <a:r>
              <a:rPr lang="en-US" dirty="0" err="1"/>
              <a:t>niet</a:t>
            </a:r>
            <a:r>
              <a:rPr lang="en-US" dirty="0"/>
              <a:t> </a:t>
            </a:r>
            <a:r>
              <a:rPr lang="en-US" dirty="0" err="1"/>
              <a:t>meer</a:t>
            </a:r>
            <a:r>
              <a:rPr lang="en-US" dirty="0"/>
              <a:t>. </a:t>
            </a:r>
            <a:r>
              <a:rPr lang="en-US" dirty="0" err="1"/>
              <a:t>Vervangen</a:t>
            </a:r>
            <a:r>
              <a:rPr lang="en-US" dirty="0"/>
              <a:t> door</a:t>
            </a:r>
            <a:r>
              <a:rPr lang="en-US" baseline="0" dirty="0"/>
              <a:t> sidn.nl</a:t>
            </a:r>
            <a:r>
              <a:rPr lang="en-US" dirty="0"/>
              <a:t> met </a:t>
            </a:r>
            <a:r>
              <a:rPr lang="en-US" dirty="0" err="1"/>
              <a:t>actuele</a:t>
            </a:r>
            <a:r>
              <a:rPr lang="en-US" dirty="0"/>
              <a:t> </a:t>
            </a:r>
            <a:r>
              <a:rPr lang="en-US" dirty="0" err="1"/>
              <a:t>adressen</a:t>
            </a:r>
            <a:r>
              <a:rPr lang="en-US" dirty="0"/>
              <a:t>, die per </a:t>
            </a:r>
            <a:r>
              <a:rPr lang="en-US" dirty="0" err="1"/>
              <a:t>december</a:t>
            </a:r>
            <a:r>
              <a:rPr lang="en-US" dirty="0"/>
              <a:t> 2024 </a:t>
            </a:r>
            <a:r>
              <a:rPr lang="en-US" dirty="0" err="1"/>
              <a:t>nog</a:t>
            </a:r>
            <a:r>
              <a:rPr lang="en-US" dirty="0"/>
              <a:t> steeds </a:t>
            </a:r>
            <a:r>
              <a:rPr lang="en-US" dirty="0" err="1"/>
              <a:t>actueel</a:t>
            </a:r>
            <a:r>
              <a:rPr lang="en-US" baseline="0" dirty="0"/>
              <a:t> </a:t>
            </a:r>
            <a:r>
              <a:rPr lang="en-US" baseline="0" dirty="0" err="1"/>
              <a:t>zijn</a:t>
            </a:r>
            <a:r>
              <a:rPr lang="en-US" baseline="0" dirty="0"/>
              <a:t>. </a:t>
            </a:r>
            <a:r>
              <a:rPr lang="en-US" baseline="0" dirty="0" err="1"/>
              <a:t>Hopelijk</a:t>
            </a:r>
            <a:r>
              <a:rPr lang="en-US" baseline="0" dirty="0"/>
              <a:t> </a:t>
            </a:r>
            <a:r>
              <a:rPr lang="en-US" baseline="0" dirty="0" err="1"/>
              <a:t>blijft</a:t>
            </a:r>
            <a:r>
              <a:rPr lang="en-US" baseline="0" dirty="0"/>
              <a:t> </a:t>
            </a:r>
            <a:r>
              <a:rPr lang="en-US" baseline="0" dirty="0" err="1"/>
              <a:t>dat</a:t>
            </a:r>
            <a:r>
              <a:rPr lang="en-US" baseline="0" dirty="0"/>
              <a:t> zo.</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17</a:t>
            </a:fld>
            <a:endParaRPr lang="en-US" altLang="nl-NL"/>
          </a:p>
        </p:txBody>
      </p:sp>
    </p:spTree>
    <p:extLst>
      <p:ext uri="{BB962C8B-B14F-4D97-AF65-F5344CB8AC3E}">
        <p14:creationId xmlns:p14="http://schemas.microsoft.com/office/powerpoint/2010/main" val="1842121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Illustraties</a:t>
            </a:r>
            <a:r>
              <a:rPr lang="en-US" dirty="0"/>
              <a:t>: </a:t>
            </a:r>
          </a:p>
          <a:p>
            <a:pPr marL="228600" indent="-228600">
              <a:buAutoNum type="arabicPeriod"/>
            </a:pPr>
            <a:r>
              <a:rPr lang="en-US" dirty="0"/>
              <a:t>van http://mercury.lcs.mit.edu/~jnc/tech/arpageo.html </a:t>
            </a:r>
            <a:r>
              <a:rPr lang="en-US" dirty="0" err="1"/>
              <a:t>onder</a:t>
            </a:r>
            <a:r>
              <a:rPr lang="en-US" dirty="0"/>
              <a:t> fair use. </a:t>
            </a:r>
            <a:r>
              <a:rPr lang="en-US" dirty="0" err="1"/>
              <a:t>Toont</a:t>
            </a:r>
            <a:r>
              <a:rPr lang="en-US" dirty="0"/>
              <a:t> ARPANET</a:t>
            </a:r>
            <a:r>
              <a:rPr lang="en-US" baseline="0" dirty="0"/>
              <a:t> </a:t>
            </a:r>
            <a:r>
              <a:rPr lang="en-US" baseline="0" dirty="0" err="1"/>
              <a:t>kort</a:t>
            </a:r>
            <a:r>
              <a:rPr lang="en-US" baseline="0" dirty="0"/>
              <a:t> </a:t>
            </a:r>
            <a:r>
              <a:rPr lang="en-US" baseline="0" dirty="0" err="1"/>
              <a:t>voor</a:t>
            </a:r>
            <a:r>
              <a:rPr lang="en-US" baseline="0" dirty="0"/>
              <a:t> DNS </a:t>
            </a:r>
            <a:r>
              <a:rPr lang="en-US" baseline="0" dirty="0" err="1"/>
              <a:t>werd</a:t>
            </a:r>
            <a:r>
              <a:rPr lang="en-US" baseline="0" dirty="0"/>
              <a:t> </a:t>
            </a:r>
            <a:r>
              <a:rPr lang="en-US" baseline="0" dirty="0" err="1"/>
              <a:t>ingevoerd</a:t>
            </a:r>
            <a:r>
              <a:rPr lang="en-US" baseline="0" dirty="0"/>
              <a:t>: </a:t>
            </a:r>
            <a:r>
              <a:rPr lang="en-US" baseline="0" dirty="0" err="1"/>
              <a:t>toen</a:t>
            </a:r>
            <a:r>
              <a:rPr lang="en-US" baseline="0" dirty="0"/>
              <a:t> was het nog </a:t>
            </a:r>
            <a:r>
              <a:rPr lang="en-US" baseline="0" dirty="0" err="1"/>
              <a:t>ovezichtelijk</a:t>
            </a:r>
            <a:r>
              <a:rPr lang="en-US" baseline="0" dirty="0"/>
              <a:t>.</a:t>
            </a:r>
          </a:p>
          <a:p>
            <a:pPr marL="228600" indent="-228600">
              <a:buAutoNum type="arabicPeriod"/>
            </a:pPr>
            <a:r>
              <a:rPr lang="en-US" baseline="0" dirty="0"/>
              <a:t>van https://www.businessinsider.com/this-world-map-shows-every-device-connected-to-the-internet-2014-9 (30 </a:t>
            </a:r>
            <a:r>
              <a:rPr lang="en-US" baseline="0" dirty="0" err="1"/>
              <a:t>jaar</a:t>
            </a:r>
            <a:r>
              <a:rPr lang="en-US" baseline="0" dirty="0"/>
              <a:t> later; </a:t>
            </a:r>
            <a:r>
              <a:rPr lang="en-US" baseline="0" dirty="0" err="1"/>
              <a:t>helaas</a:t>
            </a:r>
            <a:r>
              <a:rPr lang="en-US" baseline="0" dirty="0"/>
              <a:t> is </a:t>
            </a:r>
            <a:r>
              <a:rPr lang="en-US" baseline="0" dirty="0" err="1"/>
              <a:t>een</a:t>
            </a:r>
            <a:r>
              <a:rPr lang="en-US" baseline="0" dirty="0"/>
              <a:t> </a:t>
            </a:r>
            <a:r>
              <a:rPr lang="en-US" baseline="0" dirty="0" err="1"/>
              <a:t>overzicht</a:t>
            </a:r>
            <a:r>
              <a:rPr lang="en-US" baseline="0" dirty="0"/>
              <a:t> van </a:t>
            </a:r>
            <a:r>
              <a:rPr lang="en-US" baseline="0" dirty="0" err="1"/>
              <a:t>nog</a:t>
            </a:r>
            <a:r>
              <a:rPr lang="en-US" baseline="0" dirty="0"/>
              <a:t> 10 </a:t>
            </a:r>
            <a:r>
              <a:rPr lang="en-US" baseline="0" dirty="0" err="1"/>
              <a:t>jaar</a:t>
            </a:r>
            <a:r>
              <a:rPr lang="en-US" baseline="0" dirty="0"/>
              <a:t> later </a:t>
            </a:r>
            <a:r>
              <a:rPr lang="en-US" baseline="0" dirty="0" err="1"/>
              <a:t>niet</a:t>
            </a:r>
            <a:r>
              <a:rPr lang="en-US" baseline="0" dirty="0"/>
              <a:t> </a:t>
            </a:r>
            <a:r>
              <a:rPr lang="en-US" baseline="0" dirty="0" err="1"/>
              <a:t>vrij</a:t>
            </a:r>
            <a:r>
              <a:rPr lang="en-US" baseline="0" dirty="0"/>
              <a:t> </a:t>
            </a:r>
            <a:r>
              <a:rPr lang="en-US" baseline="0" dirty="0" err="1"/>
              <a:t>beschikbaar</a:t>
            </a:r>
            <a:r>
              <a:rPr lang="en-US" baseline="0" dirty="0"/>
              <a:t>)</a:t>
            </a:r>
          </a:p>
          <a:p>
            <a:pPr marL="0" indent="0">
              <a:buNone/>
            </a:pPr>
            <a:r>
              <a:rPr lang="en-US" baseline="0" dirty="0" err="1"/>
              <a:t>Beide</a:t>
            </a:r>
            <a:r>
              <a:rPr lang="en-US" baseline="0" dirty="0"/>
              <a:t> </a:t>
            </a:r>
            <a:r>
              <a:rPr lang="en-US" baseline="0" dirty="0" err="1"/>
              <a:t>gebruikt</a:t>
            </a:r>
            <a:r>
              <a:rPr lang="en-US" baseline="0" dirty="0"/>
              <a:t> </a:t>
            </a:r>
            <a:r>
              <a:rPr lang="en-US" baseline="0" dirty="0" err="1"/>
              <a:t>onder</a:t>
            </a:r>
            <a:r>
              <a:rPr lang="en-US" baseline="0" dirty="0"/>
              <a:t> </a:t>
            </a:r>
            <a:r>
              <a:rPr lang="en-US" i="1" baseline="0" dirty="0"/>
              <a:t>fair use</a:t>
            </a:r>
            <a:endParaRPr lang="nl-NL" i="1" dirty="0"/>
          </a:p>
        </p:txBody>
      </p:sp>
      <p:sp>
        <p:nvSpPr>
          <p:cNvPr id="4" name="Slide Number Placeholder 3"/>
          <p:cNvSpPr>
            <a:spLocks noGrp="1"/>
          </p:cNvSpPr>
          <p:nvPr>
            <p:ph type="sldNum" sz="quarter" idx="10"/>
          </p:nvPr>
        </p:nvSpPr>
        <p:spPr/>
        <p:txBody>
          <a:bodyPr/>
          <a:lstStyle/>
          <a:p>
            <a:fld id="{25AFEC66-6BFA-9A4F-8C14-93D2FB19A680}" type="slidenum">
              <a:rPr lang="nl-NL" smtClean="0"/>
              <a:t>18</a:t>
            </a:fld>
            <a:endParaRPr lang="nl-NL"/>
          </a:p>
        </p:txBody>
      </p:sp>
    </p:spTree>
    <p:extLst>
      <p:ext uri="{BB962C8B-B14F-4D97-AF65-F5344CB8AC3E}">
        <p14:creationId xmlns:p14="http://schemas.microsoft.com/office/powerpoint/2010/main" val="1961471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 </a:t>
            </a:r>
            <a:r>
              <a:rPr lang="en-US" dirty="0" err="1"/>
              <a:t>illustratie</a:t>
            </a:r>
            <a:r>
              <a:rPr lang="en-US" dirty="0"/>
              <a:t>: SIDN </a:t>
            </a:r>
            <a:r>
              <a:rPr lang="en-US" i="1" dirty="0"/>
              <a:t>(</a:t>
            </a:r>
            <a:r>
              <a:rPr lang="en-US" i="1" dirty="0" err="1"/>
              <a:t>onder</a:t>
            </a:r>
            <a:r>
              <a:rPr lang="en-US" i="1" dirty="0"/>
              <a:t> fair use)</a:t>
            </a:r>
            <a:endParaRPr lang="nl-NL" i="1" dirty="0"/>
          </a:p>
        </p:txBody>
      </p:sp>
      <p:sp>
        <p:nvSpPr>
          <p:cNvPr id="4" name="Slide Number Placeholder 3"/>
          <p:cNvSpPr>
            <a:spLocks noGrp="1"/>
          </p:cNvSpPr>
          <p:nvPr>
            <p:ph type="sldNum" sz="quarter" idx="5"/>
          </p:nvPr>
        </p:nvSpPr>
        <p:spPr/>
        <p:txBody>
          <a:bodyPr/>
          <a:lstStyle/>
          <a:p>
            <a:fld id="{25AFEC66-6BFA-9A4F-8C14-93D2FB19A680}" type="slidenum">
              <a:rPr lang="nl-NL" smtClean="0"/>
              <a:t>19</a:t>
            </a:fld>
            <a:endParaRPr lang="nl-NL"/>
          </a:p>
        </p:txBody>
      </p:sp>
    </p:spTree>
    <p:extLst>
      <p:ext uri="{BB962C8B-B14F-4D97-AF65-F5344CB8AC3E}">
        <p14:creationId xmlns:p14="http://schemas.microsoft.com/office/powerpoint/2010/main" val="2871849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Wijs</a:t>
            </a:r>
            <a:r>
              <a:rPr lang="en-US" dirty="0"/>
              <a:t> </a:t>
            </a:r>
            <a:r>
              <a:rPr lang="en-US" dirty="0" err="1"/>
              <a:t>erop</a:t>
            </a:r>
            <a:r>
              <a:rPr lang="en-US" dirty="0"/>
              <a:t> </a:t>
            </a:r>
            <a:r>
              <a:rPr lang="en-US" dirty="0" err="1"/>
              <a:t>dat</a:t>
            </a:r>
            <a:r>
              <a:rPr lang="en-US" dirty="0"/>
              <a:t> </a:t>
            </a:r>
            <a:r>
              <a:rPr lang="en-US" dirty="0" err="1"/>
              <a:t>er</a:t>
            </a:r>
            <a:r>
              <a:rPr lang="en-US" dirty="0"/>
              <a:t> steeds NS records</a:t>
            </a:r>
            <a:r>
              <a:rPr lang="en-US" baseline="0" dirty="0"/>
              <a:t> </a:t>
            </a:r>
            <a:r>
              <a:rPr lang="en-US" baseline="0" dirty="0" err="1"/>
              <a:t>worden</a:t>
            </a:r>
            <a:r>
              <a:rPr lang="en-US" baseline="0" dirty="0"/>
              <a:t> </a:t>
            </a:r>
            <a:r>
              <a:rPr lang="en-US" baseline="0" dirty="0" err="1"/>
              <a:t>gevolgd</a:t>
            </a:r>
            <a:r>
              <a:rPr lang="en-US" baseline="0" dirty="0"/>
              <a:t> tot </a:t>
            </a:r>
            <a:r>
              <a:rPr lang="en-US" baseline="0" dirty="0" err="1"/>
              <a:t>een</a:t>
            </a:r>
            <a:r>
              <a:rPr lang="en-US" baseline="0" dirty="0"/>
              <a:t> terminal (in </a:t>
            </a:r>
            <a:r>
              <a:rPr lang="en-US" baseline="0" dirty="0" err="1"/>
              <a:t>dit</a:t>
            </a:r>
            <a:r>
              <a:rPr lang="en-US" baseline="0" dirty="0"/>
              <a:t> </a:t>
            </a:r>
            <a:r>
              <a:rPr lang="en-US" baseline="0" dirty="0" err="1"/>
              <a:t>geval</a:t>
            </a:r>
            <a:r>
              <a:rPr lang="en-US" baseline="0" dirty="0"/>
              <a:t> A) record is </a:t>
            </a:r>
            <a:r>
              <a:rPr lang="en-US" baseline="0" dirty="0" err="1"/>
              <a:t>aangetroffen</a:t>
            </a:r>
            <a:r>
              <a:rPr lang="en-US" baseline="0" dirty="0"/>
              <a:t>.</a:t>
            </a:r>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20</a:t>
            </a:fld>
            <a:endParaRPr lang="nl-NL"/>
          </a:p>
        </p:txBody>
      </p:sp>
    </p:spTree>
    <p:extLst>
      <p:ext uri="{BB962C8B-B14F-4D97-AF65-F5344CB8AC3E}">
        <p14:creationId xmlns:p14="http://schemas.microsoft.com/office/powerpoint/2010/main" val="3059182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Bron</a:t>
            </a:r>
            <a:r>
              <a:rPr lang="en-US" dirty="0"/>
              <a:t>:</a:t>
            </a:r>
            <a:r>
              <a:rPr lang="en-US" baseline="0" dirty="0"/>
              <a:t> Microsoft </a:t>
            </a:r>
            <a:r>
              <a:rPr lang="en-US" baseline="0" dirty="0" err="1"/>
              <a:t>cursusmaterialen</a:t>
            </a:r>
            <a:r>
              <a:rPr lang="en-US" baseline="0" dirty="0"/>
              <a:t>, via docent met instructor status. </a:t>
            </a:r>
            <a:r>
              <a:rPr lang="en-US" baseline="0" dirty="0" err="1"/>
              <a:t>Animatie</a:t>
            </a:r>
            <a:r>
              <a:rPr lang="en-US" baseline="0" dirty="0"/>
              <a:t> later </a:t>
            </a:r>
            <a:r>
              <a:rPr lang="en-US" baseline="0" dirty="0" err="1"/>
              <a:t>toegevoegd</a:t>
            </a:r>
            <a:r>
              <a:rPr lang="en-US" baseline="0" dirty="0"/>
              <a:t>.</a:t>
            </a:r>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21</a:t>
            </a:fld>
            <a:endParaRPr lang="nl-NL"/>
          </a:p>
        </p:txBody>
      </p:sp>
    </p:spTree>
    <p:extLst>
      <p:ext uri="{BB962C8B-B14F-4D97-AF65-F5344CB8AC3E}">
        <p14:creationId xmlns:p14="http://schemas.microsoft.com/office/powerpoint/2010/main" val="3107070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Bron</a:t>
            </a:r>
            <a:r>
              <a:rPr lang="en-US" dirty="0"/>
              <a:t>:</a:t>
            </a:r>
            <a:r>
              <a:rPr lang="en-US" baseline="0" dirty="0"/>
              <a:t> Microsoft </a:t>
            </a:r>
            <a:r>
              <a:rPr lang="en-US" baseline="0" dirty="0" err="1"/>
              <a:t>cursusmaterialen</a:t>
            </a:r>
            <a:r>
              <a:rPr lang="en-US" baseline="0" dirty="0"/>
              <a:t>, via docent met instructor status.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‘recent’ </a:t>
            </a:r>
            <a:r>
              <a:rPr lang="en-US" baseline="0" dirty="0" err="1"/>
              <a:t>omdat</a:t>
            </a:r>
            <a:r>
              <a:rPr lang="en-US" baseline="0" dirty="0"/>
              <a:t> </a:t>
            </a:r>
            <a:r>
              <a:rPr lang="en-US" baseline="0" dirty="0" err="1"/>
              <a:t>een</a:t>
            </a:r>
            <a:r>
              <a:rPr lang="en-US" baseline="0" dirty="0"/>
              <a:t> </a:t>
            </a:r>
            <a:r>
              <a:rPr lang="en-US" baseline="0" dirty="0" err="1"/>
              <a:t>exacte</a:t>
            </a:r>
            <a:r>
              <a:rPr lang="en-US" baseline="0" dirty="0"/>
              <a:t> </a:t>
            </a:r>
            <a:r>
              <a:rPr lang="en-US" baseline="0" dirty="0" err="1"/>
              <a:t>tijdsbepaling</a:t>
            </a:r>
            <a:r>
              <a:rPr lang="en-US" baseline="0" dirty="0"/>
              <a:t> lasting is: </a:t>
            </a:r>
            <a:r>
              <a:rPr lang="en-US" baseline="0" dirty="0" err="1"/>
              <a:t>er</a:t>
            </a:r>
            <a:r>
              <a:rPr lang="en-US" baseline="0" dirty="0"/>
              <a:t> </a:t>
            </a:r>
            <a:r>
              <a:rPr lang="en-US" baseline="0" dirty="0" err="1"/>
              <a:t>zijn</a:t>
            </a:r>
            <a:r>
              <a:rPr lang="en-US" baseline="0" dirty="0"/>
              <a:t> </a:t>
            </a:r>
            <a:r>
              <a:rPr lang="en-US" baseline="0" dirty="0" err="1"/>
              <a:t>sinds</a:t>
            </a:r>
            <a:r>
              <a:rPr lang="en-US" baseline="0" dirty="0"/>
              <a:t> 1997 </a:t>
            </a:r>
            <a:r>
              <a:rPr lang="en-US" baseline="0" dirty="0" err="1"/>
              <a:t>verschillende</a:t>
            </a:r>
            <a:r>
              <a:rPr lang="en-US" baseline="0" dirty="0"/>
              <a:t> </a:t>
            </a:r>
            <a:r>
              <a:rPr lang="en-US" baseline="0" dirty="0" err="1"/>
              <a:t>pogingen</a:t>
            </a:r>
            <a:r>
              <a:rPr lang="en-US" baseline="0" dirty="0"/>
              <a:t> </a:t>
            </a:r>
            <a:r>
              <a:rPr lang="en-US" baseline="0" dirty="0" err="1"/>
              <a:t>geweest</a:t>
            </a:r>
            <a:r>
              <a:rPr lang="en-US" baseline="0" dirty="0"/>
              <a:t> om tot </a:t>
            </a:r>
            <a:r>
              <a:rPr lang="en-US" baseline="0" dirty="0" err="1"/>
              <a:t>een</a:t>
            </a:r>
            <a:r>
              <a:rPr lang="en-US" baseline="0" dirty="0"/>
              <a:t> </a:t>
            </a:r>
            <a:r>
              <a:rPr lang="en-US" baseline="0" dirty="0" err="1"/>
              <a:t>specificatie</a:t>
            </a:r>
            <a:r>
              <a:rPr lang="en-US" baseline="0" dirty="0"/>
              <a:t> </a:t>
            </a:r>
            <a:r>
              <a:rPr lang="en-US" baseline="0" dirty="0" err="1"/>
              <a:t>te</a:t>
            </a:r>
            <a:r>
              <a:rPr lang="en-US" baseline="0" dirty="0"/>
              <a:t> </a:t>
            </a:r>
            <a:r>
              <a:rPr lang="en-US" baseline="0" dirty="0" err="1"/>
              <a:t>komen</a:t>
            </a:r>
            <a:r>
              <a:rPr lang="en-US" baseline="0" dirty="0"/>
              <a:t>; de </a:t>
            </a:r>
            <a:r>
              <a:rPr lang="en-US" baseline="0" dirty="0" err="1"/>
              <a:t>eerste</a:t>
            </a:r>
            <a:r>
              <a:rPr lang="en-US" baseline="0" dirty="0"/>
              <a:t> root zone </a:t>
            </a:r>
            <a:r>
              <a:rPr lang="en-US" baseline="0" dirty="0" err="1"/>
              <a:t>werd</a:t>
            </a:r>
            <a:r>
              <a:rPr lang="en-US" baseline="0" dirty="0"/>
              <a:t> </a:t>
            </a:r>
            <a:r>
              <a:rPr lang="en-US" baseline="0" dirty="0" err="1"/>
              <a:t>uiteindelijk</a:t>
            </a:r>
            <a:r>
              <a:rPr lang="en-US" baseline="0" dirty="0"/>
              <a:t> in 2010 </a:t>
            </a:r>
            <a:r>
              <a:rPr lang="en-US" baseline="0" dirty="0" err="1"/>
              <a:t>ondertekend</a:t>
            </a:r>
            <a:r>
              <a:rPr lang="en-US" baseline="0" dirty="0"/>
              <a:t> en de </a:t>
            </a:r>
            <a:r>
              <a:rPr lang="en-US" baseline="0" dirty="0" err="1"/>
              <a:t>transitie</a:t>
            </a:r>
            <a:r>
              <a:rPr lang="en-US" baseline="0" dirty="0"/>
              <a:t> is nog steeds </a:t>
            </a:r>
            <a:r>
              <a:rPr lang="en-US" baseline="0" dirty="0" err="1"/>
              <a:t>gaande</a:t>
            </a:r>
            <a:r>
              <a:rPr lang="en-US" baseline="0" dirty="0"/>
              <a:t>, </a:t>
            </a:r>
            <a:r>
              <a:rPr lang="en-US" baseline="0" dirty="0" err="1"/>
              <a:t>zie</a:t>
            </a:r>
            <a:r>
              <a:rPr lang="en-US" baseline="0" dirty="0"/>
              <a:t> https://www.internetsociety.org/deploy360/dnssec/maps/.</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22</a:t>
            </a:fld>
            <a:endParaRPr lang="en-US" altLang="nl-NL"/>
          </a:p>
        </p:txBody>
      </p:sp>
    </p:spTree>
    <p:extLst>
      <p:ext uri="{BB962C8B-B14F-4D97-AF65-F5344CB8AC3E}">
        <p14:creationId xmlns:p14="http://schemas.microsoft.com/office/powerpoint/2010/main" val="3987170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b="0" i="0" kern="1200" dirty="0">
                <a:solidFill>
                  <a:schemeClr val="tx1"/>
                </a:solidFill>
                <a:effectLst/>
                <a:latin typeface="Arial" charset="0"/>
                <a:ea typeface="MS PGothic" panose="020B0600070205080204" pitchFamily="34" charset="-128"/>
                <a:cs typeface="+mn-cs"/>
              </a:rPr>
              <a:t>Een </a:t>
            </a:r>
            <a:r>
              <a:rPr lang="nl-NL" sz="1200" b="0" i="0" kern="1200" dirty="0" err="1">
                <a:solidFill>
                  <a:schemeClr val="tx1"/>
                </a:solidFill>
                <a:effectLst/>
                <a:latin typeface="Arial" charset="0"/>
                <a:ea typeface="MS PGothic" panose="020B0600070205080204" pitchFamily="34" charset="-128"/>
                <a:cs typeface="+mn-cs"/>
              </a:rPr>
              <a:t>stub</a:t>
            </a:r>
            <a:r>
              <a:rPr lang="nl-NL" sz="1200" b="0" i="0" kern="1200" dirty="0">
                <a:solidFill>
                  <a:schemeClr val="tx1"/>
                </a:solidFill>
                <a:effectLst/>
                <a:latin typeface="Arial" charset="0"/>
                <a:ea typeface="MS PGothic" panose="020B0600070205080204" pitchFamily="34" charset="-128"/>
                <a:cs typeface="+mn-cs"/>
              </a:rPr>
              <a:t>-zone is een kopie van een zone die alleen de bronrecords bevat die vereist zijn om de als autoriteit fungerende DNS (Domain Name System)-servers voor die zone te kunnen vinden. Een </a:t>
            </a:r>
            <a:r>
              <a:rPr lang="nl-NL" sz="1200" b="0" i="0" kern="1200" dirty="0" err="1">
                <a:solidFill>
                  <a:schemeClr val="tx1"/>
                </a:solidFill>
                <a:effectLst/>
                <a:latin typeface="Arial" charset="0"/>
                <a:ea typeface="MS PGothic" panose="020B0600070205080204" pitchFamily="34" charset="-128"/>
                <a:cs typeface="+mn-cs"/>
              </a:rPr>
              <a:t>stub</a:t>
            </a:r>
            <a:r>
              <a:rPr lang="nl-NL" sz="1200" b="0" i="0" kern="1200" dirty="0">
                <a:solidFill>
                  <a:schemeClr val="tx1"/>
                </a:solidFill>
                <a:effectLst/>
                <a:latin typeface="Arial" charset="0"/>
                <a:ea typeface="MS PGothic" panose="020B0600070205080204" pitchFamily="34" charset="-128"/>
                <a:cs typeface="+mn-cs"/>
              </a:rPr>
              <a:t>-zone wordt gebruikt voor het herleiden van namen tussen afzonderlijke DNS-naamruimten. Dit type naamherleiding kan nodig zijn wanneer er bij een fusie tussen twee bedrijven de DNS-servers voor twee afzonderlijke DNS-naamruimten de namen voor de clients in beide naamruimten moeten herleiden</a:t>
            </a:r>
            <a:r>
              <a:rPr lang="nl-NL" sz="1200" b="0" i="0" kern="1200" baseline="0" dirty="0">
                <a:solidFill>
                  <a:schemeClr val="tx1"/>
                </a:solidFill>
                <a:effectLst/>
                <a:latin typeface="Arial" charset="0"/>
                <a:ea typeface="MS PGothic" panose="020B0600070205080204" pitchFamily="34" charset="-128"/>
                <a:cs typeface="+mn-cs"/>
              </a:rPr>
              <a:t> (deze naamruimten zijn niet beschikbaar op het publieke internet).</a:t>
            </a:r>
            <a:endParaRPr lang="nl-NL" sz="1200" b="0" i="0" kern="1200" dirty="0">
              <a:solidFill>
                <a:schemeClr val="tx1"/>
              </a:solidFill>
              <a:effectLst/>
              <a:latin typeface="Arial" charset="0"/>
              <a:ea typeface="MS PGothic" panose="020B0600070205080204" pitchFamily="34" charset="-128"/>
              <a:cs typeface="+mn-cs"/>
            </a:endParaRPr>
          </a:p>
          <a:p>
            <a:r>
              <a:rPr lang="nl-NL" sz="1200" b="0" i="0" kern="1200" dirty="0">
                <a:solidFill>
                  <a:schemeClr val="tx1"/>
                </a:solidFill>
                <a:effectLst/>
                <a:latin typeface="Arial" charset="0"/>
                <a:ea typeface="MS PGothic" panose="020B0600070205080204" pitchFamily="34" charset="-128"/>
                <a:cs typeface="+mn-cs"/>
              </a:rPr>
              <a:t>Een </a:t>
            </a:r>
            <a:r>
              <a:rPr lang="nl-NL" sz="1200" b="0" i="0" kern="1200" dirty="0" err="1">
                <a:solidFill>
                  <a:schemeClr val="tx1"/>
                </a:solidFill>
                <a:effectLst/>
                <a:latin typeface="Arial" charset="0"/>
                <a:ea typeface="MS PGothic" panose="020B0600070205080204" pitchFamily="34" charset="-128"/>
                <a:cs typeface="+mn-cs"/>
              </a:rPr>
              <a:t>stub</a:t>
            </a:r>
            <a:r>
              <a:rPr lang="nl-NL" sz="1200" b="0" i="0" kern="1200" dirty="0">
                <a:solidFill>
                  <a:schemeClr val="tx1"/>
                </a:solidFill>
                <a:effectLst/>
                <a:latin typeface="Arial" charset="0"/>
                <a:ea typeface="MS PGothic" panose="020B0600070205080204" pitchFamily="34" charset="-128"/>
                <a:cs typeface="+mn-cs"/>
              </a:rPr>
              <a:t>-zone bestaat uit:</a:t>
            </a:r>
          </a:p>
          <a:p>
            <a:r>
              <a:rPr lang="nl-NL" sz="1200" b="0" i="0" kern="1200" dirty="0">
                <a:solidFill>
                  <a:schemeClr val="tx1"/>
                </a:solidFill>
                <a:effectLst/>
                <a:latin typeface="Arial" charset="0"/>
                <a:ea typeface="MS PGothic" panose="020B0600070205080204" pitchFamily="34" charset="-128"/>
                <a:cs typeface="+mn-cs"/>
              </a:rPr>
              <a:t>De SOA-bronrecord (Start Of </a:t>
            </a:r>
            <a:r>
              <a:rPr lang="nl-NL" sz="1200" b="0" i="0" kern="1200" dirty="0" err="1">
                <a:solidFill>
                  <a:schemeClr val="tx1"/>
                </a:solidFill>
                <a:effectLst/>
                <a:latin typeface="Arial" charset="0"/>
                <a:ea typeface="MS PGothic" panose="020B0600070205080204" pitchFamily="34" charset="-128"/>
                <a:cs typeface="+mn-cs"/>
              </a:rPr>
              <a:t>Authority</a:t>
            </a:r>
            <a:r>
              <a:rPr lang="nl-NL" sz="1200" b="0" i="0" kern="1200" dirty="0">
                <a:solidFill>
                  <a:schemeClr val="tx1"/>
                </a:solidFill>
                <a:effectLst/>
                <a:latin typeface="Arial" charset="0"/>
                <a:ea typeface="MS PGothic" panose="020B0600070205080204" pitchFamily="34" charset="-128"/>
                <a:cs typeface="+mn-cs"/>
              </a:rPr>
              <a:t>), NS-bronrecords (naamserver) en de </a:t>
            </a:r>
            <a:r>
              <a:rPr lang="nl-NL" sz="1200" b="0" i="0" kern="1200" dirty="0" err="1">
                <a:solidFill>
                  <a:schemeClr val="tx1"/>
                </a:solidFill>
                <a:effectLst/>
                <a:latin typeface="Arial" charset="0"/>
                <a:ea typeface="MS PGothic" panose="020B0600070205080204" pitchFamily="34" charset="-128"/>
                <a:cs typeface="+mn-cs"/>
              </a:rPr>
              <a:t>glue</a:t>
            </a:r>
            <a:r>
              <a:rPr lang="nl-NL" sz="1200" b="0" i="0" kern="1200" dirty="0">
                <a:solidFill>
                  <a:schemeClr val="tx1"/>
                </a:solidFill>
                <a:effectLst/>
                <a:latin typeface="Arial" charset="0"/>
                <a:ea typeface="MS PGothic" panose="020B0600070205080204" pitchFamily="34" charset="-128"/>
                <a:cs typeface="+mn-cs"/>
              </a:rPr>
              <a:t>-A-bronrecords (</a:t>
            </a:r>
            <a:r>
              <a:rPr lang="nl-NL" sz="1200" b="0" i="0" kern="1200" dirty="0" err="1">
                <a:solidFill>
                  <a:schemeClr val="tx1"/>
                </a:solidFill>
                <a:effectLst/>
                <a:latin typeface="Arial" charset="0"/>
                <a:ea typeface="MS PGothic" panose="020B0600070205080204" pitchFamily="34" charset="-128"/>
                <a:cs typeface="+mn-cs"/>
              </a:rPr>
              <a:t>hostadres</a:t>
            </a:r>
            <a:r>
              <a:rPr lang="nl-NL" sz="1200" b="0" i="0" kern="1200" dirty="0">
                <a:solidFill>
                  <a:schemeClr val="tx1"/>
                </a:solidFill>
                <a:effectLst/>
                <a:latin typeface="Arial" charset="0"/>
                <a:ea typeface="MS PGothic" panose="020B0600070205080204" pitchFamily="34" charset="-128"/>
                <a:cs typeface="+mn-cs"/>
              </a:rPr>
              <a:t>) voor de overgedragen zone.</a:t>
            </a:r>
            <a:br>
              <a:rPr lang="nl-NL" sz="1200" b="0" i="0" kern="1200" dirty="0">
                <a:solidFill>
                  <a:schemeClr val="tx1"/>
                </a:solidFill>
                <a:effectLst/>
                <a:latin typeface="Arial" charset="0"/>
                <a:ea typeface="MS PGothic" panose="020B0600070205080204" pitchFamily="34" charset="-128"/>
                <a:cs typeface="+mn-cs"/>
              </a:rPr>
            </a:br>
            <a:endParaRPr lang="nl-NL" sz="1200" b="0" i="0" kern="1200" dirty="0">
              <a:solidFill>
                <a:schemeClr val="tx1"/>
              </a:solidFill>
              <a:effectLst/>
              <a:latin typeface="Arial" charset="0"/>
              <a:ea typeface="MS PGothic" panose="020B0600070205080204" pitchFamily="34" charset="-128"/>
              <a:cs typeface="+mn-cs"/>
            </a:endParaRPr>
          </a:p>
          <a:p>
            <a:r>
              <a:rPr lang="nl-NL" sz="1200" b="0" i="0" kern="1200" dirty="0">
                <a:solidFill>
                  <a:schemeClr val="tx1"/>
                </a:solidFill>
                <a:effectLst/>
                <a:latin typeface="Arial" charset="0"/>
                <a:ea typeface="MS PGothic" panose="020B0600070205080204" pitchFamily="34" charset="-128"/>
                <a:cs typeface="+mn-cs"/>
              </a:rPr>
              <a:t>Het IP-adres van een of meer masterservers die kunnen worden gebruikt voor het bijwerken van de </a:t>
            </a:r>
            <a:r>
              <a:rPr lang="nl-NL" sz="1200" b="0" i="0" kern="1200" dirty="0" err="1">
                <a:solidFill>
                  <a:schemeClr val="tx1"/>
                </a:solidFill>
                <a:effectLst/>
                <a:latin typeface="Arial" charset="0"/>
                <a:ea typeface="MS PGothic" panose="020B0600070205080204" pitchFamily="34" charset="-128"/>
                <a:cs typeface="+mn-cs"/>
              </a:rPr>
              <a:t>stub</a:t>
            </a:r>
            <a:r>
              <a:rPr lang="nl-NL" sz="1200" b="0" i="0" kern="1200" dirty="0">
                <a:solidFill>
                  <a:schemeClr val="tx1"/>
                </a:solidFill>
                <a:effectLst/>
                <a:latin typeface="Arial" charset="0"/>
                <a:ea typeface="MS PGothic" panose="020B0600070205080204" pitchFamily="34" charset="-128"/>
                <a:cs typeface="+mn-cs"/>
              </a:rPr>
              <a:t>-zone.</a:t>
            </a:r>
          </a:p>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23</a:t>
            </a:fld>
            <a:endParaRPr lang="en-US" altLang="nl-NL"/>
          </a:p>
        </p:txBody>
      </p:sp>
    </p:spTree>
    <p:extLst>
      <p:ext uri="{BB962C8B-B14F-4D97-AF65-F5344CB8AC3E}">
        <p14:creationId xmlns:p14="http://schemas.microsoft.com/office/powerpoint/2010/main" val="1739211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24</a:t>
            </a:fld>
            <a:endParaRPr lang="en-US" altLang="nl-NL"/>
          </a:p>
        </p:txBody>
      </p:sp>
    </p:spTree>
    <p:extLst>
      <p:ext uri="{BB962C8B-B14F-4D97-AF65-F5344CB8AC3E}">
        <p14:creationId xmlns:p14="http://schemas.microsoft.com/office/powerpoint/2010/main" val="25396612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Bron</a:t>
            </a:r>
            <a:r>
              <a:rPr lang="en-US" dirty="0"/>
              <a:t> </a:t>
            </a:r>
            <a:r>
              <a:rPr lang="en-US" dirty="0" err="1"/>
              <a:t>illustratie</a:t>
            </a:r>
            <a:r>
              <a:rPr lang="en-US" dirty="0"/>
              <a:t>: </a:t>
            </a:r>
            <a:r>
              <a:rPr lang="en-US" dirty="0" err="1"/>
              <a:t>eigen</a:t>
            </a:r>
            <a:r>
              <a:rPr lang="en-US" dirty="0"/>
              <a:t> screenshot</a:t>
            </a:r>
          </a:p>
          <a:p>
            <a:endParaRPr lang="en-US" dirty="0"/>
          </a:p>
          <a:p>
            <a:r>
              <a:rPr lang="en-US" dirty="0"/>
              <a:t>Backup AD integrated DNS: </a:t>
            </a:r>
            <a:r>
              <a:rPr lang="en-US" dirty="0" err="1"/>
              <a:t>onderdeel</a:t>
            </a:r>
            <a:r>
              <a:rPr lang="en-US" dirty="0"/>
              <a:t> van </a:t>
            </a:r>
            <a:r>
              <a:rPr lang="en-US" dirty="0" err="1"/>
              <a:t>algehele</a:t>
            </a:r>
            <a:r>
              <a:rPr lang="en-US" dirty="0"/>
              <a:t> AD backup, </a:t>
            </a:r>
            <a:r>
              <a:rPr lang="en-US" dirty="0" err="1"/>
              <a:t>geen</a:t>
            </a:r>
            <a:r>
              <a:rPr lang="en-US" dirty="0"/>
              <a:t> </a:t>
            </a:r>
            <a:r>
              <a:rPr lang="en-US" dirty="0" err="1"/>
              <a:t>afzonderlijke</a:t>
            </a:r>
            <a:r>
              <a:rPr lang="en-US" baseline="0" dirty="0"/>
              <a:t> DNS backup </a:t>
            </a:r>
            <a:r>
              <a:rPr lang="en-US" baseline="0" dirty="0" err="1"/>
              <a:t>beschikbaar</a:t>
            </a:r>
            <a:r>
              <a:rPr lang="en-US" baseline="0" dirty="0"/>
              <a:t>, </a:t>
            </a:r>
            <a:r>
              <a:rPr lang="en-US" baseline="0" dirty="0" err="1"/>
              <a:t>geen</a:t>
            </a:r>
            <a:r>
              <a:rPr lang="en-US" baseline="0" dirty="0"/>
              <a:t> zone files </a:t>
            </a:r>
            <a:r>
              <a:rPr lang="en-US" baseline="0" dirty="0" err="1"/>
              <a:t>voor</a:t>
            </a:r>
            <a:r>
              <a:rPr lang="en-US" baseline="0" dirty="0"/>
              <a:t> </a:t>
            </a:r>
            <a:r>
              <a:rPr lang="en-US" baseline="0" dirty="0" err="1"/>
              <a:t>gebruik</a:t>
            </a:r>
            <a:r>
              <a:rPr lang="en-US" baseline="0" dirty="0"/>
              <a:t> met </a:t>
            </a:r>
            <a:r>
              <a:rPr lang="en-US" baseline="0" dirty="0" err="1"/>
              <a:t>andere</a:t>
            </a:r>
            <a:r>
              <a:rPr lang="en-US" baseline="0" dirty="0"/>
              <a:t> DNS software</a:t>
            </a:r>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25</a:t>
            </a:fld>
            <a:endParaRPr lang="nl-NL"/>
          </a:p>
        </p:txBody>
      </p:sp>
    </p:spTree>
    <p:extLst>
      <p:ext uri="{BB962C8B-B14F-4D97-AF65-F5344CB8AC3E}">
        <p14:creationId xmlns:p14="http://schemas.microsoft.com/office/powerpoint/2010/main" val="3968173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26</a:t>
            </a:fld>
            <a:endParaRPr lang="nl-NL"/>
          </a:p>
        </p:txBody>
      </p:sp>
    </p:spTree>
    <p:extLst>
      <p:ext uri="{BB962C8B-B14F-4D97-AF65-F5344CB8AC3E}">
        <p14:creationId xmlns:p14="http://schemas.microsoft.com/office/powerpoint/2010/main" val="4116782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meerdere </a:t>
            </a:r>
            <a:r>
              <a:rPr lang="nl-NL" dirty="0" err="1"/>
              <a:t>nameserver</a:t>
            </a:r>
            <a:r>
              <a:rPr lang="nl-NL" baseline="0" dirty="0"/>
              <a:t> regels </a:t>
            </a:r>
            <a:r>
              <a:rPr lang="nl-NL" dirty="0"/>
              <a:t>in </a:t>
            </a:r>
            <a:r>
              <a:rPr lang="nl-NL" dirty="0" err="1"/>
              <a:t>resolv.conf</a:t>
            </a:r>
            <a:r>
              <a:rPr lang="nl-NL" dirty="0"/>
              <a:t>? </a:t>
            </a:r>
            <a:r>
              <a:rPr lang="nl-NL" dirty="0" err="1"/>
              <a:t>queries</a:t>
            </a:r>
            <a:r>
              <a:rPr lang="nl-NL" baseline="0" dirty="0"/>
              <a:t> in order </a:t>
            </a:r>
            <a:r>
              <a:rPr lang="nl-NL" baseline="0" dirty="0" err="1"/>
              <a:t>listed</a:t>
            </a:r>
            <a:r>
              <a:rPr lang="nl-NL" baseline="0" dirty="0"/>
              <a:t> servers</a:t>
            </a:r>
          </a:p>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27</a:t>
            </a:fld>
            <a:endParaRPr lang="en-US" altLang="nl-NL"/>
          </a:p>
        </p:txBody>
      </p:sp>
    </p:spTree>
    <p:extLst>
      <p:ext uri="{BB962C8B-B14F-4D97-AF65-F5344CB8AC3E}">
        <p14:creationId xmlns:p14="http://schemas.microsoft.com/office/powerpoint/2010/main" val="8582463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vi/vim mag </a:t>
            </a:r>
            <a:r>
              <a:rPr lang="en-US" dirty="0" err="1"/>
              <a:t>natuurlijk</a:t>
            </a:r>
            <a:r>
              <a:rPr lang="en-US" baseline="0" dirty="0"/>
              <a:t> </a:t>
            </a:r>
            <a:r>
              <a:rPr lang="en-US" baseline="0" dirty="0" err="1"/>
              <a:t>ook</a:t>
            </a:r>
            <a:r>
              <a:rPr lang="en-US" baseline="0" dirty="0"/>
              <a:t>!</a:t>
            </a:r>
            <a:endParaRPr lang="nl-NL" dirty="0"/>
          </a:p>
          <a:p>
            <a:r>
              <a:rPr lang="nl-NL" dirty="0"/>
              <a:t>LET OP: geen 0.0.0.0</a:t>
            </a:r>
            <a:r>
              <a:rPr lang="nl-NL" baseline="0" dirty="0"/>
              <a:t> maar </a:t>
            </a:r>
            <a:r>
              <a:rPr lang="nl-NL" baseline="0" dirty="0" err="1"/>
              <a:t>any</a:t>
            </a:r>
            <a:r>
              <a:rPr lang="nl-NL" baseline="0" dirty="0"/>
              <a:t> om alle mogelijke adressen aan te geven!</a:t>
            </a:r>
          </a:p>
          <a:p>
            <a:r>
              <a:rPr lang="en-US" dirty="0"/>
              <a:t>We </a:t>
            </a:r>
            <a:r>
              <a:rPr lang="en-US" dirty="0" err="1"/>
              <a:t>weten</a:t>
            </a:r>
            <a:r>
              <a:rPr lang="en-US" baseline="0" dirty="0"/>
              <a:t> </a:t>
            </a:r>
            <a:r>
              <a:rPr lang="en-US" baseline="0" dirty="0" err="1"/>
              <a:t>dat</a:t>
            </a:r>
            <a:r>
              <a:rPr lang="en-US" baseline="0" dirty="0"/>
              <a:t> </a:t>
            </a:r>
            <a:r>
              <a:rPr lang="en-US" baseline="0" dirty="0" err="1"/>
              <a:t>studenten</a:t>
            </a:r>
            <a:r>
              <a:rPr lang="en-US" baseline="0" dirty="0"/>
              <a:t> </a:t>
            </a:r>
            <a:r>
              <a:rPr lang="en-US" baseline="0" dirty="0" err="1"/>
              <a:t>graag</a:t>
            </a:r>
            <a:r>
              <a:rPr lang="en-US" baseline="0" dirty="0"/>
              <a:t> ‘</a:t>
            </a:r>
            <a:r>
              <a:rPr lang="en-US" baseline="0" dirty="0" err="1"/>
              <a:t>recepten</a:t>
            </a:r>
            <a:r>
              <a:rPr lang="en-US" baseline="0" dirty="0"/>
              <a:t>’ van Internet </a:t>
            </a:r>
            <a:r>
              <a:rPr lang="en-US" baseline="0" dirty="0" err="1"/>
              <a:t>gebruiken</a:t>
            </a:r>
            <a:r>
              <a:rPr lang="en-US" baseline="0" dirty="0"/>
              <a:t> in </a:t>
            </a:r>
            <a:r>
              <a:rPr lang="en-US" baseline="0" dirty="0" err="1"/>
              <a:t>plaats</a:t>
            </a:r>
            <a:r>
              <a:rPr lang="en-US" baseline="0" dirty="0"/>
              <a:t> van de </a:t>
            </a:r>
            <a:r>
              <a:rPr lang="en-US" baseline="0" dirty="0" err="1"/>
              <a:t>informatie</a:t>
            </a:r>
            <a:r>
              <a:rPr lang="en-US" baseline="0" dirty="0"/>
              <a:t> in </a:t>
            </a:r>
            <a:r>
              <a:rPr lang="en-US" baseline="0" dirty="0" err="1"/>
              <a:t>deze</a:t>
            </a:r>
            <a:r>
              <a:rPr lang="en-US" baseline="0" dirty="0"/>
              <a:t> slides. Op </a:t>
            </a:r>
            <a:r>
              <a:rPr lang="en-US" baseline="0" dirty="0" err="1"/>
              <a:t>zich</a:t>
            </a:r>
            <a:r>
              <a:rPr lang="en-US" baseline="0" dirty="0"/>
              <a:t> is </a:t>
            </a:r>
            <a:r>
              <a:rPr lang="en-US" baseline="0" dirty="0" err="1"/>
              <a:t>dat</a:t>
            </a:r>
            <a:r>
              <a:rPr lang="en-US" baseline="0" dirty="0"/>
              <a:t> </a:t>
            </a:r>
            <a:r>
              <a:rPr lang="en-US" baseline="0" dirty="0" err="1"/>
              <a:t>niet</a:t>
            </a:r>
            <a:r>
              <a:rPr lang="en-US" baseline="0" dirty="0"/>
              <a:t> erg, </a:t>
            </a:r>
            <a:r>
              <a:rPr lang="en-US" baseline="0" dirty="0" err="1"/>
              <a:t>als</a:t>
            </a:r>
            <a:r>
              <a:rPr lang="en-US" baseline="0" dirty="0"/>
              <a:t> </a:t>
            </a:r>
            <a:r>
              <a:rPr lang="en-US" baseline="0" dirty="0" err="1"/>
              <a:t>er</a:t>
            </a:r>
            <a:r>
              <a:rPr lang="en-US" baseline="0" dirty="0"/>
              <a:t> maar </a:t>
            </a:r>
            <a:r>
              <a:rPr lang="en-US" baseline="0" dirty="0" err="1"/>
              <a:t>kritisch</a:t>
            </a:r>
            <a:r>
              <a:rPr lang="en-US" baseline="0" dirty="0"/>
              <a:t> met het </a:t>
            </a:r>
            <a:r>
              <a:rPr lang="en-US" baseline="0" dirty="0" err="1"/>
              <a:t>materiaal</a:t>
            </a:r>
            <a:r>
              <a:rPr lang="en-US" baseline="0" dirty="0"/>
              <a:t> </a:t>
            </a:r>
            <a:r>
              <a:rPr lang="en-US" baseline="0" dirty="0" err="1"/>
              <a:t>omgegaan</a:t>
            </a:r>
            <a:r>
              <a:rPr lang="en-US" baseline="0" dirty="0"/>
              <a:t> </a:t>
            </a:r>
            <a:r>
              <a:rPr lang="en-US" baseline="0" dirty="0" err="1"/>
              <a:t>wordt</a:t>
            </a:r>
            <a:r>
              <a:rPr lang="en-US" baseline="0" dirty="0"/>
              <a:t>.</a:t>
            </a:r>
          </a:p>
          <a:p>
            <a:r>
              <a:rPr lang="en-US" baseline="0" dirty="0" err="1"/>
              <a:t>Een</a:t>
            </a:r>
            <a:r>
              <a:rPr lang="en-US" baseline="0" dirty="0"/>
              <a:t> </a:t>
            </a:r>
            <a:r>
              <a:rPr lang="en-US" baseline="0" dirty="0" err="1"/>
              <a:t>goed</a:t>
            </a:r>
            <a:r>
              <a:rPr lang="en-US" baseline="0" dirty="0"/>
              <a:t> </a:t>
            </a:r>
            <a:r>
              <a:rPr lang="en-US" baseline="0" dirty="0" err="1"/>
              <a:t>voorbeeld</a:t>
            </a:r>
            <a:r>
              <a:rPr lang="en-US" baseline="0" dirty="0"/>
              <a:t> van hoe het </a:t>
            </a:r>
            <a:r>
              <a:rPr lang="en-US" b="1" baseline="0" dirty="0" err="1"/>
              <a:t>niet</a:t>
            </a:r>
            <a:r>
              <a:rPr lang="en-US" b="1" baseline="0" dirty="0"/>
              <a:t> </a:t>
            </a:r>
            <a:r>
              <a:rPr lang="en-US" b="1" baseline="0" dirty="0" err="1"/>
              <a:t>moet</a:t>
            </a:r>
            <a:r>
              <a:rPr lang="en-US" b="1" baseline="0" dirty="0"/>
              <a:t> </a:t>
            </a:r>
            <a:r>
              <a:rPr lang="en-US" baseline="0" dirty="0"/>
              <a:t>is </a:t>
            </a:r>
            <a:r>
              <a:rPr lang="nl-NL" dirty="0"/>
              <a:t>https://devops.ionos.com/tutorials/configure-authoritative-name-server-using-bind-on-centos-7/, waarin</a:t>
            </a:r>
            <a:r>
              <a:rPr lang="nl-NL" baseline="0" dirty="0"/>
              <a:t> geïnstrueerd wordt het bestand </a:t>
            </a:r>
            <a:r>
              <a:rPr lang="nl-NL" dirty="0"/>
              <a:t>/</a:t>
            </a:r>
            <a:r>
              <a:rPr lang="nl-NL" dirty="0" err="1"/>
              <a:t>etc</a:t>
            </a:r>
            <a:r>
              <a:rPr lang="nl-NL" dirty="0"/>
              <a:t>/named.rfc1912.zones aan te passen. Als er in een bestandnaam ‘</a:t>
            </a:r>
            <a:r>
              <a:rPr lang="nl-NL" dirty="0" err="1"/>
              <a:t>rfc</a:t>
            </a:r>
            <a:r>
              <a:rPr lang="nl-NL" dirty="0"/>
              <a:t>’ staat, dan verwijst dat vrijwel altijd naar de IETF </a:t>
            </a:r>
            <a:r>
              <a:rPr lang="nl-NL" dirty="0" err="1"/>
              <a:t>RFC’s</a:t>
            </a:r>
            <a:r>
              <a:rPr lang="nl-NL" dirty="0"/>
              <a:t>, waarin de standaarden voor het Internet zijn vastgelegd. Dit geeft een eerste indicatie dat we</a:t>
            </a:r>
            <a:r>
              <a:rPr lang="nl-NL" baseline="0" dirty="0"/>
              <a:t> hier misschien zelf geen aanpassingen aan moeten maken (we beheren of implementeren tenslotte niet zelf de standaarden). Wanneer we het commentaar bovenin het bestand lezen, dan blijkt het specifiek te gaan om “RFC 1912 </a:t>
            </a:r>
            <a:r>
              <a:rPr lang="nl-NL" baseline="0" dirty="0" err="1"/>
              <a:t>section</a:t>
            </a:r>
            <a:r>
              <a:rPr lang="nl-NL" baseline="0" dirty="0"/>
              <a:t> 4.1 : </a:t>
            </a:r>
            <a:r>
              <a:rPr lang="nl-NL" baseline="0" dirty="0" err="1"/>
              <a:t>localhost</a:t>
            </a:r>
            <a:r>
              <a:rPr lang="nl-NL" baseline="0" dirty="0"/>
              <a:t> </a:t>
            </a:r>
            <a:r>
              <a:rPr lang="nl-NL" baseline="0" dirty="0" err="1"/>
              <a:t>TLDs</a:t>
            </a:r>
            <a:r>
              <a:rPr lang="nl-NL" baseline="0" dirty="0"/>
              <a:t> </a:t>
            </a:r>
            <a:r>
              <a:rPr lang="nl-NL" baseline="0" dirty="0" err="1"/>
              <a:t>and</a:t>
            </a:r>
            <a:r>
              <a:rPr lang="nl-NL" baseline="0" dirty="0"/>
              <a:t> </a:t>
            </a:r>
            <a:r>
              <a:rPr lang="nl-NL" baseline="0" dirty="0" err="1"/>
              <a:t>address</a:t>
            </a:r>
            <a:r>
              <a:rPr lang="nl-NL" baseline="0" dirty="0"/>
              <a:t> zones”. Hierin heeft een zelf gedefinieerde zone helemaal niets te zoeken!</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28</a:t>
            </a:fld>
            <a:endParaRPr lang="en-US" altLang="nl-NL"/>
          </a:p>
        </p:txBody>
      </p:sp>
    </p:spTree>
    <p:extLst>
      <p:ext uri="{BB962C8B-B14F-4D97-AF65-F5344CB8AC3E}">
        <p14:creationId xmlns:p14="http://schemas.microsoft.com/office/powerpoint/2010/main" val="2273268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vi/vim mag </a:t>
            </a:r>
            <a:r>
              <a:rPr lang="en-US" dirty="0" err="1"/>
              <a:t>natuurlijk</a:t>
            </a:r>
            <a:r>
              <a:rPr lang="en-US" baseline="0" dirty="0"/>
              <a:t> </a:t>
            </a:r>
            <a:r>
              <a:rPr lang="en-US" baseline="0" dirty="0" err="1"/>
              <a:t>ook</a:t>
            </a:r>
            <a:r>
              <a:rPr lang="en-US" baseline="0" dirty="0"/>
              <a:t>!</a:t>
            </a:r>
            <a:endParaRPr lang="nl-NL" dirty="0"/>
          </a:p>
          <a:p>
            <a:pPr marL="0" marR="0" indent="0" algn="l" defTabSz="914400" rtl="0" eaLnBrk="0" fontAlgn="base" latinLnBrk="0" hangingPunct="0">
              <a:lnSpc>
                <a:spcPct val="100000"/>
              </a:lnSpc>
              <a:spcBef>
                <a:spcPct val="30000"/>
              </a:spcBef>
              <a:spcAft>
                <a:spcPct val="0"/>
              </a:spcAft>
              <a:buClrTx/>
              <a:buSzTx/>
              <a:buFontTx/>
              <a:buNone/>
              <a:tabLst/>
              <a:defRPr/>
            </a:pPr>
            <a:r>
              <a:rPr lang="nl-NL" dirty="0"/>
              <a:t>Voorbeeld: UNIX </a:t>
            </a:r>
            <a:r>
              <a:rPr lang="nl-NL" dirty="0" err="1"/>
              <a:t>and</a:t>
            </a:r>
            <a:r>
              <a:rPr lang="nl-NL" dirty="0"/>
              <a:t> Linux System</a:t>
            </a:r>
            <a:r>
              <a:rPr lang="nl-NL" baseline="0" dirty="0"/>
              <a:t> Administration </a:t>
            </a:r>
            <a:r>
              <a:rPr lang="nl-NL" baseline="0" dirty="0" err="1"/>
              <a:t>Handbook</a:t>
            </a:r>
            <a:r>
              <a:rPr lang="nl-NL" baseline="0" dirty="0"/>
              <a:t>, 5th Ed., p. 516</a:t>
            </a:r>
            <a:endParaRPr lang="nl-NL" dirty="0"/>
          </a:p>
          <a:p>
            <a:endParaRPr lang="en-US" dirty="0"/>
          </a:p>
          <a:p>
            <a:r>
              <a:rPr lang="nl-NL" dirty="0"/>
              <a:t>Toelichting</a:t>
            </a:r>
            <a:r>
              <a:rPr lang="nl-NL" baseline="0" dirty="0"/>
              <a:t> in datzelfde boek:</a:t>
            </a:r>
          </a:p>
          <a:p>
            <a:pPr marL="171450" indent="-171450">
              <a:buFont typeface="Arial" panose="020B0604020202020204" pitchFamily="34" charset="0"/>
              <a:buChar char="•"/>
            </a:pPr>
            <a:r>
              <a:rPr lang="en-US" dirty="0"/>
              <a:t>The </a:t>
            </a:r>
            <a:r>
              <a:rPr lang="en-US" i="1" dirty="0"/>
              <a:t>refresh</a:t>
            </a:r>
            <a:r>
              <a:rPr lang="en-US" dirty="0"/>
              <a:t> timeout specifies how often slave servers should check with the master to see if the serial number of the zone’s configuration has changed. Whenever the zone changes, slaves must update their copy of the zone’s data. </a:t>
            </a:r>
            <a:r>
              <a:rPr lang="nl-NL" sz="1200" b="0" i="0" u="none" strike="noStrike" kern="1200" baseline="0" dirty="0">
                <a:solidFill>
                  <a:schemeClr val="tx1"/>
                </a:solidFill>
                <a:latin typeface="+mn-lt"/>
                <a:ea typeface="+mn-ea"/>
                <a:cs typeface="+mn-cs"/>
              </a:rPr>
              <a:t>The </a:t>
            </a:r>
            <a:r>
              <a:rPr lang="nl-NL" sz="1200" b="0" i="0" u="none" strike="noStrike" kern="1200" baseline="0" dirty="0" err="1">
                <a:solidFill>
                  <a:schemeClr val="tx1"/>
                </a:solidFill>
                <a:latin typeface="+mn-lt"/>
                <a:ea typeface="+mn-ea"/>
                <a:cs typeface="+mn-cs"/>
              </a:rPr>
              <a:t>slave</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compares</a:t>
            </a:r>
            <a:r>
              <a:rPr lang="nl-NL"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the serial numbers; if the master’s serial number is larger, the slave requests a zone transfer to update the data. Common values for the </a:t>
            </a:r>
            <a:r>
              <a:rPr lang="en-US" sz="1200" b="0" i="1" u="none" strike="noStrike" kern="1200" baseline="0" dirty="0">
                <a:solidFill>
                  <a:schemeClr val="tx1"/>
                </a:solidFill>
                <a:latin typeface="+mn-lt"/>
                <a:ea typeface="+mn-ea"/>
                <a:cs typeface="+mn-cs"/>
              </a:rPr>
              <a:t>refresh </a:t>
            </a:r>
            <a:r>
              <a:rPr lang="en-US" sz="1200" b="0" i="0" u="none" strike="noStrike" kern="1200" baseline="0" dirty="0">
                <a:solidFill>
                  <a:schemeClr val="tx1"/>
                </a:solidFill>
                <a:latin typeface="+mn-lt"/>
                <a:ea typeface="+mn-ea"/>
                <a:cs typeface="+mn-cs"/>
              </a:rPr>
              <a:t>timeout range from one to six hours (3,600 to 21,600 seconds).</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If a slave server tries to check the master’s serial number but the master does not respond, the slave tries again after the </a:t>
            </a:r>
            <a:r>
              <a:rPr lang="en-US" sz="1200" b="0" i="1" u="none" strike="noStrike" kern="1200" baseline="0" dirty="0">
                <a:solidFill>
                  <a:schemeClr val="tx1"/>
                </a:solidFill>
                <a:latin typeface="+mn-lt"/>
                <a:ea typeface="+mn-ea"/>
                <a:cs typeface="+mn-cs"/>
              </a:rPr>
              <a:t>retry </a:t>
            </a:r>
            <a:r>
              <a:rPr lang="en-US" sz="1200" b="0" i="0" u="none" strike="noStrike" kern="1200" baseline="0" dirty="0">
                <a:solidFill>
                  <a:schemeClr val="tx1"/>
                </a:solidFill>
                <a:latin typeface="+mn-lt"/>
                <a:ea typeface="+mn-ea"/>
                <a:cs typeface="+mn-cs"/>
              </a:rPr>
              <a:t>timeout period has elapsed. Our experience suggests that 20–60 minutes (1,200–3,600 seconds) is a good value.</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If a master server is down for a long time, slaves will try to refresh their data many times but always fail. Each slave should eventually decide that the master is never coming back and that its data is surely out of date. The </a:t>
            </a:r>
            <a:r>
              <a:rPr lang="en-US" sz="1200" b="0" i="1" u="none" strike="noStrike" kern="1200" baseline="0" dirty="0">
                <a:solidFill>
                  <a:schemeClr val="tx1"/>
                </a:solidFill>
                <a:latin typeface="+mn-lt"/>
                <a:ea typeface="+mn-ea"/>
                <a:cs typeface="+mn-cs"/>
              </a:rPr>
              <a:t>expire </a:t>
            </a:r>
            <a:r>
              <a:rPr lang="en-US" sz="1200" b="0" i="0" u="none" strike="noStrike" kern="1200" baseline="0" dirty="0">
                <a:solidFill>
                  <a:schemeClr val="tx1"/>
                </a:solidFill>
                <a:latin typeface="+mn-lt"/>
                <a:ea typeface="+mn-ea"/>
                <a:cs typeface="+mn-cs"/>
              </a:rPr>
              <a:t>parameter determines how long the slaves will continue to serve the domain’s data authoritatively in the absence of a master. The system should be able to survive if the master server is down for a few days, so this parameter should have a longish value. We recommend </a:t>
            </a:r>
            <a:r>
              <a:rPr lang="nl-NL" sz="1200" b="0" i="0" u="none" strike="noStrike" kern="1200" baseline="0" dirty="0">
                <a:solidFill>
                  <a:schemeClr val="tx1"/>
                </a:solidFill>
                <a:latin typeface="+mn-lt"/>
                <a:ea typeface="+mn-ea"/>
                <a:cs typeface="+mn-cs"/>
              </a:rPr>
              <a:t>a </a:t>
            </a:r>
            <a:r>
              <a:rPr lang="nl-NL" sz="1200" b="0" i="0" u="none" strike="noStrike" kern="1200" baseline="0" dirty="0" err="1">
                <a:solidFill>
                  <a:schemeClr val="tx1"/>
                </a:solidFill>
                <a:latin typeface="+mn-lt"/>
                <a:ea typeface="+mn-ea"/>
                <a:cs typeface="+mn-cs"/>
              </a:rPr>
              <a:t>month</a:t>
            </a:r>
            <a:r>
              <a:rPr lang="nl-NL" sz="1200" b="0" i="0" u="none" strike="noStrike" kern="1200" baseline="0" dirty="0">
                <a:solidFill>
                  <a:schemeClr val="tx1"/>
                </a:solidFill>
                <a:latin typeface="+mn-lt"/>
                <a:ea typeface="+mn-ea"/>
                <a:cs typeface="+mn-cs"/>
              </a:rPr>
              <a:t> or </a:t>
            </a:r>
            <a:r>
              <a:rPr lang="nl-NL" sz="1200" b="0" i="0" u="none" strike="noStrike" kern="1200" baseline="0" dirty="0" err="1">
                <a:solidFill>
                  <a:schemeClr val="tx1"/>
                </a:solidFill>
                <a:latin typeface="+mn-lt"/>
                <a:ea typeface="+mn-ea"/>
                <a:cs typeface="+mn-cs"/>
              </a:rPr>
              <a:t>two</a:t>
            </a:r>
            <a:r>
              <a:rPr lang="nl-NL" sz="1200" b="0" i="0" u="none" strike="noStrike" kern="1200" baseline="0" dirty="0">
                <a:solidFill>
                  <a:schemeClr val="tx1"/>
                </a:solidFill>
                <a:latin typeface="+mn-lt"/>
                <a:ea typeface="+mn-ea"/>
                <a:cs typeface="+mn-cs"/>
              </a:rPr>
              <a:t>.</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a:t>
            </a:r>
            <a:r>
              <a:rPr lang="en-US" sz="1200" b="0" i="1" u="none" strike="noStrike" kern="1200" baseline="0" dirty="0">
                <a:solidFill>
                  <a:schemeClr val="tx1"/>
                </a:solidFill>
                <a:latin typeface="+mn-lt"/>
                <a:ea typeface="+mn-ea"/>
                <a:cs typeface="+mn-cs"/>
              </a:rPr>
              <a:t>minimum </a:t>
            </a:r>
            <a:r>
              <a:rPr lang="en-US" sz="1200" b="0" i="0" u="none" strike="noStrike" kern="1200" baseline="0" dirty="0">
                <a:solidFill>
                  <a:schemeClr val="tx1"/>
                </a:solidFill>
                <a:latin typeface="+mn-lt"/>
                <a:ea typeface="+mn-ea"/>
                <a:cs typeface="+mn-cs"/>
              </a:rPr>
              <a:t>parameter in the SOA record sets the time to live for negative answers that are cached. The default for positive answers (i.e., actual records) is specified at the top of the zone file with the $TTL directive. Experience suggests values of several hours to a few days for $TTL and an hour to a few hours for the </a:t>
            </a:r>
            <a:r>
              <a:rPr lang="en-US" sz="1200" b="0" i="1" u="none" strike="noStrike" kern="1200" baseline="0" dirty="0">
                <a:solidFill>
                  <a:schemeClr val="tx1"/>
                </a:solidFill>
                <a:latin typeface="+mn-lt"/>
                <a:ea typeface="+mn-ea"/>
                <a:cs typeface="+mn-cs"/>
              </a:rPr>
              <a:t>minimum</a:t>
            </a:r>
            <a:r>
              <a:rPr lang="en-US" sz="1200" b="0" i="0" u="none" strike="noStrike" kern="1200" baseline="0" dirty="0">
                <a:solidFill>
                  <a:schemeClr val="tx1"/>
                </a:solidFill>
                <a:latin typeface="+mn-lt"/>
                <a:ea typeface="+mn-ea"/>
                <a:cs typeface="+mn-cs"/>
              </a:rPr>
              <a:t>. BIND silently discards any </a:t>
            </a:r>
            <a:r>
              <a:rPr lang="en-US" sz="1200" b="0" i="1" u="none" strike="noStrike" kern="1200" baseline="0" dirty="0">
                <a:solidFill>
                  <a:schemeClr val="tx1"/>
                </a:solidFill>
                <a:latin typeface="+mn-lt"/>
                <a:ea typeface="+mn-ea"/>
                <a:cs typeface="+mn-cs"/>
              </a:rPr>
              <a:t>minimum </a:t>
            </a:r>
            <a:r>
              <a:rPr lang="en-US" sz="1200" b="0" i="0" u="none" strike="noStrike" kern="1200" baseline="0" dirty="0">
                <a:solidFill>
                  <a:schemeClr val="tx1"/>
                </a:solidFill>
                <a:latin typeface="+mn-lt"/>
                <a:ea typeface="+mn-ea"/>
                <a:cs typeface="+mn-cs"/>
              </a:rPr>
              <a:t>values greater than 3 hours.</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29</a:t>
            </a:fld>
            <a:endParaRPr lang="en-US" altLang="nl-NL"/>
          </a:p>
        </p:txBody>
      </p:sp>
    </p:spTree>
    <p:extLst>
      <p:ext uri="{BB962C8B-B14F-4D97-AF65-F5344CB8AC3E}">
        <p14:creationId xmlns:p14="http://schemas.microsoft.com/office/powerpoint/2010/main" val="40344174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vi/vim mag </a:t>
            </a:r>
            <a:r>
              <a:rPr lang="en-US" dirty="0" err="1"/>
              <a:t>natuurlijk</a:t>
            </a:r>
            <a:r>
              <a:rPr lang="en-US" baseline="0" dirty="0"/>
              <a:t> </a:t>
            </a:r>
            <a:r>
              <a:rPr lang="en-US" baseline="0" dirty="0" err="1"/>
              <a:t>ook</a:t>
            </a:r>
            <a:r>
              <a:rPr lang="en-US" baseline="0" dirty="0"/>
              <a:t>!</a:t>
            </a:r>
            <a:endParaRPr lang="nl-NL" dirty="0"/>
          </a:p>
          <a:p>
            <a:pPr marL="0" marR="0" indent="0" algn="l" defTabSz="914400" rtl="0" eaLnBrk="0" fontAlgn="base" latinLnBrk="0" hangingPunct="0">
              <a:lnSpc>
                <a:spcPct val="100000"/>
              </a:lnSpc>
              <a:spcBef>
                <a:spcPct val="30000"/>
              </a:spcBef>
              <a:spcAft>
                <a:spcPct val="0"/>
              </a:spcAft>
              <a:buClrTx/>
              <a:buSzTx/>
              <a:buFontTx/>
              <a:buNone/>
              <a:tabLst/>
              <a:defRPr/>
            </a:pPr>
            <a:r>
              <a:rPr lang="nl-NL" dirty="0"/>
              <a:t>Voorbeeld: UNIX </a:t>
            </a:r>
            <a:r>
              <a:rPr lang="nl-NL" dirty="0" err="1"/>
              <a:t>and</a:t>
            </a:r>
            <a:r>
              <a:rPr lang="nl-NL" dirty="0"/>
              <a:t> Linux System</a:t>
            </a:r>
            <a:r>
              <a:rPr lang="nl-NL" baseline="0" dirty="0"/>
              <a:t> Administration </a:t>
            </a:r>
            <a:r>
              <a:rPr lang="nl-NL" baseline="0" dirty="0" err="1"/>
              <a:t>Handbook</a:t>
            </a:r>
            <a:r>
              <a:rPr lang="nl-NL" baseline="0" dirty="0"/>
              <a:t>, 5th Ed., pp. 518-522</a:t>
            </a:r>
            <a:endParaRPr lang="nl-NL" dirty="0"/>
          </a:p>
          <a:p>
            <a:pPr marL="0" marR="0" indent="0" algn="l" defTabSz="914400" rtl="0" eaLnBrk="0" fontAlgn="base" latinLnBrk="0" hangingPunct="0">
              <a:lnSpc>
                <a:spcPct val="100000"/>
              </a:lnSpc>
              <a:spcBef>
                <a:spcPct val="30000"/>
              </a:spcBef>
              <a:spcAft>
                <a:spcPct val="0"/>
              </a:spcAft>
              <a:buClrTx/>
              <a:buSzTx/>
              <a:buFontTx/>
              <a:buNone/>
              <a:tabLst/>
              <a:defRPr/>
            </a:pPr>
            <a:r>
              <a:rPr lang="nl-NL" dirty="0"/>
              <a:t>Van</a:t>
            </a:r>
            <a:r>
              <a:rPr lang="nl-NL" baseline="0" dirty="0"/>
              <a:t> </a:t>
            </a:r>
            <a:r>
              <a:rPr lang="nl-NL" dirty="0"/>
              <a:t>https://www.serverpronto.com/kb/page.php?id=Configure+your+DNS+Server+(CentOS%2FFedora) (nu niet</a:t>
            </a:r>
            <a:r>
              <a:rPr lang="nl-NL" baseline="0" dirty="0"/>
              <a:t> meer beschikbaar)</a:t>
            </a:r>
            <a:r>
              <a:rPr lang="nl-NL" dirty="0"/>
              <a:t>:</a:t>
            </a:r>
          </a:p>
          <a:p>
            <a:r>
              <a:rPr lang="en-US" sz="1200" b="0" i="0" kern="1200" dirty="0">
                <a:solidFill>
                  <a:schemeClr val="tx1"/>
                </a:solidFill>
                <a:effectLst/>
                <a:latin typeface="Arial" charset="0"/>
                <a:ea typeface="MS PGothic" panose="020B0600070205080204" pitchFamily="34" charset="-128"/>
                <a:cs typeface="+mn-cs"/>
              </a:rPr>
              <a:t>The next records that must be added to the zone file are the NS records to provide the name server data to querying clients. The NS records will look like this:</a:t>
            </a:r>
          </a:p>
          <a:p>
            <a:r>
              <a:rPr lang="en-US" sz="1200" b="0" i="0" kern="1200" dirty="0">
                <a:solidFill>
                  <a:schemeClr val="tx1"/>
                </a:solidFill>
                <a:effectLst/>
                <a:latin typeface="Arial" charset="0"/>
                <a:ea typeface="MS PGothic" panose="020B0600070205080204" pitchFamily="34" charset="-128"/>
                <a:cs typeface="+mn-cs"/>
              </a:rPr>
              <a:t>IN NS ns1.yourdomain.tld.</a:t>
            </a:r>
            <a:br>
              <a:rPr lang="en-US" sz="1200" b="0" i="0" kern="1200" dirty="0">
                <a:solidFill>
                  <a:schemeClr val="tx1"/>
                </a:solidFill>
                <a:effectLst/>
                <a:latin typeface="Arial" charset="0"/>
                <a:ea typeface="MS PGothic" panose="020B0600070205080204" pitchFamily="34" charset="-128"/>
                <a:cs typeface="+mn-cs"/>
              </a:rPr>
            </a:br>
            <a:r>
              <a:rPr lang="en-US" sz="1200" b="0" i="0" kern="1200" dirty="0">
                <a:solidFill>
                  <a:schemeClr val="tx1"/>
                </a:solidFill>
                <a:effectLst/>
                <a:latin typeface="Arial" charset="0"/>
                <a:ea typeface="MS PGothic" panose="020B0600070205080204" pitchFamily="34" charset="-128"/>
                <a:cs typeface="+mn-cs"/>
              </a:rPr>
              <a:t>IN NS ns2.yourdomain.tld.</a:t>
            </a:r>
          </a:p>
          <a:p>
            <a:r>
              <a:rPr lang="en-US" sz="1200" b="0" i="0" kern="1200" dirty="0">
                <a:solidFill>
                  <a:schemeClr val="tx1"/>
                </a:solidFill>
                <a:effectLst/>
                <a:latin typeface="Arial" charset="0"/>
                <a:ea typeface="MS PGothic" panose="020B0600070205080204" pitchFamily="34" charset="-128"/>
                <a:cs typeface="+mn-cs"/>
              </a:rPr>
              <a:t>Please make note of the "." (dot) behind records that contain hostnames. This is an important item throughout the files. These </a:t>
            </a:r>
            <a:r>
              <a:rPr lang="en-US" sz="1200" b="0" i="0" kern="1200" dirty="0" err="1">
                <a:solidFill>
                  <a:schemeClr val="tx1"/>
                </a:solidFill>
                <a:effectLst/>
                <a:latin typeface="Arial" charset="0"/>
                <a:ea typeface="MS PGothic" panose="020B0600070205080204" pitchFamily="34" charset="-128"/>
                <a:cs typeface="+mn-cs"/>
              </a:rPr>
              <a:t>nameserver</a:t>
            </a:r>
            <a:r>
              <a:rPr lang="en-US" sz="1200" b="0" i="0" kern="1200" dirty="0">
                <a:solidFill>
                  <a:schemeClr val="tx1"/>
                </a:solidFill>
                <a:effectLst/>
                <a:latin typeface="Arial" charset="0"/>
                <a:ea typeface="MS PGothic" panose="020B0600070205080204" pitchFamily="34" charset="-128"/>
                <a:cs typeface="+mn-cs"/>
              </a:rPr>
              <a:t> (NS) records generally match the </a:t>
            </a:r>
            <a:r>
              <a:rPr lang="en-US" sz="1200" b="0" i="0" kern="1200" dirty="0" err="1">
                <a:solidFill>
                  <a:schemeClr val="tx1"/>
                </a:solidFill>
                <a:effectLst/>
                <a:latin typeface="Arial" charset="0"/>
                <a:ea typeface="MS PGothic" panose="020B0600070205080204" pitchFamily="34" charset="-128"/>
                <a:cs typeface="+mn-cs"/>
              </a:rPr>
              <a:t>nameserver</a:t>
            </a:r>
            <a:r>
              <a:rPr lang="en-US" sz="1200" b="0" i="0" kern="1200" dirty="0">
                <a:solidFill>
                  <a:schemeClr val="tx1"/>
                </a:solidFill>
                <a:effectLst/>
                <a:latin typeface="Arial" charset="0"/>
                <a:ea typeface="MS PGothic" panose="020B0600070205080204" pitchFamily="34" charset="-128"/>
                <a:cs typeface="+mn-cs"/>
              </a:rPr>
              <a:t> records you create with your registrar and must contain valid hostnames that are valid "A" records within the domain they refer to. Additionally these </a:t>
            </a:r>
            <a:r>
              <a:rPr lang="en-US" sz="1200" b="0" i="0" kern="1200" dirty="0" err="1">
                <a:solidFill>
                  <a:schemeClr val="tx1"/>
                </a:solidFill>
                <a:effectLst/>
                <a:latin typeface="Arial" charset="0"/>
                <a:ea typeface="MS PGothic" panose="020B0600070205080204" pitchFamily="34" charset="-128"/>
                <a:cs typeface="+mn-cs"/>
              </a:rPr>
              <a:t>nameservers</a:t>
            </a:r>
            <a:r>
              <a:rPr lang="en-US" sz="1200" b="0" i="0" kern="1200" dirty="0">
                <a:solidFill>
                  <a:schemeClr val="tx1"/>
                </a:solidFill>
                <a:effectLst/>
                <a:latin typeface="Arial" charset="0"/>
                <a:ea typeface="MS PGothic" panose="020B0600070205080204" pitchFamily="34" charset="-128"/>
                <a:cs typeface="+mn-cs"/>
              </a:rPr>
              <a:t> referred to in these lines must host your domain.</a:t>
            </a:r>
          </a:p>
          <a:p>
            <a:r>
              <a:rPr lang="en-US" sz="1200" b="0" i="0" kern="1200" dirty="0">
                <a:solidFill>
                  <a:schemeClr val="tx1"/>
                </a:solidFill>
                <a:effectLst/>
                <a:latin typeface="Arial" charset="0"/>
                <a:ea typeface="MS PGothic" panose="020B0600070205080204" pitchFamily="34" charset="-128"/>
                <a:cs typeface="+mn-cs"/>
              </a:rPr>
              <a:t>The next record you should insert into the file is the MX record which identifies the Mail Exchanger (MX) host for your domain. This record should appear like this:</a:t>
            </a:r>
          </a:p>
          <a:p>
            <a:r>
              <a:rPr lang="en-US" sz="1200" b="0" i="0" kern="1200" dirty="0">
                <a:solidFill>
                  <a:schemeClr val="tx1"/>
                </a:solidFill>
                <a:effectLst/>
                <a:latin typeface="Arial" charset="0"/>
                <a:ea typeface="MS PGothic" panose="020B0600070205080204" pitchFamily="34" charset="-128"/>
                <a:cs typeface="+mn-cs"/>
              </a:rPr>
              <a:t>IN MX 10 </a:t>
            </a:r>
            <a:r>
              <a:rPr lang="en-US" sz="1200" b="0" i="0" kern="1200" dirty="0" err="1">
                <a:solidFill>
                  <a:schemeClr val="tx1"/>
                </a:solidFill>
                <a:effectLst/>
                <a:latin typeface="Arial" charset="0"/>
                <a:ea typeface="MS PGothic" panose="020B0600070205080204" pitchFamily="34" charset="-128"/>
                <a:cs typeface="+mn-cs"/>
              </a:rPr>
              <a:t>mail.yourdomain.tld</a:t>
            </a:r>
            <a:r>
              <a:rPr lang="en-US" sz="1200" b="0" i="0" kern="1200" dirty="0">
                <a:solidFill>
                  <a:schemeClr val="tx1"/>
                </a:solidFill>
                <a:effectLst/>
                <a:latin typeface="Arial" charset="0"/>
                <a:ea typeface="MS PGothic" panose="020B0600070205080204" pitchFamily="34" charset="-128"/>
                <a:cs typeface="+mn-cs"/>
              </a:rPr>
              <a:t>.</a:t>
            </a:r>
          </a:p>
          <a:p>
            <a:r>
              <a:rPr lang="en-US" sz="1200" b="0" i="0" kern="1200" dirty="0">
                <a:solidFill>
                  <a:schemeClr val="tx1"/>
                </a:solidFill>
                <a:effectLst/>
                <a:latin typeface="Arial" charset="0"/>
                <a:ea typeface="MS PGothic" panose="020B0600070205080204" pitchFamily="34" charset="-128"/>
                <a:cs typeface="+mn-cs"/>
              </a:rPr>
              <a:t>The hostname you use for this record must be a valid "A" record or "CNAME" record in the domain and should respond to email transfers for your domain.</a:t>
            </a:r>
          </a:p>
          <a:p>
            <a:r>
              <a:rPr lang="en-US" sz="1200" b="0" i="0" kern="1200" dirty="0">
                <a:solidFill>
                  <a:schemeClr val="tx1"/>
                </a:solidFill>
                <a:effectLst/>
                <a:latin typeface="Arial" charset="0"/>
                <a:ea typeface="MS PGothic" panose="020B0600070205080204" pitchFamily="34" charset="-128"/>
                <a:cs typeface="+mn-cs"/>
              </a:rPr>
              <a:t>Now we begin the main record portion of the file. The records you will now enter refer to hosts within the domain. Here is an example of some of the records you may enter:</a:t>
            </a:r>
          </a:p>
          <a:p>
            <a:r>
              <a:rPr lang="en-US" sz="1200" b="0" i="0" kern="1200" dirty="0">
                <a:solidFill>
                  <a:schemeClr val="tx1"/>
                </a:solidFill>
                <a:effectLst/>
                <a:latin typeface="Arial" charset="0"/>
                <a:ea typeface="MS PGothic" panose="020B0600070205080204" pitchFamily="34" charset="-128"/>
                <a:cs typeface="+mn-cs"/>
              </a:rPr>
              <a:t>       IN A 127.0.0.1</a:t>
            </a:r>
            <a:br>
              <a:rPr lang="en-US" sz="1200" b="0" i="0" kern="1200" dirty="0">
                <a:solidFill>
                  <a:schemeClr val="tx1"/>
                </a:solidFill>
                <a:effectLst/>
                <a:latin typeface="Arial" charset="0"/>
                <a:ea typeface="MS PGothic" panose="020B0600070205080204" pitchFamily="34" charset="-128"/>
                <a:cs typeface="+mn-cs"/>
              </a:rPr>
            </a:br>
            <a:r>
              <a:rPr lang="en-US" sz="1200" b="0" i="0" kern="1200" dirty="0">
                <a:solidFill>
                  <a:schemeClr val="tx1"/>
                </a:solidFill>
                <a:effectLst/>
                <a:latin typeface="Arial" charset="0"/>
                <a:ea typeface="MS PGothic" panose="020B0600070205080204" pitchFamily="34" charset="-128"/>
                <a:cs typeface="+mn-cs"/>
              </a:rPr>
              <a:t>mail IN A 127.0.0.1</a:t>
            </a:r>
            <a:br>
              <a:rPr lang="en-US" sz="1200" b="0" i="0" kern="1200" dirty="0">
                <a:solidFill>
                  <a:schemeClr val="tx1"/>
                </a:solidFill>
                <a:effectLst/>
                <a:latin typeface="Arial" charset="0"/>
                <a:ea typeface="MS PGothic" panose="020B0600070205080204" pitchFamily="34" charset="-128"/>
                <a:cs typeface="+mn-cs"/>
              </a:rPr>
            </a:br>
            <a:r>
              <a:rPr lang="en-US" sz="1200" b="0" i="0" kern="1200" dirty="0">
                <a:solidFill>
                  <a:schemeClr val="tx1"/>
                </a:solidFill>
                <a:effectLst/>
                <a:latin typeface="Arial" charset="0"/>
                <a:ea typeface="MS PGothic" panose="020B0600070205080204" pitchFamily="34" charset="-128"/>
                <a:cs typeface="+mn-cs"/>
              </a:rPr>
              <a:t>www  IN CNAME </a:t>
            </a:r>
            <a:r>
              <a:rPr lang="en-US" sz="1200" b="0" i="0" kern="1200" dirty="0" err="1">
                <a:solidFill>
                  <a:schemeClr val="tx1"/>
                </a:solidFill>
                <a:effectLst/>
                <a:latin typeface="Arial" charset="0"/>
                <a:ea typeface="MS PGothic" panose="020B0600070205080204" pitchFamily="34" charset="-128"/>
                <a:cs typeface="+mn-cs"/>
              </a:rPr>
              <a:t>yourdomain.tld</a:t>
            </a:r>
            <a:r>
              <a:rPr lang="en-US" sz="1200" b="0" i="0" kern="1200" dirty="0">
                <a:solidFill>
                  <a:schemeClr val="tx1"/>
                </a:solidFill>
                <a:effectLst/>
                <a:latin typeface="Arial" charset="0"/>
                <a:ea typeface="MS PGothic" panose="020B0600070205080204" pitchFamily="34" charset="-128"/>
                <a:cs typeface="+mn-cs"/>
              </a:rPr>
              <a:t>.</a:t>
            </a:r>
            <a:br>
              <a:rPr lang="en-US" sz="1200" b="0" i="0" kern="1200" dirty="0">
                <a:solidFill>
                  <a:schemeClr val="tx1"/>
                </a:solidFill>
                <a:effectLst/>
                <a:latin typeface="Arial" charset="0"/>
                <a:ea typeface="MS PGothic" panose="020B0600070205080204" pitchFamily="34" charset="-128"/>
                <a:cs typeface="+mn-cs"/>
              </a:rPr>
            </a:br>
            <a:r>
              <a:rPr lang="en-US" sz="1200" b="0" i="0" kern="1200" dirty="0">
                <a:solidFill>
                  <a:schemeClr val="tx1"/>
                </a:solidFill>
                <a:effectLst/>
                <a:latin typeface="Arial" charset="0"/>
                <a:ea typeface="MS PGothic" panose="020B0600070205080204" pitchFamily="34" charset="-128"/>
                <a:cs typeface="+mn-cs"/>
              </a:rPr>
              <a:t>ns1  IN A 127.0.0.1</a:t>
            </a:r>
            <a:br>
              <a:rPr lang="en-US" sz="1200" b="0" i="0" kern="1200" dirty="0">
                <a:solidFill>
                  <a:schemeClr val="tx1"/>
                </a:solidFill>
                <a:effectLst/>
                <a:latin typeface="Arial" charset="0"/>
                <a:ea typeface="MS PGothic" panose="020B0600070205080204" pitchFamily="34" charset="-128"/>
                <a:cs typeface="+mn-cs"/>
              </a:rPr>
            </a:br>
            <a:r>
              <a:rPr lang="en-US" sz="1200" b="0" i="0" kern="1200" dirty="0">
                <a:solidFill>
                  <a:schemeClr val="tx1"/>
                </a:solidFill>
                <a:effectLst/>
                <a:latin typeface="Arial" charset="0"/>
                <a:ea typeface="MS PGothic" panose="020B0600070205080204" pitchFamily="34" charset="-128"/>
                <a:cs typeface="+mn-cs"/>
              </a:rPr>
              <a:t>ns2  IN A 127.0.0.2</a:t>
            </a:r>
          </a:p>
          <a:p>
            <a:r>
              <a:rPr lang="en-US" sz="1200" b="0" i="0" kern="1200" dirty="0">
                <a:solidFill>
                  <a:schemeClr val="tx1"/>
                </a:solidFill>
                <a:effectLst/>
                <a:latin typeface="Arial" charset="0"/>
                <a:ea typeface="MS PGothic" panose="020B0600070205080204" pitchFamily="34" charset="-128"/>
                <a:cs typeface="+mn-cs"/>
              </a:rPr>
              <a:t>After you look over these lines I want to point out a few items. </a:t>
            </a:r>
          </a:p>
          <a:p>
            <a:r>
              <a:rPr lang="en-US" sz="1200" b="0" i="0" kern="1200" dirty="0">
                <a:solidFill>
                  <a:schemeClr val="tx1"/>
                </a:solidFill>
                <a:effectLst/>
                <a:latin typeface="Arial" charset="0"/>
                <a:ea typeface="MS PGothic" panose="020B0600070205080204" pitchFamily="34" charset="-128"/>
                <a:cs typeface="+mn-cs"/>
              </a:rPr>
              <a:t>The "A" records for the "NS" records above are created here.</a:t>
            </a:r>
          </a:p>
          <a:p>
            <a:r>
              <a:rPr lang="en-US" sz="1200" b="0" i="0" kern="1200" dirty="0">
                <a:solidFill>
                  <a:schemeClr val="tx1"/>
                </a:solidFill>
                <a:effectLst/>
                <a:latin typeface="Arial" charset="0"/>
                <a:ea typeface="MS PGothic" panose="020B0600070205080204" pitchFamily="34" charset="-128"/>
                <a:cs typeface="+mn-cs"/>
              </a:rPr>
              <a:t>The "A" record for the "MX" record above is created here.</a:t>
            </a:r>
          </a:p>
          <a:p>
            <a:r>
              <a:rPr lang="en-US" sz="1200" b="0" i="0" kern="1200" dirty="0">
                <a:solidFill>
                  <a:schemeClr val="tx1"/>
                </a:solidFill>
                <a:effectLst/>
                <a:latin typeface="Arial" charset="0"/>
                <a:ea typeface="MS PGothic" panose="020B0600070205080204" pitchFamily="34" charset="-128"/>
                <a:cs typeface="+mn-cs"/>
              </a:rPr>
              <a:t>The "A" record for requests which contain no hostname is the first in the list.</a:t>
            </a:r>
          </a:p>
          <a:p>
            <a:r>
              <a:rPr lang="en-US" sz="1200" b="0" i="0" kern="1200" dirty="0">
                <a:solidFill>
                  <a:schemeClr val="tx1"/>
                </a:solidFill>
                <a:effectLst/>
                <a:latin typeface="Arial" charset="0"/>
                <a:ea typeface="MS PGothic" panose="020B0600070205080204" pitchFamily="34" charset="-128"/>
                <a:cs typeface="+mn-cs"/>
              </a:rPr>
              <a:t>The other "A" records are miscellaneous records for hostname that are common.</a:t>
            </a:r>
          </a:p>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30</a:t>
            </a:fld>
            <a:endParaRPr lang="en-US" altLang="nl-NL"/>
          </a:p>
        </p:txBody>
      </p:sp>
    </p:spTree>
    <p:extLst>
      <p:ext uri="{BB962C8B-B14F-4D97-AF65-F5344CB8AC3E}">
        <p14:creationId xmlns:p14="http://schemas.microsoft.com/office/powerpoint/2010/main" val="3296920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b="0" i="0" kern="1200" dirty="0">
                <a:solidFill>
                  <a:schemeClr val="tx1"/>
                </a:solidFill>
                <a:effectLst/>
                <a:latin typeface="Arial" charset="0"/>
                <a:ea typeface="MS PGothic" panose="020B0600070205080204" pitchFamily="34" charset="-128"/>
                <a:cs typeface="+mn-cs"/>
              </a:rPr>
              <a:t>We maken bij de checks gebruik van “</a:t>
            </a:r>
            <a:r>
              <a:rPr lang="nl-NL" sz="1200" b="0" i="0" kern="1200" dirty="0" err="1">
                <a:solidFill>
                  <a:schemeClr val="tx1"/>
                </a:solidFill>
                <a:effectLst/>
                <a:latin typeface="Arial" charset="0"/>
                <a:ea typeface="MS PGothic" panose="020B0600070205080204" pitchFamily="34" charset="-128"/>
                <a:cs typeface="+mn-cs"/>
              </a:rPr>
              <a:t>sudo</a:t>
            </a:r>
            <a:r>
              <a:rPr lang="nl-NL" sz="1200" b="0" i="0" kern="1200" dirty="0">
                <a:solidFill>
                  <a:schemeClr val="tx1"/>
                </a:solidFill>
                <a:effectLst/>
                <a:latin typeface="Arial" charset="0"/>
                <a:ea typeface="MS PGothic" panose="020B0600070205080204" pitchFamily="34" charset="-128"/>
                <a:cs typeface="+mn-cs"/>
              </a:rPr>
              <a:t> -u </a:t>
            </a:r>
            <a:r>
              <a:rPr lang="nl-NL" sz="1200" b="0" i="0" kern="1200" dirty="0" err="1">
                <a:solidFill>
                  <a:schemeClr val="tx1"/>
                </a:solidFill>
                <a:effectLst/>
                <a:latin typeface="Arial" charset="0"/>
                <a:ea typeface="MS PGothic" panose="020B0600070205080204" pitchFamily="34" charset="-128"/>
                <a:cs typeface="+mn-cs"/>
              </a:rPr>
              <a:t>named</a:t>
            </a:r>
            <a:r>
              <a:rPr lang="nl-NL" sz="1200" b="0" i="0" kern="1200" dirty="0">
                <a:solidFill>
                  <a:schemeClr val="tx1"/>
                </a:solidFill>
                <a:effectLst/>
                <a:latin typeface="Arial" charset="0"/>
                <a:ea typeface="MS PGothic" panose="020B0600070205080204" pitchFamily="34" charset="-128"/>
                <a:cs typeface="+mn-cs"/>
              </a:rPr>
              <a:t>” omdat problemen met de rechten dan ook direct boven water komen</a:t>
            </a:r>
            <a:endParaRPr lang="en-US" sz="1200" b="0" i="0" kern="1200" dirty="0">
              <a:solidFill>
                <a:schemeClr val="tx1"/>
              </a:solidFill>
              <a:effectLst/>
              <a:latin typeface="Arial" charset="0"/>
              <a:ea typeface="MS PGothic" panose="020B0600070205080204" pitchFamily="34" charset="-128"/>
              <a:cs typeface="+mn-cs"/>
            </a:endParaRPr>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31</a:t>
            </a:fld>
            <a:endParaRPr lang="en-US" altLang="nl-NL"/>
          </a:p>
        </p:txBody>
      </p:sp>
    </p:spTree>
    <p:extLst>
      <p:ext uri="{BB962C8B-B14F-4D97-AF65-F5344CB8AC3E}">
        <p14:creationId xmlns:p14="http://schemas.microsoft.com/office/powerpoint/2010/main" val="37016461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91583026-8B91-45F6-8F66-DF8008DBAF58}"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fld id="{9DDA7E93-3876-45DD-A94F-BAB3F2885A38}" type="slidenum">
              <a:rPr lang="en-US" altLang="nl-NL" smtClean="0"/>
              <a:pPr/>
              <a:t>32</a:t>
            </a:fld>
            <a:endParaRPr lang="en-US" altLang="nl-NL"/>
          </a:p>
        </p:txBody>
      </p:sp>
    </p:spTree>
    <p:extLst>
      <p:ext uri="{BB962C8B-B14F-4D97-AF65-F5344CB8AC3E}">
        <p14:creationId xmlns:p14="http://schemas.microsoft.com/office/powerpoint/2010/main" val="3243602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Zie</a:t>
            </a:r>
            <a:r>
              <a:rPr lang="en-US" dirty="0"/>
              <a:t> </a:t>
            </a:r>
            <a:r>
              <a:rPr lang="en-US" dirty="0" err="1"/>
              <a:t>ook</a:t>
            </a:r>
            <a:r>
              <a:rPr lang="en-US" dirty="0"/>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Unix and Linux System Administration Handbook, 5th Edition”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blz</a:t>
            </a:r>
            <a:r>
              <a:rPr lang="en-US" sz="1200" dirty="0">
                <a:effectLst/>
                <a:latin typeface="Calibri" panose="020F0502020204030204" pitchFamily="34" charset="0"/>
                <a:ea typeface="Calibri" panose="020F0502020204030204" pitchFamily="34" charset="0"/>
                <a:cs typeface="Times New Roman" panose="02020603050405020304" pitchFamily="18" charset="0"/>
              </a:rPr>
              <a:t>. 520-521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RFC 1912: https://datatracker.ietf.org/doc/html/rfc1912</a:t>
            </a:r>
          </a:p>
        </p:txBody>
      </p:sp>
      <p:sp>
        <p:nvSpPr>
          <p:cNvPr id="4" name="Slide Number Placeholder 3"/>
          <p:cNvSpPr>
            <a:spLocks noGrp="1"/>
          </p:cNvSpPr>
          <p:nvPr>
            <p:ph type="sldNum" sz="quarter" idx="5"/>
          </p:nvPr>
        </p:nvSpPr>
        <p:spPr/>
        <p:txBody>
          <a:bodyPr/>
          <a:lstStyle/>
          <a:p>
            <a:fld id="{25AFEC66-6BFA-9A4F-8C14-93D2FB19A680}" type="slidenum">
              <a:rPr lang="nl-NL" smtClean="0"/>
              <a:t>33</a:t>
            </a:fld>
            <a:endParaRPr lang="nl-NL"/>
          </a:p>
        </p:txBody>
      </p:sp>
    </p:spTree>
    <p:extLst>
      <p:ext uri="{BB962C8B-B14F-4D97-AF65-F5344CB8AC3E}">
        <p14:creationId xmlns:p14="http://schemas.microsoft.com/office/powerpoint/2010/main" val="23352947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dirty="0" err="1"/>
              <a:t>addr.arpa</a:t>
            </a:r>
            <a:r>
              <a:rPr lang="en-US" dirty="0"/>
              <a:t> is </a:t>
            </a:r>
            <a:r>
              <a:rPr lang="en-US" dirty="0" err="1"/>
              <a:t>gedefinieerd</a:t>
            </a:r>
            <a:r>
              <a:rPr lang="en-US" dirty="0"/>
              <a:t> in RFC ,</a:t>
            </a:r>
          </a:p>
          <a:p>
            <a:r>
              <a:rPr lang="en-US" dirty="0"/>
              <a:t>ip6.arpa in RFC 3596 </a:t>
            </a:r>
            <a:r>
              <a:rPr lang="en-US" dirty="0" err="1"/>
              <a:t>sectie</a:t>
            </a:r>
            <a:r>
              <a:rPr lang="en-US" dirty="0"/>
              <a:t> 2.5 (https://datatracker.ietf.org/doc/html/rfc3596#section-2.5)</a:t>
            </a:r>
          </a:p>
          <a:p>
            <a:r>
              <a:rPr lang="en-US" dirty="0" err="1"/>
              <a:t>Zie</a:t>
            </a:r>
            <a:r>
              <a:rPr lang="en-US" dirty="0"/>
              <a:t> </a:t>
            </a:r>
            <a:r>
              <a:rPr lang="en-US" dirty="0" err="1"/>
              <a:t>ook</a:t>
            </a:r>
            <a:r>
              <a:rPr lang="en-US" dirty="0"/>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Unix and Linux System Administration Handbook, 5th Edition”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blz</a:t>
            </a:r>
            <a:r>
              <a:rPr lang="en-US" sz="1800" dirty="0">
                <a:effectLst/>
                <a:latin typeface="Calibri" panose="020F0502020204030204" pitchFamily="34" charset="0"/>
                <a:ea typeface="Calibri" panose="020F0502020204030204" pitchFamily="34" charset="0"/>
                <a:cs typeface="Times New Roman" panose="02020603050405020304" pitchFamily="18" charset="0"/>
              </a:rPr>
              <a:t>. 520-521</a:t>
            </a:r>
          </a:p>
          <a:p>
            <a:r>
              <a:rPr lang="en-US" sz="1800" dirty="0" err="1">
                <a:effectLst/>
                <a:latin typeface="Calibri" panose="020F0502020204030204" pitchFamily="34" charset="0"/>
                <a:cs typeface="Times New Roman" panose="02020603050405020304" pitchFamily="18" charset="0"/>
              </a:rPr>
              <a:t>arpaname</a:t>
            </a:r>
            <a:r>
              <a:rPr lang="en-US" sz="1800" dirty="0">
                <a:effectLst/>
                <a:latin typeface="Calibri" panose="020F0502020204030204" pitchFamily="34" charset="0"/>
                <a:cs typeface="Times New Roman" panose="02020603050405020304" pitchFamily="18" charset="0"/>
              </a:rPr>
              <a:t> </a:t>
            </a:r>
            <a:r>
              <a:rPr lang="en-US" sz="1800">
                <a:effectLst/>
                <a:latin typeface="Calibri" panose="020F0502020204030204" pitchFamily="34" charset="0"/>
                <a:cs typeface="Times New Roman" panose="02020603050405020304" pitchFamily="18" charset="0"/>
              </a:rPr>
              <a:t>is in RHEL/Rocky onderdeel </a:t>
            </a:r>
            <a:r>
              <a:rPr lang="en-US" sz="1800" dirty="0">
                <a:effectLst/>
                <a:latin typeface="Calibri" panose="020F0502020204030204" pitchFamily="34" charset="0"/>
                <a:cs typeface="Times New Roman" panose="02020603050405020304" pitchFamily="18" charset="0"/>
              </a:rPr>
              <a:t>van het bind-utils package</a:t>
            </a:r>
            <a:endParaRPr lang="en-NL" dirty="0"/>
          </a:p>
        </p:txBody>
      </p:sp>
      <p:sp>
        <p:nvSpPr>
          <p:cNvPr id="4" name="Slide Number Placeholder 3"/>
          <p:cNvSpPr>
            <a:spLocks noGrp="1"/>
          </p:cNvSpPr>
          <p:nvPr>
            <p:ph type="sldNum" sz="quarter" idx="5"/>
          </p:nvPr>
        </p:nvSpPr>
        <p:spPr/>
        <p:txBody>
          <a:bodyPr/>
          <a:lstStyle/>
          <a:p>
            <a:fld id="{25AFEC66-6BFA-9A4F-8C14-93D2FB19A680}" type="slidenum">
              <a:rPr lang="nl-NL" smtClean="0"/>
              <a:t>34</a:t>
            </a:fld>
            <a:endParaRPr lang="nl-NL"/>
          </a:p>
        </p:txBody>
      </p:sp>
    </p:spTree>
    <p:extLst>
      <p:ext uri="{BB962C8B-B14F-4D97-AF65-F5344CB8AC3E}">
        <p14:creationId xmlns:p14="http://schemas.microsoft.com/office/powerpoint/2010/main" val="4160202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err="1">
                <a:solidFill>
                  <a:prstClr val="black"/>
                </a:solidFill>
                <a:latin typeface="Consolas" panose="020B0609020204030204" pitchFamily="49" charset="0"/>
              </a:rPr>
              <a:t>Exacte</a:t>
            </a:r>
            <a:r>
              <a:rPr lang="en-US" sz="1800" dirty="0">
                <a:solidFill>
                  <a:prstClr val="black"/>
                </a:solidFill>
                <a:latin typeface="Consolas" panose="020B0609020204030204" pitchFamily="49" charset="0"/>
              </a:rPr>
              <a:t> </a:t>
            </a:r>
            <a:r>
              <a:rPr lang="en-US" sz="1800" dirty="0" err="1">
                <a:solidFill>
                  <a:prstClr val="black"/>
                </a:solidFill>
                <a:latin typeface="Consolas" panose="020B0609020204030204" pitchFamily="49" charset="0"/>
              </a:rPr>
              <a:t>werking</a:t>
            </a:r>
            <a:r>
              <a:rPr lang="en-US" sz="1800" dirty="0">
                <a:solidFill>
                  <a:prstClr val="black"/>
                </a:solidFill>
                <a:latin typeface="Consolas" panose="020B0609020204030204" pitchFamily="49" charset="0"/>
              </a:rPr>
              <a:t> </a:t>
            </a:r>
            <a:r>
              <a:rPr lang="en-US" sz="1800" dirty="0" err="1">
                <a:solidFill>
                  <a:prstClr val="black"/>
                </a:solidFill>
                <a:latin typeface="Consolas" panose="020B0609020204030204" pitchFamily="49" charset="0"/>
              </a:rPr>
              <a:t>bij</a:t>
            </a:r>
            <a:r>
              <a:rPr lang="en-US" sz="1800" dirty="0">
                <a:solidFill>
                  <a:prstClr val="black"/>
                </a:solidFill>
                <a:latin typeface="Consolas" panose="020B0609020204030204" pitchFamily="49" charset="0"/>
              </a:rPr>
              <a:t> IPv6 is </a:t>
            </a:r>
            <a:r>
              <a:rPr lang="en-US" sz="1800" dirty="0" err="1">
                <a:solidFill>
                  <a:prstClr val="black"/>
                </a:solidFill>
                <a:latin typeface="Consolas" panose="020B0609020204030204" pitchFamily="49" charset="0"/>
              </a:rPr>
              <a:t>geen</a:t>
            </a:r>
            <a:r>
              <a:rPr lang="en-US" sz="1800" dirty="0">
                <a:solidFill>
                  <a:prstClr val="black"/>
                </a:solidFill>
                <a:latin typeface="Consolas" panose="020B0609020204030204" pitchFamily="49" charset="0"/>
              </a:rPr>
              <a:t> </a:t>
            </a:r>
            <a:r>
              <a:rPr lang="en-US" sz="1800" dirty="0" err="1">
                <a:solidFill>
                  <a:prstClr val="black"/>
                </a:solidFill>
                <a:latin typeface="Consolas" panose="020B0609020204030204" pitchFamily="49" charset="0"/>
              </a:rPr>
              <a:t>tentamenstof</a:t>
            </a:r>
            <a:r>
              <a:rPr lang="en-US" sz="1800" dirty="0">
                <a:solidFill>
                  <a:prstClr val="black"/>
                </a:solidFill>
                <a:latin typeface="Consolas" panose="020B0609020204030204" pitchFamily="49" charset="0"/>
              </a:rPr>
              <a:t>, </a:t>
            </a:r>
            <a:r>
              <a:rPr lang="en-US" sz="1800" dirty="0" err="1">
                <a:solidFill>
                  <a:prstClr val="black"/>
                </a:solidFill>
                <a:latin typeface="Consolas" panose="020B0609020204030204" pitchFamily="49" charset="0"/>
              </a:rPr>
              <a:t>wel</a:t>
            </a:r>
            <a:r>
              <a:rPr lang="en-US" sz="1800" dirty="0">
                <a:solidFill>
                  <a:prstClr val="black"/>
                </a:solidFill>
                <a:latin typeface="Consolas" panose="020B0609020204030204" pitchFamily="49" charset="0"/>
              </a:rPr>
              <a:t> </a:t>
            </a:r>
            <a:r>
              <a:rPr lang="en-US" sz="1800" dirty="0" err="1">
                <a:solidFill>
                  <a:prstClr val="black"/>
                </a:solidFill>
                <a:latin typeface="Consolas" panose="020B0609020204030204" pitchFamily="49" charset="0"/>
              </a:rPr>
              <a:t>dat</a:t>
            </a:r>
            <a:r>
              <a:rPr lang="en-US" sz="1800" dirty="0">
                <a:solidFill>
                  <a:prstClr val="black"/>
                </a:solidFill>
                <a:latin typeface="Consolas" panose="020B0609020204030204" pitchFamily="49" charset="0"/>
              </a:rPr>
              <a:t> het via PTR records </a:t>
            </a:r>
            <a:r>
              <a:rPr lang="en-US" sz="1800" dirty="0" err="1">
                <a:solidFill>
                  <a:prstClr val="black"/>
                </a:solidFill>
                <a:latin typeface="Consolas" panose="020B0609020204030204" pitchFamily="49" charset="0"/>
              </a:rPr>
              <a:t>gaat</a:t>
            </a:r>
            <a:r>
              <a:rPr lang="en-US" sz="1800" dirty="0">
                <a:solidFill>
                  <a:prstClr val="black"/>
                </a:solidFill>
                <a:latin typeface="Consolas" panose="020B0609020204030204" pitchFamily="49" charset="0"/>
              </a:rPr>
              <a:t> en </a:t>
            </a:r>
            <a:r>
              <a:rPr lang="en-US" sz="1800" dirty="0" err="1">
                <a:solidFill>
                  <a:prstClr val="black"/>
                </a:solidFill>
                <a:latin typeface="Consolas" panose="020B0609020204030204" pitchFamily="49" charset="0"/>
              </a:rPr>
              <a:t>dat</a:t>
            </a:r>
            <a:r>
              <a:rPr lang="en-US" sz="1800" dirty="0">
                <a:solidFill>
                  <a:prstClr val="black"/>
                </a:solidFill>
                <a:latin typeface="Consolas" panose="020B0609020204030204" pitchFamily="49" charset="0"/>
              </a:rPr>
              <a:t> die er dan </a:t>
            </a:r>
            <a:r>
              <a:rPr lang="en-US" sz="1800" dirty="0" err="1">
                <a:solidFill>
                  <a:prstClr val="black"/>
                </a:solidFill>
                <a:latin typeface="Consolas" panose="020B0609020204030204" pitchFamily="49" charset="0"/>
              </a:rPr>
              <a:t>ongeveer</a:t>
            </a:r>
            <a:r>
              <a:rPr lang="en-US" sz="1800" dirty="0">
                <a:solidFill>
                  <a:prstClr val="black"/>
                </a:solidFill>
                <a:latin typeface="Consolas" panose="020B0609020204030204" pitchFamily="49" charset="0"/>
              </a:rPr>
              <a:t> zo </a:t>
            </a:r>
            <a:r>
              <a:rPr lang="en-US" sz="1800" dirty="0" err="1">
                <a:solidFill>
                  <a:prstClr val="black"/>
                </a:solidFill>
                <a:latin typeface="Consolas" panose="020B0609020204030204" pitchFamily="49" charset="0"/>
              </a:rPr>
              <a:t>uitzien</a:t>
            </a:r>
            <a:r>
              <a:rPr lang="en-US" sz="1800" dirty="0">
                <a:solidFill>
                  <a:prstClr val="black"/>
                </a:solidFill>
                <a:latin typeface="Consolas" panose="020B0609020204030204" pitchFamily="49" charset="0"/>
              </a:rPr>
              <a:t>.</a:t>
            </a:r>
          </a:p>
          <a:p>
            <a:endParaRPr lang="en-US" sz="1800" dirty="0">
              <a:solidFill>
                <a:prstClr val="black"/>
              </a:solidFill>
              <a:latin typeface="Consolas" panose="020B0609020204030204" pitchFamily="49" charset="0"/>
            </a:endParaRPr>
          </a:p>
          <a:p>
            <a:r>
              <a:rPr lang="en-US" sz="1800" dirty="0">
                <a:solidFill>
                  <a:prstClr val="black"/>
                </a:solidFill>
                <a:latin typeface="Consolas" panose="020B0609020204030204" pitchFamily="49" charset="0"/>
              </a:rPr>
              <a:t>$ dig +</a:t>
            </a:r>
            <a:r>
              <a:rPr lang="en-US" sz="1800" dirty="0" err="1">
                <a:solidFill>
                  <a:prstClr val="black"/>
                </a:solidFill>
                <a:latin typeface="Consolas" panose="020B0609020204030204" pitchFamily="49" charset="0"/>
              </a:rPr>
              <a:t>noall</a:t>
            </a:r>
            <a:r>
              <a:rPr lang="en-US" sz="1800" dirty="0">
                <a:solidFill>
                  <a:prstClr val="black"/>
                </a:solidFill>
                <a:latin typeface="Consolas" panose="020B0609020204030204" pitchFamily="49" charset="0"/>
              </a:rPr>
              <a:t> +answer -x 8.8.4.4</a:t>
            </a:r>
          </a:p>
          <a:p>
            <a:r>
              <a:rPr lang="en-US" sz="1800" dirty="0">
                <a:solidFill>
                  <a:prstClr val="black"/>
                </a:solidFill>
                <a:latin typeface="Consolas" panose="020B0609020204030204" pitchFamily="49" charset="0"/>
              </a:rPr>
              <a:t>4.4.8.8.in-addr.arpa.   86400   IN      PTR     </a:t>
            </a:r>
            <a:r>
              <a:rPr lang="en-US" sz="1800" dirty="0" err="1">
                <a:solidFill>
                  <a:prstClr val="black"/>
                </a:solidFill>
                <a:latin typeface="Consolas" panose="020B0609020204030204" pitchFamily="49" charset="0"/>
              </a:rPr>
              <a:t>dns.google</a:t>
            </a:r>
            <a:r>
              <a:rPr lang="en-US" sz="1800" dirty="0">
                <a:solidFill>
                  <a:prstClr val="black"/>
                </a:solidFill>
                <a:latin typeface="Consolas" panose="020B0609020204030204" pitchFamily="49" charset="0"/>
              </a:rPr>
              <a:t>.</a:t>
            </a:r>
          </a:p>
          <a:p>
            <a:endParaRPr lang="en-NL" sz="1800" dirty="0">
              <a:solidFill>
                <a:prstClr val="black"/>
              </a:solidFill>
              <a:latin typeface="Consolas" panose="020B0609020204030204" pitchFamily="49" charset="0"/>
            </a:endParaRPr>
          </a:p>
          <a:p>
            <a:r>
              <a:rPr lang="en-US" sz="1800" dirty="0">
                <a:solidFill>
                  <a:prstClr val="black"/>
                </a:solidFill>
                <a:latin typeface="Consolas" panose="020B0609020204030204" pitchFamily="49" charset="0"/>
              </a:rPr>
              <a:t>$ dig +</a:t>
            </a:r>
            <a:r>
              <a:rPr lang="en-US" sz="1800" dirty="0" err="1">
                <a:solidFill>
                  <a:prstClr val="black"/>
                </a:solidFill>
                <a:latin typeface="Consolas" panose="020B0609020204030204" pitchFamily="49" charset="0"/>
              </a:rPr>
              <a:t>noall</a:t>
            </a:r>
            <a:r>
              <a:rPr lang="en-US" sz="1800" dirty="0">
                <a:solidFill>
                  <a:prstClr val="black"/>
                </a:solidFill>
                <a:latin typeface="Consolas" panose="020B0609020204030204" pitchFamily="49" charset="0"/>
              </a:rPr>
              <a:t> +answer </a:t>
            </a:r>
            <a:r>
              <a:rPr lang="en-US" sz="1800" dirty="0" err="1">
                <a:solidFill>
                  <a:prstClr val="black"/>
                </a:solidFill>
                <a:latin typeface="Consolas" panose="020B0609020204030204" pitchFamily="49" charset="0"/>
              </a:rPr>
              <a:t>dns.google</a:t>
            </a:r>
            <a:r>
              <a:rPr lang="en-US" sz="1800" dirty="0">
                <a:solidFill>
                  <a:prstClr val="black"/>
                </a:solidFill>
                <a:latin typeface="Consolas" panose="020B0609020204030204" pitchFamily="49" charset="0"/>
              </a:rPr>
              <a:t> </a:t>
            </a:r>
            <a:r>
              <a:rPr lang="en-US" sz="1800" dirty="0" err="1">
                <a:solidFill>
                  <a:prstClr val="black"/>
                </a:solidFill>
                <a:latin typeface="Consolas" panose="020B0609020204030204" pitchFamily="49" charset="0"/>
              </a:rPr>
              <a:t>aaaa</a:t>
            </a:r>
            <a:endParaRPr lang="en-US" sz="1800" dirty="0">
              <a:solidFill>
                <a:prstClr val="black"/>
              </a:solidFill>
              <a:latin typeface="Consolas" panose="020B0609020204030204" pitchFamily="49" charset="0"/>
            </a:endParaRPr>
          </a:p>
          <a:p>
            <a:r>
              <a:rPr lang="nl-NL" sz="1800" dirty="0" err="1">
                <a:solidFill>
                  <a:prstClr val="black"/>
                </a:solidFill>
                <a:latin typeface="Consolas" panose="020B0609020204030204" pitchFamily="49" charset="0"/>
              </a:rPr>
              <a:t>dns.google</a:t>
            </a:r>
            <a:r>
              <a:rPr lang="nl-NL" sz="1800" dirty="0">
                <a:solidFill>
                  <a:prstClr val="black"/>
                </a:solidFill>
                <a:latin typeface="Consolas" panose="020B0609020204030204" pitchFamily="49" charset="0"/>
              </a:rPr>
              <a:t>.             53      IN      AAAA    2001:4860:4860::8888</a:t>
            </a:r>
          </a:p>
          <a:p>
            <a:r>
              <a:rPr lang="nl-NL" sz="1800" dirty="0" err="1">
                <a:solidFill>
                  <a:prstClr val="black"/>
                </a:solidFill>
                <a:latin typeface="Consolas" panose="020B0609020204030204" pitchFamily="49" charset="0"/>
              </a:rPr>
              <a:t>dns.google</a:t>
            </a:r>
            <a:r>
              <a:rPr lang="nl-NL" sz="1800" dirty="0">
                <a:solidFill>
                  <a:prstClr val="black"/>
                </a:solidFill>
                <a:latin typeface="Consolas" panose="020B0609020204030204" pitchFamily="49" charset="0"/>
              </a:rPr>
              <a:t>.             53      IN      AAAA    2001:4860:4860::8844</a:t>
            </a:r>
          </a:p>
          <a:p>
            <a:endParaRPr lang="en-NL" sz="1800" dirty="0">
              <a:solidFill>
                <a:prstClr val="black"/>
              </a:solidFill>
              <a:latin typeface="Consolas" panose="020B0609020204030204" pitchFamily="49" charset="0"/>
            </a:endParaRPr>
          </a:p>
          <a:p>
            <a:r>
              <a:rPr lang="en-US" sz="1800" dirty="0">
                <a:solidFill>
                  <a:prstClr val="black"/>
                </a:solidFill>
                <a:latin typeface="Consolas" panose="020B0609020204030204" pitchFamily="49" charset="0"/>
              </a:rPr>
              <a:t>$ dig +</a:t>
            </a:r>
            <a:r>
              <a:rPr lang="en-US" sz="1800" dirty="0" err="1">
                <a:solidFill>
                  <a:prstClr val="black"/>
                </a:solidFill>
                <a:latin typeface="Consolas" panose="020B0609020204030204" pitchFamily="49" charset="0"/>
              </a:rPr>
              <a:t>noall</a:t>
            </a:r>
            <a:r>
              <a:rPr lang="en-US" sz="1800" dirty="0">
                <a:solidFill>
                  <a:prstClr val="black"/>
                </a:solidFill>
                <a:latin typeface="Consolas" panose="020B0609020204030204" pitchFamily="49" charset="0"/>
              </a:rPr>
              <a:t> +answer -x 2001:4860:4860::8844</a:t>
            </a:r>
          </a:p>
          <a:p>
            <a:r>
              <a:rPr lang="nl-NL" sz="1800" dirty="0">
                <a:solidFill>
                  <a:prstClr val="black"/>
                </a:solidFill>
                <a:latin typeface="Consolas" panose="020B0609020204030204" pitchFamily="49" charset="0"/>
              </a:rPr>
              <a:t>4.4.8.8.0.0.0.0.0.0.0.0.0.0.0.0.0.0.0.0.0.6.8.4.0.6.8.4.1.0.0.2.ip6.arpa. 86400IN PTR </a:t>
            </a:r>
            <a:r>
              <a:rPr lang="nl-NL" sz="1800" dirty="0" err="1">
                <a:solidFill>
                  <a:prstClr val="black"/>
                </a:solidFill>
                <a:latin typeface="Consolas" panose="020B0609020204030204" pitchFamily="49" charset="0"/>
              </a:rPr>
              <a:t>dns.google</a:t>
            </a:r>
            <a:r>
              <a:rPr lang="nl-NL" sz="1800" dirty="0">
                <a:solidFill>
                  <a:prstClr val="black"/>
                </a:solidFill>
                <a:latin typeface="Consolas" panose="020B0609020204030204" pitchFamily="49" charset="0"/>
              </a:rPr>
              <a:t>.</a:t>
            </a:r>
          </a:p>
        </p:txBody>
      </p:sp>
      <p:sp>
        <p:nvSpPr>
          <p:cNvPr id="4" name="Slide Number Placeholder 3"/>
          <p:cNvSpPr>
            <a:spLocks noGrp="1"/>
          </p:cNvSpPr>
          <p:nvPr>
            <p:ph type="sldNum" sz="quarter" idx="5"/>
          </p:nvPr>
        </p:nvSpPr>
        <p:spPr/>
        <p:txBody>
          <a:bodyPr/>
          <a:lstStyle/>
          <a:p>
            <a:fld id="{25AFEC66-6BFA-9A4F-8C14-93D2FB19A680}" type="slidenum">
              <a:rPr lang="nl-NL" smtClean="0"/>
              <a:t>35</a:t>
            </a:fld>
            <a:endParaRPr lang="nl-NL"/>
          </a:p>
        </p:txBody>
      </p:sp>
    </p:spTree>
    <p:extLst>
      <p:ext uri="{BB962C8B-B14F-4D97-AF65-F5344CB8AC3E}">
        <p14:creationId xmlns:p14="http://schemas.microsoft.com/office/powerpoint/2010/main" val="21062941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 screenshots</a:t>
            </a:r>
            <a:endParaRPr lang="en-NL" dirty="0"/>
          </a:p>
        </p:txBody>
      </p:sp>
      <p:sp>
        <p:nvSpPr>
          <p:cNvPr id="4" name="Slide Number Placeholder 3"/>
          <p:cNvSpPr>
            <a:spLocks noGrp="1"/>
          </p:cNvSpPr>
          <p:nvPr>
            <p:ph type="sldNum" sz="quarter" idx="5"/>
          </p:nvPr>
        </p:nvSpPr>
        <p:spPr/>
        <p:txBody>
          <a:bodyPr/>
          <a:lstStyle/>
          <a:p>
            <a:fld id="{25AFEC66-6BFA-9A4F-8C14-93D2FB19A680}" type="slidenum">
              <a:rPr lang="nl-NL" smtClean="0"/>
              <a:t>36</a:t>
            </a:fld>
            <a:endParaRPr lang="nl-NL"/>
          </a:p>
        </p:txBody>
      </p:sp>
    </p:spTree>
    <p:extLst>
      <p:ext uri="{BB962C8B-B14F-4D97-AF65-F5344CB8AC3E}">
        <p14:creationId xmlns:p14="http://schemas.microsoft.com/office/powerpoint/2010/main" val="33209971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C41B7890-C643-460B-88D9-77F9E61E1546}" type="datetime1">
              <a:rPr lang="en-US" altLang="nl-NL" smtClean="0"/>
              <a:pPr>
                <a:defRPr/>
              </a:pPr>
              <a:t>9/9/2025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BF7D06B2-5EAB-4995-A0F5-6691DB0AC2A8}" type="slidenum">
              <a:rPr lang="en-US" altLang="nl-NL" smtClean="0"/>
              <a:pPr>
                <a:defRPr/>
              </a:pPr>
              <a:t>40</a:t>
            </a:fld>
            <a:endParaRPr lang="en-US" altLang="nl-NL"/>
          </a:p>
        </p:txBody>
      </p:sp>
    </p:spTree>
    <p:extLst>
      <p:ext uri="{BB962C8B-B14F-4D97-AF65-F5344CB8AC3E}">
        <p14:creationId xmlns:p14="http://schemas.microsoft.com/office/powerpoint/2010/main" val="14181576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Voorblad">
    <p:spTree>
      <p:nvGrpSpPr>
        <p:cNvPr id="1" name=""/>
        <p:cNvGrpSpPr/>
        <p:nvPr/>
      </p:nvGrpSpPr>
      <p:grpSpPr>
        <a:xfrm>
          <a:off x="0" y="0"/>
          <a:ext cx="0" cy="0"/>
          <a:chOff x="0" y="0"/>
          <a:chExt cx="0" cy="0"/>
        </a:xfrm>
      </p:grpSpPr>
      <p:sp>
        <p:nvSpPr>
          <p:cNvPr id="4" name="Rechthoek 3"/>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2" name="Afbeelding 11" descr="hu voluit.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5414" y="300471"/>
            <a:ext cx="4042858" cy="987270"/>
          </a:xfrm>
          <a:prstGeom prst="rect">
            <a:avLst/>
          </a:prstGeom>
        </p:spPr>
      </p:pic>
    </p:spTree>
    <p:extLst>
      <p:ext uri="{BB962C8B-B14F-4D97-AF65-F5344CB8AC3E}">
        <p14:creationId xmlns:p14="http://schemas.microsoft.com/office/powerpoint/2010/main" val="1471704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dia">
    <p:spTree>
      <p:nvGrpSpPr>
        <p:cNvPr id="1" name=""/>
        <p:cNvGrpSpPr/>
        <p:nvPr/>
      </p:nvGrpSpPr>
      <p:grpSpPr>
        <a:xfrm>
          <a:off x="0" y="0"/>
          <a:ext cx="0" cy="0"/>
          <a:chOff x="0" y="0"/>
          <a:chExt cx="0" cy="0"/>
        </a:xfrm>
      </p:grpSpPr>
      <p:sp>
        <p:nvSpPr>
          <p:cNvPr id="18" name="Rechthoek 17"/>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5" name="Afbeelding 14" descr="HU logo payoff wit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0" name="Rechthoek 9"/>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Tekstvak 7"/>
          <p:cNvSpPr txBox="1"/>
          <p:nvPr/>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7" name="Rechthoek 6"/>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lumMod val="95000"/>
                </a:schemeClr>
              </a:solidFill>
            </a:endParaRPr>
          </a:p>
        </p:txBody>
      </p:sp>
      <p:pic>
        <p:nvPicPr>
          <p:cNvPr id="9" name="Afbeelding 8"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Rechthoek 10"/>
          <p:cNvSpPr/>
          <p:nvPr userDrawn="1"/>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Tekstvak 11"/>
          <p:cNvSpPr txBox="1"/>
          <p:nvPr userDrawn="1"/>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2" name="Titel 1">
            <a:extLst>
              <a:ext uri="{FF2B5EF4-FFF2-40B4-BE49-F238E27FC236}">
                <a16:creationId xmlns:a16="http://schemas.microsoft.com/office/drawing/2014/main" id="{70028473-4BE8-43EC-93F5-C09C596FD5B2}"/>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
        <p:nvSpPr>
          <p:cNvPr id="4" name="Tijdelijke aanduiding voor tekst 3">
            <a:extLst>
              <a:ext uri="{FF2B5EF4-FFF2-40B4-BE49-F238E27FC236}">
                <a16:creationId xmlns:a16="http://schemas.microsoft.com/office/drawing/2014/main" id="{07800962-39D7-4A2F-877C-C0B248DA24E8}"/>
              </a:ext>
            </a:extLst>
          </p:cNvPr>
          <p:cNvSpPr>
            <a:spLocks noGrp="1"/>
          </p:cNvSpPr>
          <p:nvPr>
            <p:ph type="body" sz="quarter" idx="10" hasCustomPrompt="1"/>
          </p:nvPr>
        </p:nvSpPr>
        <p:spPr>
          <a:xfrm>
            <a:off x="750888" y="1166813"/>
            <a:ext cx="7150100" cy="458787"/>
          </a:xfrm>
        </p:spPr>
        <p:txBody>
          <a:bodyPr/>
          <a:lstStyle>
            <a:lvl1pPr marL="0" indent="0">
              <a:buNone/>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227877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eldia">
    <p:spTree>
      <p:nvGrpSpPr>
        <p:cNvPr id="1" name=""/>
        <p:cNvGrpSpPr/>
        <p:nvPr/>
      </p:nvGrpSpPr>
      <p:grpSpPr>
        <a:xfrm>
          <a:off x="0" y="0"/>
          <a:ext cx="0" cy="0"/>
          <a:chOff x="0" y="0"/>
          <a:chExt cx="0" cy="0"/>
        </a:xfrm>
      </p:grpSpPr>
      <p:sp>
        <p:nvSpPr>
          <p:cNvPr id="18" name="Rechthoek 17"/>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5" name="Afbeelding 14" descr="HU logo payoff wit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0" name="Rechthoek 9"/>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Tekstvak 7"/>
          <p:cNvSpPr txBox="1"/>
          <p:nvPr/>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7" name="Rechthoek 6"/>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lumMod val="95000"/>
                </a:schemeClr>
              </a:solidFill>
            </a:endParaRPr>
          </a:p>
        </p:txBody>
      </p:sp>
      <p:pic>
        <p:nvPicPr>
          <p:cNvPr id="9" name="Afbeelding 8"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Rechthoek 10"/>
          <p:cNvSpPr/>
          <p:nvPr userDrawn="1"/>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Tekstvak 11"/>
          <p:cNvSpPr txBox="1"/>
          <p:nvPr userDrawn="1"/>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2" name="Titel 1">
            <a:extLst>
              <a:ext uri="{FF2B5EF4-FFF2-40B4-BE49-F238E27FC236}">
                <a16:creationId xmlns:a16="http://schemas.microsoft.com/office/drawing/2014/main" id="{70028473-4BE8-43EC-93F5-C09C596FD5B2}"/>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
        <p:nvSpPr>
          <p:cNvPr id="4" name="Tijdelijke aanduiding voor inhoud 3">
            <a:extLst>
              <a:ext uri="{FF2B5EF4-FFF2-40B4-BE49-F238E27FC236}">
                <a16:creationId xmlns:a16="http://schemas.microsoft.com/office/drawing/2014/main" id="{D6827B49-8514-4B4D-93BE-DF1EBC133081}"/>
              </a:ext>
            </a:extLst>
          </p:cNvPr>
          <p:cNvSpPr>
            <a:spLocks noGrp="1"/>
          </p:cNvSpPr>
          <p:nvPr>
            <p:ph sz="quarter" idx="10"/>
          </p:nvPr>
        </p:nvSpPr>
        <p:spPr>
          <a:xfrm>
            <a:off x="0" y="1729589"/>
            <a:ext cx="9144000" cy="3413911"/>
          </a:xfrm>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4" name="Tijdelijke aanduiding voor tekst 3">
            <a:extLst>
              <a:ext uri="{FF2B5EF4-FFF2-40B4-BE49-F238E27FC236}">
                <a16:creationId xmlns:a16="http://schemas.microsoft.com/office/drawing/2014/main" id="{142AF5AF-6D65-499C-A5ED-F3C429D05A5A}"/>
              </a:ext>
            </a:extLst>
          </p:cNvPr>
          <p:cNvSpPr>
            <a:spLocks noGrp="1"/>
          </p:cNvSpPr>
          <p:nvPr>
            <p:ph type="body" sz="quarter" idx="11" hasCustomPrompt="1"/>
          </p:nvPr>
        </p:nvSpPr>
        <p:spPr>
          <a:xfrm>
            <a:off x="750888" y="1166813"/>
            <a:ext cx="7150100" cy="458787"/>
          </a:xfrm>
        </p:spPr>
        <p:txBody>
          <a:bodyPr/>
          <a:lstStyle>
            <a:lvl1pPr marL="0" indent="0">
              <a:buNone/>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2757719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Inhoud">
    <p:spTree>
      <p:nvGrpSpPr>
        <p:cNvPr id="1" name=""/>
        <p:cNvGrpSpPr/>
        <p:nvPr/>
      </p:nvGrpSpPr>
      <p:grpSpPr>
        <a:xfrm>
          <a:off x="0" y="0"/>
          <a:ext cx="0" cy="0"/>
          <a:chOff x="0" y="0"/>
          <a:chExt cx="0" cy="0"/>
        </a:xfrm>
      </p:grpSpPr>
      <p:sp>
        <p:nvSpPr>
          <p:cNvPr id="5" name="Rechthoek 4"/>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hasCustomPrompt="1"/>
          </p:nvPr>
        </p:nvSpPr>
        <p:spPr>
          <a:xfrm>
            <a:off x="718219" y="1196341"/>
            <a:ext cx="7553716" cy="3292316"/>
          </a:xfrm>
        </p:spPr>
        <p:txBody>
          <a:bodyPr vert="horz" wrap="square" lIns="0" tIns="0" rIns="0" bIns="0" rtlCol="0" anchor="t" anchorCtr="0">
            <a:noAutofit/>
          </a:bodyPr>
          <a:lstStyle>
            <a:lvl1pPr indent="-342900" algn="l" defTabSz="457200" rtl="0" eaLnBrk="1" latinLnBrk="0" hangingPunct="1">
              <a:lnSpc>
                <a:spcPts val="2400"/>
              </a:lnSpc>
              <a:spcBef>
                <a:spcPts val="0"/>
              </a:spcBef>
              <a:buClr>
                <a:schemeClr val="accent1"/>
              </a:buClr>
              <a:defRPr lang="en-US" sz="2000" b="0" kern="1200" dirty="0" smtClean="0">
                <a:solidFill>
                  <a:schemeClr val="tx1"/>
                </a:solidFill>
                <a:latin typeface="+mn-lt"/>
                <a:ea typeface="+mn-ea"/>
                <a:cs typeface="+mn-cs"/>
              </a:defRPr>
            </a:lvl1pPr>
            <a:lvl2pPr marL="457200" indent="-342900" algn="l" defTabSz="457200" rtl="0" eaLnBrk="1" latinLnBrk="0" hangingPunct="1">
              <a:lnSpc>
                <a:spcPts val="2400"/>
              </a:lnSpc>
              <a:spcBef>
                <a:spcPts val="0"/>
              </a:spcBef>
              <a:buClr>
                <a:schemeClr val="accent1"/>
              </a:buClr>
              <a:buNone/>
              <a:defRPr lang="en-US" sz="2000" b="0" kern="1200" dirty="0" smtClean="0">
                <a:solidFill>
                  <a:schemeClr val="tx1"/>
                </a:solidFill>
                <a:latin typeface="+mn-lt"/>
                <a:ea typeface="+mn-ea"/>
                <a:cs typeface="+mn-cs"/>
              </a:defRPr>
            </a:lvl2pPr>
            <a:lvl3pPr marL="1257300" indent="-342900">
              <a:defRPr lang="en-US" sz="2000" b="0" kern="1200" dirty="0" smtClean="0">
                <a:solidFill>
                  <a:schemeClr val="tx1"/>
                </a:solidFill>
                <a:latin typeface="+mn-lt"/>
                <a:ea typeface="+mn-ea"/>
                <a:cs typeface="+mn-cs"/>
              </a:defRPr>
            </a:lvl3pPr>
          </a:lstStyle>
          <a:p>
            <a:pPr lvl="0"/>
            <a:r>
              <a:rPr lang="en-US" dirty="0"/>
              <a:t>Click to edit Master text styles</a:t>
            </a:r>
          </a:p>
          <a:p>
            <a:pPr marL="800100" lvl="1" indent="-342900" algn="l" defTabSz="457200" rtl="0" eaLnBrk="1" latinLnBrk="0" hangingPunct="1">
              <a:lnSpc>
                <a:spcPts val="2400"/>
              </a:lnSpc>
              <a:spcBef>
                <a:spcPts val="0"/>
              </a:spcBef>
              <a:buClr>
                <a:schemeClr val="accent1"/>
              </a:buClr>
              <a:buFont typeface="Courier New" panose="02070309020205020404" pitchFamily="49" charset="0"/>
              <a:buChar char="o"/>
            </a:pPr>
            <a:r>
              <a:rPr lang="en-US" dirty="0" err="1"/>
              <a:t>Sdfas</a:t>
            </a:r>
            <a:endParaRPr lang="en-US" dirty="0"/>
          </a:p>
          <a:p>
            <a:pPr marL="1257300" lvl="2" indent="-342900" algn="l" defTabSz="457200" rtl="0" eaLnBrk="1" latinLnBrk="0" hangingPunct="1">
              <a:lnSpc>
                <a:spcPts val="2400"/>
              </a:lnSpc>
              <a:spcBef>
                <a:spcPts val="0"/>
              </a:spcBef>
              <a:buClr>
                <a:schemeClr val="accent1"/>
              </a:buClr>
              <a:buFont typeface="Wingdings" panose="05000000000000000000" pitchFamily="2" charset="2"/>
              <a:buChar char="§"/>
            </a:pPr>
            <a:r>
              <a:rPr lang="en-US" dirty="0" err="1"/>
              <a:t>asdfasfa</a:t>
            </a:r>
            <a:endParaRPr lang="en-US" dirty="0"/>
          </a:p>
          <a:p>
            <a:pPr lvl="1"/>
            <a:endParaRPr lang="en-US" dirty="0"/>
          </a:p>
          <a:p>
            <a:pPr lvl="1"/>
            <a:endParaRPr lang="en-US" dirty="0"/>
          </a:p>
        </p:txBody>
      </p:sp>
      <p:sp>
        <p:nvSpPr>
          <p:cNvPr id="6" name="Rechthoek 5"/>
          <p:cNvSpPr/>
          <p:nvPr userDrawn="1"/>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3" name="Title 2"/>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494338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Artikel_vervolg">
    <p:spTree>
      <p:nvGrpSpPr>
        <p:cNvPr id="1" name=""/>
        <p:cNvGrpSpPr/>
        <p:nvPr/>
      </p:nvGrpSpPr>
      <p:grpSpPr>
        <a:xfrm>
          <a:off x="0" y="0"/>
          <a:ext cx="0" cy="0"/>
          <a:chOff x="0" y="0"/>
          <a:chExt cx="0" cy="0"/>
        </a:xfrm>
      </p:grpSpPr>
      <p:sp>
        <p:nvSpPr>
          <p:cNvPr id="7" name="Tijdelijke aanduiding voor tekst 6"/>
          <p:cNvSpPr>
            <a:spLocks noGrp="1"/>
          </p:cNvSpPr>
          <p:nvPr>
            <p:ph type="body" sz="quarter" idx="13" hasCustomPrompt="1"/>
          </p:nvPr>
        </p:nvSpPr>
        <p:spPr>
          <a:xfrm>
            <a:off x="718218" y="594516"/>
            <a:ext cx="7670132" cy="3894143"/>
          </a:xfrm>
          <a:prstGeom prst="rect">
            <a:avLst/>
          </a:prstGeom>
        </p:spPr>
        <p:txBody>
          <a:bodyPr vert="horz" wrap="square">
            <a:noAutofit/>
          </a:bodyPr>
          <a:lstStyle>
            <a:lvl1pPr marL="0" indent="0">
              <a:buFont typeface="Arial"/>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nl-NL" dirty="0"/>
              <a:t>Vervolg</a:t>
            </a:r>
          </a:p>
        </p:txBody>
      </p:sp>
    </p:spTree>
    <p:extLst>
      <p:ext uri="{BB962C8B-B14F-4D97-AF65-F5344CB8AC3E}">
        <p14:creationId xmlns:p14="http://schemas.microsoft.com/office/powerpoint/2010/main" val="1980861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rtikel_foto">
    <p:spTree>
      <p:nvGrpSpPr>
        <p:cNvPr id="1" name=""/>
        <p:cNvGrpSpPr/>
        <p:nvPr/>
      </p:nvGrpSpPr>
      <p:grpSpPr>
        <a:xfrm>
          <a:off x="0" y="0"/>
          <a:ext cx="0" cy="0"/>
          <a:chOff x="0" y="0"/>
          <a:chExt cx="0" cy="0"/>
        </a:xfrm>
      </p:grpSpPr>
      <p:sp>
        <p:nvSpPr>
          <p:cNvPr id="12" name="Tijdelijke aanduiding voor afbeelding 5"/>
          <p:cNvSpPr>
            <a:spLocks noGrp="1"/>
          </p:cNvSpPr>
          <p:nvPr>
            <p:ph type="pic" sz="quarter" idx="13"/>
          </p:nvPr>
        </p:nvSpPr>
        <p:spPr>
          <a:xfrm>
            <a:off x="5"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3" name="Tijdelijke aanduiding voor afbeelding 5"/>
          <p:cNvSpPr>
            <a:spLocks noGrp="1"/>
          </p:cNvSpPr>
          <p:nvPr>
            <p:ph type="pic" sz="quarter" idx="15"/>
          </p:nvPr>
        </p:nvSpPr>
        <p:spPr>
          <a:xfrm>
            <a:off x="4570488"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a:p>
        </p:txBody>
      </p:sp>
      <p:sp>
        <p:nvSpPr>
          <p:cNvPr id="9" name="Tekstvak 8"/>
          <p:cNvSpPr txBox="1"/>
          <p:nvPr/>
        </p:nvSpPr>
        <p:spPr>
          <a:xfrm>
            <a:off x="453006" y="4811317"/>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3" name="Rechthoek 22"/>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4" name="Tekstvak 23"/>
          <p:cNvSpPr txBox="1"/>
          <p:nvPr/>
        </p:nvSpPr>
        <p:spPr>
          <a:xfrm>
            <a:off x="453006" y="7028737"/>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sp>
        <p:nvSpPr>
          <p:cNvPr id="28" name="Tijdelijke aanduiding voor tekst 10"/>
          <p:cNvSpPr>
            <a:spLocks noGrp="1"/>
          </p:cNvSpPr>
          <p:nvPr>
            <p:ph type="body" sz="quarter" idx="17"/>
          </p:nvPr>
        </p:nvSpPr>
        <p:spPr>
          <a:xfrm flipH="1">
            <a:off x="718284" y="3414474"/>
            <a:ext cx="7670066" cy="1074185"/>
          </a:xfrm>
        </p:spPr>
        <p:txBody>
          <a:bodyPr wrap="square">
            <a:noAutofit/>
          </a:bodyPr>
          <a:lstStyle>
            <a:lvl1pPr>
              <a:defRPr/>
            </a:lvl1pPr>
          </a:lstStyle>
          <a:p>
            <a:pPr lvl="0"/>
            <a:r>
              <a:rPr lang="en-US"/>
              <a:t>Edit Master text styles</a:t>
            </a:r>
          </a:p>
        </p:txBody>
      </p:sp>
      <p:sp>
        <p:nvSpPr>
          <p:cNvPr id="2" name="Titel 1">
            <a:extLst>
              <a:ext uri="{FF2B5EF4-FFF2-40B4-BE49-F238E27FC236}">
                <a16:creationId xmlns:a16="http://schemas.microsoft.com/office/drawing/2014/main" id="{5DBE96C8-0802-4DEF-9B61-78DAF4830893}"/>
              </a:ext>
            </a:extLst>
          </p:cNvPr>
          <p:cNvSpPr>
            <a:spLocks noGrp="1"/>
          </p:cNvSpPr>
          <p:nvPr>
            <p:ph type="title"/>
          </p:nvPr>
        </p:nvSpPr>
        <p:spPr>
          <a:xfrm>
            <a:off x="718283" y="2905077"/>
            <a:ext cx="7725727"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2049112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Artikel_foto">
    <p:spTree>
      <p:nvGrpSpPr>
        <p:cNvPr id="1" name=""/>
        <p:cNvGrpSpPr/>
        <p:nvPr/>
      </p:nvGrpSpPr>
      <p:grpSpPr>
        <a:xfrm>
          <a:off x="0" y="0"/>
          <a:ext cx="0" cy="0"/>
          <a:chOff x="0" y="0"/>
          <a:chExt cx="0" cy="0"/>
        </a:xfrm>
      </p:grpSpPr>
      <p:sp>
        <p:nvSpPr>
          <p:cNvPr id="9" name="Tijdelijke aanduiding voor afbeelding 5"/>
          <p:cNvSpPr>
            <a:spLocks noGrp="1"/>
          </p:cNvSpPr>
          <p:nvPr>
            <p:ph type="pic" sz="quarter" idx="15"/>
          </p:nvPr>
        </p:nvSpPr>
        <p:spPr>
          <a:xfrm>
            <a:off x="6084002" y="2576512"/>
            <a:ext cx="3059999"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pic>
        <p:nvPicPr>
          <p:cNvPr id="31" name="Afbeelding 30"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8" name="Tijdelijke aanduiding voor afbeelding 5"/>
          <p:cNvSpPr>
            <a:spLocks noGrp="1"/>
          </p:cNvSpPr>
          <p:nvPr>
            <p:ph type="pic" sz="quarter" idx="13"/>
          </p:nvPr>
        </p:nvSpPr>
        <p:spPr>
          <a:xfrm>
            <a:off x="5" y="2576512"/>
            <a:ext cx="3059999"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sp>
        <p:nvSpPr>
          <p:cNvPr id="10" name="Tijdelijke aanduiding voor afbeelding 5"/>
          <p:cNvSpPr>
            <a:spLocks noGrp="1"/>
          </p:cNvSpPr>
          <p:nvPr>
            <p:ph type="pic" sz="quarter" idx="16"/>
          </p:nvPr>
        </p:nvSpPr>
        <p:spPr>
          <a:xfrm>
            <a:off x="3063645" y="2576512"/>
            <a:ext cx="3023998"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sp>
        <p:nvSpPr>
          <p:cNvPr id="16" name="Rechthoek 15"/>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p:nvPr>
        </p:nvSpPr>
        <p:spPr>
          <a:xfrm flipH="1">
            <a:off x="718284" y="1196341"/>
            <a:ext cx="7670066" cy="1104300"/>
          </a:xfrm>
        </p:spPr>
        <p:txBody>
          <a:bodyPr wrap="square">
            <a:noAutofit/>
          </a:bodyPr>
          <a:lstStyle>
            <a:lvl1pPr>
              <a:defRPr/>
            </a:lvl1pPr>
          </a:lstStyle>
          <a:p>
            <a:pPr lvl="0"/>
            <a:r>
              <a:rPr lang="en-US"/>
              <a:t>Edit Master text styles</a:t>
            </a:r>
          </a:p>
        </p:txBody>
      </p:sp>
      <p:sp>
        <p:nvSpPr>
          <p:cNvPr id="14" name="Tekstvak 13"/>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12" name="Afbeelding 11"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5" name="Tekstvak 14"/>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3889D279-AE2A-4F81-B9FC-573B4F8950FF}"/>
              </a:ext>
            </a:extLst>
          </p:cNvPr>
          <p:cNvSpPr>
            <a:spLocks noGrp="1"/>
          </p:cNvSpPr>
          <p:nvPr>
            <p:ph type="title"/>
          </p:nvPr>
        </p:nvSpPr>
        <p:spPr>
          <a:xfrm>
            <a:off x="718284" y="581675"/>
            <a:ext cx="7670066"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244927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Artikel_foto">
    <p:spTree>
      <p:nvGrpSpPr>
        <p:cNvPr id="1" name=""/>
        <p:cNvGrpSpPr/>
        <p:nvPr/>
      </p:nvGrpSpPr>
      <p:grpSpPr>
        <a:xfrm>
          <a:off x="0" y="0"/>
          <a:ext cx="0" cy="0"/>
          <a:chOff x="0" y="0"/>
          <a:chExt cx="0" cy="0"/>
        </a:xfrm>
      </p:grpSpPr>
      <p:sp>
        <p:nvSpPr>
          <p:cNvPr id="8" name="Tijdelijke aanduiding voor afbeelding 5"/>
          <p:cNvSpPr>
            <a:spLocks noGrp="1"/>
          </p:cNvSpPr>
          <p:nvPr>
            <p:ph type="pic" sz="quarter" idx="13"/>
          </p:nvPr>
        </p:nvSpPr>
        <p:spPr>
          <a:xfrm>
            <a:off x="5" y="1408"/>
            <a:ext cx="3059999"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9" name="Tijdelijke aanduiding voor afbeelding 5"/>
          <p:cNvSpPr>
            <a:spLocks noGrp="1"/>
          </p:cNvSpPr>
          <p:nvPr>
            <p:ph type="pic" sz="quarter" idx="15"/>
          </p:nvPr>
        </p:nvSpPr>
        <p:spPr>
          <a:xfrm>
            <a:off x="6084002" y="1408"/>
            <a:ext cx="3059999"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0" name="Tijdelijke aanduiding voor afbeelding 5"/>
          <p:cNvSpPr>
            <a:spLocks noGrp="1"/>
          </p:cNvSpPr>
          <p:nvPr>
            <p:ph type="pic" sz="quarter" idx="16"/>
          </p:nvPr>
        </p:nvSpPr>
        <p:spPr>
          <a:xfrm>
            <a:off x="3063645" y="1408"/>
            <a:ext cx="3023998"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26" name="Rechthoek 25"/>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8" name="Tijdelijke aanduiding voor tekst 10"/>
          <p:cNvSpPr>
            <a:spLocks noGrp="1"/>
          </p:cNvSpPr>
          <p:nvPr>
            <p:ph type="body" sz="quarter" idx="18"/>
          </p:nvPr>
        </p:nvSpPr>
        <p:spPr>
          <a:xfrm flipH="1">
            <a:off x="718284" y="3414474"/>
            <a:ext cx="7670066" cy="1074185"/>
          </a:xfrm>
        </p:spPr>
        <p:txBody>
          <a:bodyPr wrap="square">
            <a:noAutofit/>
          </a:bodyPr>
          <a:lstStyle>
            <a:lvl1pPr>
              <a:defRPr/>
            </a:lvl1pPr>
          </a:lstStyle>
          <a:p>
            <a:pPr lvl="0"/>
            <a:r>
              <a:rPr lang="en-US"/>
              <a:t>Edit Master text styles</a:t>
            </a:r>
          </a:p>
        </p:txBody>
      </p:sp>
      <p:sp>
        <p:nvSpPr>
          <p:cNvPr id="2" name="Titel 1">
            <a:extLst>
              <a:ext uri="{FF2B5EF4-FFF2-40B4-BE49-F238E27FC236}">
                <a16:creationId xmlns:a16="http://schemas.microsoft.com/office/drawing/2014/main" id="{C5CD6AF1-FC9F-4D85-84FA-79A0AD542E46}"/>
              </a:ext>
            </a:extLst>
          </p:cNvPr>
          <p:cNvSpPr>
            <a:spLocks noGrp="1"/>
          </p:cNvSpPr>
          <p:nvPr>
            <p:ph type="title"/>
          </p:nvPr>
        </p:nvSpPr>
        <p:spPr>
          <a:xfrm>
            <a:off x="718284" y="2762106"/>
            <a:ext cx="7670066"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91313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Artikel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5"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1" name="Rechthoek 10"/>
          <p:cNvSpPr/>
          <p:nvPr/>
        </p:nvSpPr>
        <p:spPr>
          <a:xfrm>
            <a:off x="5104925"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p:nvPr>
        </p:nvSpPr>
        <p:spPr>
          <a:xfrm flipH="1">
            <a:off x="5292148" y="1196341"/>
            <a:ext cx="3568072" cy="3292316"/>
          </a:xfrm>
        </p:spPr>
        <p:txBody>
          <a:bodyPr wrap="square">
            <a:noAutofit/>
          </a:bodyPr>
          <a:lstStyle>
            <a:lvl1pPr>
              <a:defRPr/>
            </a:lvl1pPr>
          </a:lstStyle>
          <a:p>
            <a:pPr lvl="0"/>
            <a:r>
              <a:rPr lang="en-US"/>
              <a:t>Edit Master text styles</a:t>
            </a:r>
          </a:p>
        </p:txBody>
      </p:sp>
      <p:sp>
        <p:nvSpPr>
          <p:cNvPr id="7" name="Tekstvak 6"/>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8" name="Tekstvak 7"/>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7A9F7ADF-4FD4-440E-B278-2B96AD709AE9}"/>
              </a:ext>
            </a:extLst>
          </p:cNvPr>
          <p:cNvSpPr>
            <a:spLocks noGrp="1"/>
          </p:cNvSpPr>
          <p:nvPr>
            <p:ph type="title"/>
          </p:nvPr>
        </p:nvSpPr>
        <p:spPr>
          <a:xfrm>
            <a:off x="5292148" y="581675"/>
            <a:ext cx="3568072"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946462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Artikel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4573522"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1" name="Rechthoek 10"/>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Tijdelijke aanduiding voor tekst 10"/>
          <p:cNvSpPr>
            <a:spLocks noGrp="1"/>
          </p:cNvSpPr>
          <p:nvPr>
            <p:ph type="body" sz="quarter" idx="11"/>
          </p:nvPr>
        </p:nvSpPr>
        <p:spPr>
          <a:xfrm flipH="1">
            <a:off x="718284" y="1196341"/>
            <a:ext cx="3493676" cy="3292316"/>
          </a:xfrm>
        </p:spPr>
        <p:txBody>
          <a:bodyPr wrap="square">
            <a:noAutofit/>
          </a:bodyPr>
          <a:lstStyle>
            <a:lvl1pPr>
              <a:defRPr/>
            </a:lvl1pPr>
          </a:lstStyle>
          <a:p>
            <a:pPr lvl="0"/>
            <a:r>
              <a:rPr lang="en-US"/>
              <a:t>Edit Master text styles</a:t>
            </a:r>
          </a:p>
        </p:txBody>
      </p:sp>
      <p:pic>
        <p:nvPicPr>
          <p:cNvPr id="7" name="Afbeelding 6"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pic>
        <p:nvPicPr>
          <p:cNvPr id="8" name="Afbeelding 7"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2" name="Titel 1">
            <a:extLst>
              <a:ext uri="{FF2B5EF4-FFF2-40B4-BE49-F238E27FC236}">
                <a16:creationId xmlns:a16="http://schemas.microsoft.com/office/drawing/2014/main" id="{15EA1F60-581A-4678-83E6-545DB57C332C}"/>
              </a:ext>
            </a:extLst>
          </p:cNvPr>
          <p:cNvSpPr>
            <a:spLocks noGrp="1"/>
          </p:cNvSpPr>
          <p:nvPr>
            <p:ph type="title"/>
          </p:nvPr>
        </p:nvSpPr>
        <p:spPr>
          <a:xfrm>
            <a:off x="750572" y="581675"/>
            <a:ext cx="3461388"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584926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Quote">
    <p:spTree>
      <p:nvGrpSpPr>
        <p:cNvPr id="1" name=""/>
        <p:cNvGrpSpPr/>
        <p:nvPr/>
      </p:nvGrpSpPr>
      <p:grpSpPr>
        <a:xfrm>
          <a:off x="0" y="0"/>
          <a:ext cx="0" cy="0"/>
          <a:chOff x="0" y="0"/>
          <a:chExt cx="0" cy="0"/>
        </a:xfrm>
      </p:grpSpPr>
      <p:sp>
        <p:nvSpPr>
          <p:cNvPr id="10" name="Rechthoek 9"/>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Rechthoek 13"/>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1" name="Rechthoek 10"/>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Rechthoek 11"/>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9" name="Afbeelding 8"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5" name="Tekstvak 14"/>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13" name="Afbeelding 12"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6" name="Tekstvak 15"/>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B7A25B72-A285-45B6-B8DA-EA310278836E}"/>
              </a:ext>
            </a:extLst>
          </p:cNvPr>
          <p:cNvSpPr>
            <a:spLocks noGrp="1"/>
          </p:cNvSpPr>
          <p:nvPr>
            <p:ph type="title"/>
          </p:nvPr>
        </p:nvSpPr>
        <p:spPr>
          <a:xfrm>
            <a:off x="750571" y="581675"/>
            <a:ext cx="7207861" cy="461665"/>
          </a:xfrm>
        </p:spPr>
        <p:txBody>
          <a:bodyPr/>
          <a:lstStyle>
            <a:lvl1pPr>
              <a:defRPr>
                <a:solidFill>
                  <a:schemeClr val="bg1">
                    <a:lumMod val="95000"/>
                  </a:schemeClr>
                </a:solidFill>
              </a:defRPr>
            </a:lvl1pPr>
          </a:lstStyle>
          <a:p>
            <a:r>
              <a:rPr lang="en-US"/>
              <a:t>Click to edit Master title style</a:t>
            </a:r>
            <a:endParaRPr lang="nl-NL" dirty="0"/>
          </a:p>
        </p:txBody>
      </p:sp>
    </p:spTree>
    <p:extLst>
      <p:ext uri="{BB962C8B-B14F-4D97-AF65-F5344CB8AC3E}">
        <p14:creationId xmlns:p14="http://schemas.microsoft.com/office/powerpoint/2010/main" val="479519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Tabel">
    <p:spTree>
      <p:nvGrpSpPr>
        <p:cNvPr id="1" name=""/>
        <p:cNvGrpSpPr/>
        <p:nvPr/>
      </p:nvGrpSpPr>
      <p:grpSpPr>
        <a:xfrm>
          <a:off x="0" y="0"/>
          <a:ext cx="0" cy="0"/>
          <a:chOff x="0" y="0"/>
          <a:chExt cx="0" cy="0"/>
        </a:xfrm>
      </p:grpSpPr>
      <p:sp>
        <p:nvSpPr>
          <p:cNvPr id="10" name="Rechthoek 9"/>
          <p:cNvSpPr/>
          <p:nvPr/>
        </p:nvSpPr>
        <p:spPr>
          <a:xfrm>
            <a:off x="0" y="2"/>
            <a:ext cx="9144000" cy="18323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Rechthoek 8"/>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353DB5DD-F031-4348-AE63-F011E5030580}"/>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Tree>
    <p:extLst>
      <p:ext uri="{BB962C8B-B14F-4D97-AF65-F5344CB8AC3E}">
        <p14:creationId xmlns:p14="http://schemas.microsoft.com/office/powerpoint/2010/main" val="1931038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abel">
    <p:spTree>
      <p:nvGrpSpPr>
        <p:cNvPr id="1" name=""/>
        <p:cNvGrpSpPr/>
        <p:nvPr/>
      </p:nvGrpSpPr>
      <p:grpSpPr>
        <a:xfrm>
          <a:off x="0" y="0"/>
          <a:ext cx="0" cy="0"/>
          <a:chOff x="0" y="0"/>
          <a:chExt cx="0" cy="0"/>
        </a:xfrm>
      </p:grpSpPr>
      <p:sp>
        <p:nvSpPr>
          <p:cNvPr id="9" name="Rechthoek 8"/>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95BDEEBC-F862-428A-BC14-C55F21938EE0}"/>
              </a:ext>
            </a:extLst>
          </p:cNvPr>
          <p:cNvSpPr>
            <a:spLocks noGrp="1"/>
          </p:cNvSpPr>
          <p:nvPr>
            <p:ph type="title"/>
          </p:nvPr>
        </p:nvSpPr>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42435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abel">
    <p:spTree>
      <p:nvGrpSpPr>
        <p:cNvPr id="1" name=""/>
        <p:cNvGrpSpPr/>
        <p:nvPr/>
      </p:nvGrpSpPr>
      <p:grpSpPr>
        <a:xfrm>
          <a:off x="0" y="0"/>
          <a:ext cx="0" cy="0"/>
          <a:chOff x="0" y="0"/>
          <a:chExt cx="0" cy="0"/>
        </a:xfrm>
      </p:grpSpPr>
      <p:sp>
        <p:nvSpPr>
          <p:cNvPr id="21" name="Rechthoek 20"/>
          <p:cNvSpPr/>
          <p:nvPr/>
        </p:nvSpPr>
        <p:spPr>
          <a:xfrm>
            <a:off x="0" y="0"/>
            <a:ext cx="4572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8" name="Rechthoek 17"/>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9" name="Tijdelijke aanduiding voor tekst 10"/>
          <p:cNvSpPr>
            <a:spLocks noGrp="1"/>
          </p:cNvSpPr>
          <p:nvPr>
            <p:ph type="body" sz="quarter" idx="10" hasCustomPrompt="1"/>
          </p:nvPr>
        </p:nvSpPr>
        <p:spPr>
          <a:xfrm>
            <a:off x="718224" y="623650"/>
            <a:ext cx="3493741" cy="312906"/>
          </a:xfrm>
        </p:spPr>
        <p:txBody>
          <a:bodyPr wrap="square">
            <a:spAutoFit/>
          </a:bodyPr>
          <a:lstStyle>
            <a:lvl1pPr>
              <a:defRPr sz="2200" b="1">
                <a:solidFill>
                  <a:schemeClr val="bg1"/>
                </a:solidFill>
              </a:defRPr>
            </a:lvl1pPr>
          </a:lstStyle>
          <a:p>
            <a:pPr lvl="0"/>
            <a:r>
              <a:rPr lang="nl-NL" dirty="0"/>
              <a:t>Tabelkop</a:t>
            </a:r>
          </a:p>
        </p:txBody>
      </p:sp>
      <p:sp>
        <p:nvSpPr>
          <p:cNvPr id="20" name="Tijdelijke aanduiding voor tekst 10"/>
          <p:cNvSpPr>
            <a:spLocks noGrp="1"/>
          </p:cNvSpPr>
          <p:nvPr>
            <p:ph type="body" sz="quarter" idx="11"/>
          </p:nvPr>
        </p:nvSpPr>
        <p:spPr>
          <a:xfrm flipH="1">
            <a:off x="718284" y="1196341"/>
            <a:ext cx="3493676" cy="3292316"/>
          </a:xfrm>
        </p:spPr>
        <p:txBody>
          <a:bodyPr wrap="square">
            <a:noAutofit/>
          </a:bodyPr>
          <a:lstStyle>
            <a:lvl1pPr>
              <a:defRPr/>
            </a:lvl1pPr>
          </a:lstStyle>
          <a:p>
            <a:pPr lvl="0"/>
            <a:r>
              <a:rPr lang="en-US"/>
              <a:t>Edit Master text styles</a:t>
            </a:r>
          </a:p>
        </p:txBody>
      </p:sp>
      <p:sp>
        <p:nvSpPr>
          <p:cNvPr id="16" name="Tekstvak 15"/>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7" name="Tekstvak 6"/>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3" name="Tijdelijke aanduiding voor inhoud 2">
            <a:extLst>
              <a:ext uri="{FF2B5EF4-FFF2-40B4-BE49-F238E27FC236}">
                <a16:creationId xmlns:a16="http://schemas.microsoft.com/office/drawing/2014/main" id="{9D387718-F286-4F2E-8A56-4A663086FBB2}"/>
              </a:ext>
            </a:extLst>
          </p:cNvPr>
          <p:cNvSpPr>
            <a:spLocks noGrp="1"/>
          </p:cNvSpPr>
          <p:nvPr>
            <p:ph sz="quarter" idx="12"/>
          </p:nvPr>
        </p:nvSpPr>
        <p:spPr>
          <a:xfrm>
            <a:off x="4572000" y="0"/>
            <a:ext cx="4572000" cy="5143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4143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0" y="0"/>
            <a:ext cx="9144000"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pic>
        <p:nvPicPr>
          <p:cNvPr id="5" name="Afbeelding 4"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9" name="Tekstvak 8"/>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7" name="Afbeelding 6"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8" name="Tekstvak 7"/>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Tree>
    <p:extLst>
      <p:ext uri="{BB962C8B-B14F-4D97-AF65-F5344CB8AC3E}">
        <p14:creationId xmlns:p14="http://schemas.microsoft.com/office/powerpoint/2010/main" val="1154292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3_Foto">
    <p:spTree>
      <p:nvGrpSpPr>
        <p:cNvPr id="1" name=""/>
        <p:cNvGrpSpPr/>
        <p:nvPr/>
      </p:nvGrpSpPr>
      <p:grpSpPr>
        <a:xfrm>
          <a:off x="0" y="0"/>
          <a:ext cx="0" cy="0"/>
          <a:chOff x="0" y="0"/>
          <a:chExt cx="0" cy="0"/>
        </a:xfrm>
      </p:grpSpPr>
      <p:sp>
        <p:nvSpPr>
          <p:cNvPr id="7" name="Tijdelijke aanduiding voor afbeelding 14"/>
          <p:cNvSpPr>
            <a:spLocks noGrp="1"/>
          </p:cNvSpPr>
          <p:nvPr>
            <p:ph type="pic" sz="quarter" idx="13"/>
          </p:nvPr>
        </p:nvSpPr>
        <p:spPr>
          <a:xfrm>
            <a:off x="0" y="6362"/>
            <a:ext cx="9144000" cy="3323034"/>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9" name="Tijdelijke aanduiding voor tekst 6"/>
          <p:cNvSpPr>
            <a:spLocks noGrp="1"/>
          </p:cNvSpPr>
          <p:nvPr>
            <p:ph type="body" sz="quarter" idx="12" hasCustomPrompt="1"/>
          </p:nvPr>
        </p:nvSpPr>
        <p:spPr>
          <a:xfrm>
            <a:off x="531064" y="3695965"/>
            <a:ext cx="7857286" cy="792692"/>
          </a:xfrm>
          <a:prstGeom prst="rect">
            <a:avLst/>
          </a:prstGeom>
        </p:spPr>
        <p:txBody>
          <a:bodyPr vert="horz" wrap="square">
            <a:noAutofit/>
          </a:bodyPr>
          <a:lstStyle>
            <a:lvl1pPr marL="0" indent="0">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err="1"/>
              <a:t>Bijschrift</a:t>
            </a:r>
            <a:endParaRPr lang="nl-NL" dirty="0"/>
          </a:p>
        </p:txBody>
      </p:sp>
    </p:spTree>
    <p:extLst>
      <p:ext uri="{BB962C8B-B14F-4D97-AF65-F5344CB8AC3E}">
        <p14:creationId xmlns:p14="http://schemas.microsoft.com/office/powerpoint/2010/main" val="1968919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5656" name="Rectangle 56"/>
          <p:cNvSpPr>
            <a:spLocks noGrp="1" noChangeArrowheads="1"/>
          </p:cNvSpPr>
          <p:nvPr>
            <p:ph type="ctrTitle" sz="quarter"/>
          </p:nvPr>
        </p:nvSpPr>
        <p:spPr>
          <a:xfrm>
            <a:off x="1798638" y="1714500"/>
            <a:ext cx="6583362" cy="434579"/>
          </a:xfrm>
        </p:spPr>
        <p:txBody>
          <a:bodyPr anchor="t"/>
          <a:lstStyle>
            <a:lvl1pPr>
              <a:defRPr/>
            </a:lvl1pPr>
          </a:lstStyle>
          <a:p>
            <a:pPr lvl="0"/>
            <a:r>
              <a:rPr lang="en-US" noProof="0"/>
              <a:t>Klik om het opmaakprofiel te bewerken</a:t>
            </a:r>
          </a:p>
        </p:txBody>
      </p:sp>
      <p:sp>
        <p:nvSpPr>
          <p:cNvPr id="25657" name="Rectangle 57"/>
          <p:cNvSpPr>
            <a:spLocks noGrp="1" noChangeArrowheads="1"/>
          </p:cNvSpPr>
          <p:nvPr>
            <p:ph type="subTitle" sz="quarter" idx="1"/>
          </p:nvPr>
        </p:nvSpPr>
        <p:spPr>
          <a:xfrm>
            <a:off x="1798638" y="2914650"/>
            <a:ext cx="6583362" cy="435769"/>
          </a:xfrm>
        </p:spPr>
        <p:txBody>
          <a:bodyPr/>
          <a:lstStyle>
            <a:lvl1pPr marL="0" indent="0">
              <a:lnSpc>
                <a:spcPct val="80000"/>
              </a:lnSpc>
              <a:buFont typeface="Zapf Dingbats" charset="0"/>
              <a:buNone/>
              <a:defRPr sz="1500"/>
            </a:lvl1pPr>
          </a:lstStyle>
          <a:p>
            <a:pPr lvl="0"/>
            <a:r>
              <a:rPr lang="en-US" noProof="0"/>
              <a:t>Klik om het opmaakprofiel van de modelondertitel te bewerken</a:t>
            </a:r>
          </a:p>
        </p:txBody>
      </p:sp>
      <p:sp>
        <p:nvSpPr>
          <p:cNvPr id="4" name="Rectangle 59"/>
          <p:cNvSpPr>
            <a:spLocks noGrp="1" noChangeArrowheads="1"/>
          </p:cNvSpPr>
          <p:nvPr>
            <p:ph type="dt" sz="quarter" idx="10"/>
          </p:nvPr>
        </p:nvSpPr>
        <p:spPr/>
        <p:txBody>
          <a:bodyPr/>
          <a:lstStyle>
            <a:lvl1pPr>
              <a:defRPr/>
            </a:lvl1pPr>
          </a:lstStyle>
          <a:p>
            <a:pPr>
              <a:defRPr/>
            </a:pPr>
            <a:fld id="{29447FD1-949A-4897-9B52-CE731137E769}" type="datetime1">
              <a:rPr lang="en-US" altLang="nl-NL"/>
              <a:pPr>
                <a:defRPr/>
              </a:pPr>
              <a:t>9/9/2025</a:t>
            </a:fld>
            <a:endParaRPr lang="en-US" altLang="nl-NL">
              <a:solidFill>
                <a:schemeClr val="tx1"/>
              </a:solidFill>
            </a:endParaRPr>
          </a:p>
        </p:txBody>
      </p:sp>
      <p:sp>
        <p:nvSpPr>
          <p:cNvPr id="5" name="Rectangle 60"/>
          <p:cNvSpPr>
            <a:spLocks noGrp="1" noChangeArrowheads="1"/>
          </p:cNvSpPr>
          <p:nvPr>
            <p:ph type="sldNum" sz="quarter" idx="11"/>
          </p:nvPr>
        </p:nvSpPr>
        <p:spPr/>
        <p:txBody>
          <a:bodyPr/>
          <a:lstStyle>
            <a:lvl1pPr>
              <a:defRPr/>
            </a:lvl1pPr>
          </a:lstStyle>
          <a:p>
            <a:fld id="{389EAD03-A9E3-436A-8508-5910F3BBE89D}" type="slidenum">
              <a:rPr lang="en-US" altLang="nl-NL"/>
              <a:pPr/>
              <a:t>‹#›</a:t>
            </a:fld>
            <a:endParaRPr lang="en-US" altLang="nl-NL"/>
          </a:p>
        </p:txBody>
      </p:sp>
      <p:sp>
        <p:nvSpPr>
          <p:cNvPr id="6" name="Rectangle 61"/>
          <p:cNvSpPr>
            <a:spLocks noGrp="1" noChangeArrowheads="1"/>
          </p:cNvSpPr>
          <p:nvPr>
            <p:ph type="ftr" sz="quarter" idx="12"/>
          </p:nvPr>
        </p:nvSpPr>
        <p:spPr/>
        <p:txBody>
          <a:bodyPr/>
          <a:lstStyle>
            <a:lvl1pPr>
              <a:defRPr/>
            </a:lvl1pPr>
          </a:lstStyle>
          <a:p>
            <a:pPr>
              <a:defRPr/>
            </a:pPr>
            <a:r>
              <a:rPr lang="en-US"/>
              <a:t>HU powerpoint template</a:t>
            </a:r>
          </a:p>
        </p:txBody>
      </p:sp>
    </p:spTree>
    <p:extLst>
      <p:ext uri="{BB962C8B-B14F-4D97-AF65-F5344CB8AC3E}">
        <p14:creationId xmlns:p14="http://schemas.microsoft.com/office/powerpoint/2010/main" val="1360200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552" y="357504"/>
            <a:ext cx="6172200" cy="434579"/>
          </a:xfrm>
        </p:spPr>
        <p:txBody>
          <a:bodyPr anchor="t"/>
          <a:lstStyle/>
          <a:p>
            <a:r>
              <a:rPr lang="en-US" dirty="0"/>
              <a:t>Click to edit Master title style</a:t>
            </a:r>
          </a:p>
        </p:txBody>
      </p:sp>
      <p:sp>
        <p:nvSpPr>
          <p:cNvPr id="3" name="Content Placeholder 2"/>
          <p:cNvSpPr>
            <a:spLocks noGrp="1"/>
          </p:cNvSpPr>
          <p:nvPr>
            <p:ph idx="1"/>
          </p:nvPr>
        </p:nvSpPr>
        <p:spPr>
          <a:xfrm>
            <a:off x="539552" y="1167594"/>
            <a:ext cx="7881938" cy="19704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8"/>
          <p:cNvSpPr>
            <a:spLocks noGrp="1" noChangeArrowheads="1"/>
          </p:cNvSpPr>
          <p:nvPr>
            <p:ph type="dt" sz="half" idx="10"/>
          </p:nvPr>
        </p:nvSpPr>
        <p:spPr>
          <a:ln/>
        </p:spPr>
        <p:txBody>
          <a:bodyPr/>
          <a:lstStyle>
            <a:lvl1pPr>
              <a:defRPr/>
            </a:lvl1pPr>
          </a:lstStyle>
          <a:p>
            <a:pPr>
              <a:defRPr/>
            </a:pPr>
            <a:fld id="{29F4C62F-5058-484C-9086-D596D691FF1B}" type="datetime1">
              <a:rPr lang="en-US" altLang="nl-NL"/>
              <a:pPr>
                <a:defRPr/>
              </a:pPr>
              <a:t>9/9/2025</a:t>
            </a:fld>
            <a:endParaRPr lang="en-US" altLang="nl-NL" sz="1050">
              <a:solidFill>
                <a:schemeClr val="tx1"/>
              </a:solidFill>
            </a:endParaRPr>
          </a:p>
        </p:txBody>
      </p:sp>
      <p:sp>
        <p:nvSpPr>
          <p:cNvPr id="5" name="Rectangle 49"/>
          <p:cNvSpPr>
            <a:spLocks noGrp="1" noChangeArrowheads="1"/>
          </p:cNvSpPr>
          <p:nvPr>
            <p:ph type="sldNum" sz="quarter" idx="11"/>
          </p:nvPr>
        </p:nvSpPr>
        <p:spPr>
          <a:ln/>
        </p:spPr>
        <p:txBody>
          <a:bodyPr/>
          <a:lstStyle>
            <a:lvl1pPr>
              <a:defRPr/>
            </a:lvl1pPr>
          </a:lstStyle>
          <a:p>
            <a:fld id="{0BCF4BFA-10E4-45BC-B24D-690F5AA2FC39}" type="slidenum">
              <a:rPr lang="en-US" altLang="nl-NL"/>
              <a:pPr/>
              <a:t>‹#›</a:t>
            </a:fld>
            <a:endParaRPr lang="en-US" altLang="nl-NL"/>
          </a:p>
        </p:txBody>
      </p:sp>
      <p:sp>
        <p:nvSpPr>
          <p:cNvPr id="6" name="Rectangle 50"/>
          <p:cNvSpPr>
            <a:spLocks noGrp="1" noChangeArrowheads="1"/>
          </p:cNvSpPr>
          <p:nvPr>
            <p:ph type="ftr" sz="quarter" idx="12"/>
          </p:nvPr>
        </p:nvSpPr>
        <p:spPr>
          <a:ln/>
        </p:spPr>
        <p:txBody>
          <a:bodyPr/>
          <a:lstStyle>
            <a:lvl1pPr>
              <a:defRPr/>
            </a:lvl1pPr>
          </a:lstStyle>
          <a:p>
            <a:pPr>
              <a:defRPr/>
            </a:pPr>
            <a:r>
              <a:rPr lang="en-US"/>
              <a:t>HU powerpoint template</a:t>
            </a:r>
            <a:endParaRPr lang="en-US" sz="1050"/>
          </a:p>
        </p:txBody>
      </p:sp>
    </p:spTree>
    <p:extLst>
      <p:ext uri="{BB962C8B-B14F-4D97-AF65-F5344CB8AC3E}">
        <p14:creationId xmlns:p14="http://schemas.microsoft.com/office/powerpoint/2010/main" val="41549162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Inhoud_vervolg">
    <p:spTree>
      <p:nvGrpSpPr>
        <p:cNvPr id="1" name=""/>
        <p:cNvGrpSpPr/>
        <p:nvPr/>
      </p:nvGrpSpPr>
      <p:grpSpPr>
        <a:xfrm>
          <a:off x="0" y="0"/>
          <a:ext cx="0" cy="0"/>
          <a:chOff x="0" y="0"/>
          <a:chExt cx="0" cy="0"/>
        </a:xfrm>
      </p:grpSpPr>
      <p:sp>
        <p:nvSpPr>
          <p:cNvPr id="3" name="Rechthoek 2"/>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 name="Tijdelijke aanduiding voor tekst 10"/>
          <p:cNvSpPr>
            <a:spLocks noGrp="1"/>
          </p:cNvSpPr>
          <p:nvPr>
            <p:ph type="body" sz="quarter" idx="10" hasCustomPrompt="1"/>
          </p:nvPr>
        </p:nvSpPr>
        <p:spPr>
          <a:xfrm>
            <a:off x="718219" y="623650"/>
            <a:ext cx="7553716" cy="457200"/>
          </a:xfrm>
        </p:spPr>
        <p:txBody>
          <a:bodyPr/>
          <a:lstStyle>
            <a:lvl1pPr>
              <a:defRPr sz="2200" b="1">
                <a:solidFill>
                  <a:schemeClr val="bg2"/>
                </a:solidFill>
              </a:defRPr>
            </a:lvl1pPr>
          </a:lstStyle>
          <a:p>
            <a:pPr lvl="0"/>
            <a:r>
              <a:rPr lang="nl-NL" dirty="0"/>
              <a:t>Inhoud vervolg</a:t>
            </a:r>
          </a:p>
        </p:txBody>
      </p:sp>
      <p:sp>
        <p:nvSpPr>
          <p:cNvPr id="6" name="Tijdelijke aanduiding voor tekst 10"/>
          <p:cNvSpPr>
            <a:spLocks noGrp="1"/>
          </p:cNvSpPr>
          <p:nvPr>
            <p:ph type="body" sz="quarter" idx="11"/>
          </p:nvPr>
        </p:nvSpPr>
        <p:spPr>
          <a:xfrm>
            <a:off x="718219" y="1196341"/>
            <a:ext cx="7553716" cy="3292316"/>
          </a:xfrm>
        </p:spPr>
        <p:txBody>
          <a:bodyPr/>
          <a:lstStyle>
            <a:lvl1pPr marL="342900" indent="-342900">
              <a:buFont typeface="Arial" charset="0"/>
              <a:buChar char="•"/>
              <a:defRPr/>
            </a:lvl1pPr>
          </a:lstStyle>
          <a:p>
            <a:pPr lvl="0"/>
            <a:r>
              <a:rPr lang="en-US"/>
              <a:t>Edit Master text styles</a:t>
            </a:r>
          </a:p>
        </p:txBody>
      </p:sp>
      <p:sp>
        <p:nvSpPr>
          <p:cNvPr id="5" name="Rechthoek 4"/>
          <p:cNvSpPr/>
          <p:nvPr userDrawn="1"/>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0738642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pos="528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_Inhoud">
    <p:spTree>
      <p:nvGrpSpPr>
        <p:cNvPr id="1" name=""/>
        <p:cNvGrpSpPr/>
        <p:nvPr/>
      </p:nvGrpSpPr>
      <p:grpSpPr>
        <a:xfrm>
          <a:off x="0" y="0"/>
          <a:ext cx="0" cy="0"/>
          <a:chOff x="0" y="0"/>
          <a:chExt cx="0" cy="0"/>
        </a:xfrm>
      </p:grpSpPr>
      <p:sp>
        <p:nvSpPr>
          <p:cNvPr id="5" name="Rechthoek 4"/>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1" name="Tijdelijke aanduiding voor tekst 10"/>
          <p:cNvSpPr>
            <a:spLocks noGrp="1"/>
          </p:cNvSpPr>
          <p:nvPr>
            <p:ph type="body" sz="quarter" idx="10" hasCustomPrompt="1"/>
          </p:nvPr>
        </p:nvSpPr>
        <p:spPr>
          <a:xfrm>
            <a:off x="718219" y="623650"/>
            <a:ext cx="7553716" cy="457200"/>
          </a:xfrm>
        </p:spPr>
        <p:txBody>
          <a:bodyPr/>
          <a:lstStyle>
            <a:lvl1pPr>
              <a:defRPr sz="2200" b="1">
                <a:solidFill>
                  <a:schemeClr val="bg2"/>
                </a:solidFill>
              </a:defRPr>
            </a:lvl1pPr>
          </a:lstStyle>
          <a:p>
            <a:pPr lvl="0"/>
            <a:r>
              <a:rPr lang="nl-NL" dirty="0"/>
              <a:t>Inhoud</a:t>
            </a:r>
          </a:p>
        </p:txBody>
      </p:sp>
      <p:sp>
        <p:nvSpPr>
          <p:cNvPr id="13" name="Tijdelijke aanduiding voor tekst 10"/>
          <p:cNvSpPr>
            <a:spLocks noGrp="1"/>
          </p:cNvSpPr>
          <p:nvPr>
            <p:ph type="body" sz="quarter" idx="11"/>
          </p:nvPr>
        </p:nvSpPr>
        <p:spPr>
          <a:xfrm>
            <a:off x="718219" y="1196341"/>
            <a:ext cx="7553716" cy="3292316"/>
          </a:xfrm>
        </p:spPr>
        <p:txBody>
          <a:bodyPr/>
          <a:lstStyle>
            <a:lvl1pPr marL="342900" indent="-342900">
              <a:buFont typeface="Arial" charset="0"/>
              <a:buChar char="•"/>
              <a:defRPr/>
            </a:lvl1pPr>
          </a:lstStyle>
          <a:p>
            <a:pPr lvl="0"/>
            <a:r>
              <a:rPr lang="en-US"/>
              <a:t>Edit Master text styles</a:t>
            </a:r>
          </a:p>
        </p:txBody>
      </p:sp>
      <p:sp>
        <p:nvSpPr>
          <p:cNvPr id="6" name="Rechthoek 5"/>
          <p:cNvSpPr/>
          <p:nvPr userDrawn="1"/>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13402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jdelijke aanduiding voor tekst 3"/>
          <p:cNvSpPr>
            <a:spLocks noGrp="1"/>
          </p:cNvSpPr>
          <p:nvPr>
            <p:ph type="body" idx="1"/>
          </p:nvPr>
        </p:nvSpPr>
        <p:spPr>
          <a:xfrm>
            <a:off x="750570" y="1369219"/>
            <a:ext cx="7637780" cy="1202252"/>
          </a:xfrm>
          <a:prstGeom prst="rect">
            <a:avLst/>
          </a:prstGeom>
        </p:spPr>
        <p:txBody>
          <a:bodyPr vert="horz" wrap="square" lIns="0" tIns="0" rIns="0" bIns="0" rtlCol="0" anchor="t" anchorCtr="0">
            <a:noAutofit/>
          </a:bodyPr>
          <a:lstStyle/>
          <a:p>
            <a:pPr lvl="0"/>
            <a:r>
              <a:rPr lang="nl-NL" dirty="0"/>
              <a:t>Niveau 1</a:t>
            </a:r>
          </a:p>
          <a:p>
            <a:pPr lvl="1"/>
            <a:r>
              <a:rPr lang="nl-NL" dirty="0"/>
              <a:t>Niveau 2</a:t>
            </a:r>
          </a:p>
          <a:p>
            <a:pPr lvl="2"/>
            <a:r>
              <a:rPr lang="nl-NL" dirty="0"/>
              <a:t>Niveau 3</a:t>
            </a:r>
          </a:p>
        </p:txBody>
      </p:sp>
      <p:sp>
        <p:nvSpPr>
          <p:cNvPr id="5" name="Tijdelijke aanduiding voor titel 4"/>
          <p:cNvSpPr>
            <a:spLocks noGrp="1"/>
          </p:cNvSpPr>
          <p:nvPr>
            <p:ph type="title"/>
          </p:nvPr>
        </p:nvSpPr>
        <p:spPr>
          <a:xfrm>
            <a:off x="750572" y="581675"/>
            <a:ext cx="7637778" cy="461665"/>
          </a:xfrm>
          <a:prstGeom prst="rect">
            <a:avLst/>
          </a:prstGeom>
        </p:spPr>
        <p:txBody>
          <a:bodyPr vert="horz" wrap="square" lIns="0" tIns="0" rIns="0" bIns="0" rtlCol="0" anchor="t" anchorCtr="0">
            <a:noAutofit/>
          </a:bodyPr>
          <a:lstStyle/>
          <a:p>
            <a:r>
              <a:rPr lang="nl-NL" dirty="0"/>
              <a:t>Titelstijl van model bewerken</a:t>
            </a:r>
          </a:p>
        </p:txBody>
      </p:sp>
      <p:pic>
        <p:nvPicPr>
          <p:cNvPr id="13" name="Afbeelding 12" descr="hu logo.png"/>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14" name="Tekstvak 13"/>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pic>
        <p:nvPicPr>
          <p:cNvPr id="6" name="Afbeelding 5" descr="hu logo.png"/>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7" name="Tekstvak 6"/>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spTree>
    <p:extLst>
      <p:ext uri="{BB962C8B-B14F-4D97-AF65-F5344CB8AC3E}">
        <p14:creationId xmlns:p14="http://schemas.microsoft.com/office/powerpoint/2010/main" val="93525938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710" r:id="rId3"/>
    <p:sldLayoutId id="2147483695"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1" r:id="rId17"/>
    <p:sldLayoutId id="2147483712" r:id="rId18"/>
    <p:sldLayoutId id="2147483713" r:id="rId19"/>
    <p:sldLayoutId id="2147483714" r:id="rId20"/>
  </p:sldLayoutIdLst>
  <p:hf hdr="0" ftr="0" dt="0"/>
  <p:txStyles>
    <p:titleStyle>
      <a:lvl1pPr algn="l" defTabSz="457200" rtl="0" eaLnBrk="1" latinLnBrk="0" hangingPunct="1">
        <a:spcBef>
          <a:spcPct val="0"/>
        </a:spcBef>
        <a:buNone/>
        <a:defRPr sz="2200" b="1" kern="1200">
          <a:solidFill>
            <a:schemeClr val="accent1"/>
          </a:solidFill>
          <a:latin typeface="+mj-lt"/>
          <a:ea typeface="+mj-ea"/>
          <a:cs typeface="+mj-cs"/>
        </a:defRPr>
      </a:lvl1pPr>
    </p:titleStyle>
    <p:bodyStyle>
      <a:lvl1pPr marL="342900" indent="-342900" algn="l" defTabSz="457200" rtl="0" eaLnBrk="1" latinLnBrk="0" hangingPunct="1">
        <a:lnSpc>
          <a:spcPts val="2400"/>
        </a:lnSpc>
        <a:spcBef>
          <a:spcPts val="0"/>
        </a:spcBef>
        <a:buClr>
          <a:schemeClr val="accent1"/>
        </a:buClr>
        <a:buFont typeface="Arial" panose="020B0604020202020204" pitchFamily="34" charset="0"/>
        <a:buChar char="•"/>
        <a:defRPr sz="2000" b="0" kern="1200">
          <a:solidFill>
            <a:schemeClr val="tx1"/>
          </a:solidFill>
          <a:latin typeface="+mn-lt"/>
          <a:ea typeface="+mn-ea"/>
          <a:cs typeface="+mn-cs"/>
        </a:defRPr>
      </a:lvl1pPr>
      <a:lvl2pPr marL="800100" indent="-342900" algn="l" defTabSz="457200" rtl="0" eaLnBrk="1" latinLnBrk="0" hangingPunct="1">
        <a:lnSpc>
          <a:spcPts val="2400"/>
        </a:lnSpc>
        <a:spcBef>
          <a:spcPts val="0"/>
        </a:spcBef>
        <a:buClr>
          <a:schemeClr val="accent1"/>
        </a:buClr>
        <a:buFont typeface="Courier New" panose="02070309020205020404" pitchFamily="49" charset="0"/>
        <a:buChar char="o"/>
        <a:defRPr sz="2000" b="0" kern="1200">
          <a:solidFill>
            <a:schemeClr val="tx1"/>
          </a:solidFill>
          <a:latin typeface="+mn-lt"/>
          <a:ea typeface="+mn-ea"/>
          <a:cs typeface="+mn-cs"/>
        </a:defRPr>
      </a:lvl2pPr>
      <a:lvl3pPr marL="1257300" indent="-342900" algn="l" defTabSz="457200" rtl="0" eaLnBrk="1" latinLnBrk="0" hangingPunct="1">
        <a:lnSpc>
          <a:spcPts val="2400"/>
        </a:lnSpc>
        <a:spcBef>
          <a:spcPts val="0"/>
        </a:spcBef>
        <a:buClr>
          <a:schemeClr val="accent1"/>
        </a:buClr>
        <a:buFont typeface="Wingdings" panose="05000000000000000000" pitchFamily="2" charset="2"/>
        <a:buChar char="§"/>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5284">
          <p15:clr>
            <a:srgbClr val="F26B43"/>
          </p15:clr>
        </p15:guide>
        <p15:guide id="4" orient="horz" pos="377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7.webp"/></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6zjU6uQMY3o" TargetMode="External"/><Relationship Id="rId2" Type="http://schemas.openxmlformats.org/officeDocument/2006/relationships/hyperlink" Target="https://www.youtube.com/watch?v=IeCH-bs38UM" TargetMode="External"/><Relationship Id="rId1" Type="http://schemas.openxmlformats.org/officeDocument/2006/relationships/slideLayout" Target="../slideLayouts/slideLayout4.xml"/><Relationship Id="rId5" Type="http://schemas.openxmlformats.org/officeDocument/2006/relationships/hyperlink" Target="https://www.youtube.com/watch?v=WYCPTuGNj7U" TargetMode="External"/><Relationship Id="rId4" Type="http://schemas.openxmlformats.org/officeDocument/2006/relationships/hyperlink" Target="https://www.youtube.com/watch?v=W07dxCREOTc" TargetMode="External"/></Relationships>
</file>

<file path=ppt/slides/_rels/slide39.xml.rels><?xml version="1.0" encoding="UTF-8" standalone="yes"?>
<Relationships xmlns="http://schemas.openxmlformats.org/package/2006/relationships"><Relationship Id="rId2" Type="http://schemas.openxmlformats.org/officeDocument/2006/relationships/hyperlink" Target="https://www.tecmint.com/install-bind-private-dns-server-on-rhel-8/" TargetMode="Externa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88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Platformen</a:t>
            </a:r>
            <a:endParaRPr lang="nl-NL" dirty="0"/>
          </a:p>
        </p:txBody>
      </p:sp>
      <p:sp>
        <p:nvSpPr>
          <p:cNvPr id="3" name="Text Placeholder 2"/>
          <p:cNvSpPr>
            <a:spLocks noGrp="1"/>
          </p:cNvSpPr>
          <p:nvPr>
            <p:ph type="body" sz="quarter" idx="10"/>
          </p:nvPr>
        </p:nvSpPr>
        <p:spPr/>
        <p:txBody>
          <a:bodyPr/>
          <a:lstStyle/>
          <a:p>
            <a:pPr>
              <a:buClr>
                <a:schemeClr val="bg1"/>
              </a:buClr>
              <a:defRPr/>
            </a:pPr>
            <a:r>
              <a:rPr lang="en-US" dirty="0">
                <a:solidFill>
                  <a:schemeClr val="bg1"/>
                </a:solidFill>
              </a:rPr>
              <a:t>Core Network Services:</a:t>
            </a:r>
          </a:p>
          <a:p>
            <a:pPr marL="342900" indent="-342900">
              <a:buClr>
                <a:schemeClr val="bg1"/>
              </a:buClr>
              <a:buFont typeface="Arial" panose="020B0604020202020204" pitchFamily="34" charset="0"/>
              <a:buChar char="•"/>
              <a:defRPr/>
            </a:pPr>
            <a:r>
              <a:rPr lang="en-US" dirty="0">
                <a:solidFill>
                  <a:schemeClr val="bg1"/>
                </a:solidFill>
              </a:rPr>
              <a:t>DHCP</a:t>
            </a:r>
          </a:p>
          <a:p>
            <a:pPr marL="342900" indent="-342900">
              <a:buClr>
                <a:schemeClr val="bg1"/>
              </a:buClr>
              <a:buFont typeface="Arial" panose="020B0604020202020204" pitchFamily="34" charset="0"/>
              <a:buChar char="•"/>
              <a:defRPr/>
            </a:pPr>
            <a:r>
              <a:rPr lang="en-US" dirty="0">
                <a:solidFill>
                  <a:schemeClr val="bg1"/>
                </a:solidFill>
              </a:rPr>
              <a:t>DNS</a:t>
            </a:r>
          </a:p>
        </p:txBody>
      </p:sp>
    </p:spTree>
    <p:extLst>
      <p:ext uri="{BB962C8B-B14F-4D97-AF65-F5344CB8AC3E}">
        <p14:creationId xmlns:p14="http://schemas.microsoft.com/office/powerpoint/2010/main" val="559557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40EF56A-A85A-C16F-DFB7-38E3C4E3E46E}"/>
              </a:ext>
            </a:extLst>
          </p:cNvPr>
          <p:cNvSpPr>
            <a:spLocks noGrp="1"/>
          </p:cNvSpPr>
          <p:nvPr>
            <p:ph type="body" sz="quarter" idx="11"/>
          </p:nvPr>
        </p:nvSpPr>
        <p:spPr/>
        <p:txBody>
          <a:bodyPr/>
          <a:lstStyle/>
          <a:p>
            <a:pPr>
              <a:spcBef>
                <a:spcPts val="1200"/>
              </a:spcBef>
            </a:pPr>
            <a:r>
              <a:rPr lang="nl-NL" dirty="0"/>
              <a:t>Naast de computersystemen en de infrastructuur functioneert een computernetwerk op basis van protocollen</a:t>
            </a:r>
          </a:p>
          <a:p>
            <a:pPr>
              <a:spcBef>
                <a:spcPts val="1200"/>
              </a:spcBef>
            </a:pPr>
            <a:r>
              <a:rPr lang="nl-NL" dirty="0"/>
              <a:t>Protocollen zijn afspraken over de communicatie, zodat alle apparaten ‘dezelfde taal’ spreken</a:t>
            </a:r>
          </a:p>
          <a:p>
            <a:pPr>
              <a:spcBef>
                <a:spcPts val="1200"/>
              </a:spcBef>
            </a:pPr>
            <a:r>
              <a:rPr lang="nl-NL" dirty="0"/>
              <a:t>Veel protocollen zijn gestandaardiseerd en vormen de basis van bekende diensten die over netwerken geleverd worden</a:t>
            </a:r>
          </a:p>
          <a:p>
            <a:pPr>
              <a:lnSpc>
                <a:spcPct val="150000"/>
              </a:lnSpc>
            </a:pPr>
            <a:endParaRPr lang="nl-NL" dirty="0"/>
          </a:p>
        </p:txBody>
      </p:sp>
      <p:sp>
        <p:nvSpPr>
          <p:cNvPr id="4" name="Title 3">
            <a:extLst>
              <a:ext uri="{FF2B5EF4-FFF2-40B4-BE49-F238E27FC236}">
                <a16:creationId xmlns:a16="http://schemas.microsoft.com/office/drawing/2014/main" id="{0FFC3479-5100-67F7-CC4E-8920696ABFA6}"/>
              </a:ext>
            </a:extLst>
          </p:cNvPr>
          <p:cNvSpPr>
            <a:spLocks noGrp="1"/>
          </p:cNvSpPr>
          <p:nvPr>
            <p:ph type="title"/>
          </p:nvPr>
        </p:nvSpPr>
        <p:spPr/>
        <p:txBody>
          <a:bodyPr/>
          <a:lstStyle/>
          <a:p>
            <a:r>
              <a:rPr lang="en-US" dirty="0" err="1"/>
              <a:t>Protocollen</a:t>
            </a:r>
            <a:endParaRPr lang="nl-NL" dirty="0"/>
          </a:p>
        </p:txBody>
      </p:sp>
    </p:spTree>
    <p:extLst>
      <p:ext uri="{BB962C8B-B14F-4D97-AF65-F5344CB8AC3E}">
        <p14:creationId xmlns:p14="http://schemas.microsoft.com/office/powerpoint/2010/main" val="1308945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err="1"/>
              <a:t>Core</a:t>
            </a:r>
            <a:r>
              <a:rPr lang="nl-NL" dirty="0"/>
              <a:t> Network Services </a:t>
            </a:r>
            <a:r>
              <a:rPr lang="nl-NL" dirty="0" err="1"/>
              <a:t>and</a:t>
            </a:r>
            <a:r>
              <a:rPr lang="nl-NL" dirty="0"/>
              <a:t> Applications</a:t>
            </a:r>
          </a:p>
          <a:p>
            <a:pPr marL="0" indent="0">
              <a:buNone/>
            </a:pPr>
            <a:endParaRPr lang="nl-NL" dirty="0"/>
          </a:p>
        </p:txBody>
      </p:sp>
      <p:sp>
        <p:nvSpPr>
          <p:cNvPr id="2" name="Title 1"/>
          <p:cNvSpPr>
            <a:spLocks noGrp="1"/>
          </p:cNvSpPr>
          <p:nvPr>
            <p:ph type="title"/>
          </p:nvPr>
        </p:nvSpPr>
        <p:spPr/>
        <p:txBody>
          <a:bodyPr/>
          <a:lstStyle/>
          <a:p>
            <a:r>
              <a:rPr lang="nl-NL" dirty="0"/>
              <a:t>Basic Services</a:t>
            </a:r>
          </a:p>
        </p:txBody>
      </p:sp>
      <p:grpSp>
        <p:nvGrpSpPr>
          <p:cNvPr id="7" name="Group 6"/>
          <p:cNvGrpSpPr/>
          <p:nvPr/>
        </p:nvGrpSpPr>
        <p:grpSpPr>
          <a:xfrm>
            <a:off x="5404529" y="2796974"/>
            <a:ext cx="2867406" cy="1951401"/>
            <a:chOff x="5597335" y="3429001"/>
            <a:chExt cx="4197415" cy="2501403"/>
          </a:xfrm>
        </p:grpSpPr>
        <p:sp>
          <p:nvSpPr>
            <p:cNvPr id="10" name="TextBox 9"/>
            <p:cNvSpPr txBox="1"/>
            <p:nvPr/>
          </p:nvSpPr>
          <p:spPr>
            <a:xfrm>
              <a:off x="5597336" y="5678895"/>
              <a:ext cx="4167771" cy="251509"/>
            </a:xfrm>
            <a:prstGeom prst="rect">
              <a:avLst/>
            </a:prstGeom>
            <a:noFill/>
          </p:spPr>
          <p:txBody>
            <a:bodyPr wrap="square" rtlCol="0">
              <a:spAutoFit/>
            </a:bodyPr>
            <a:lstStyle/>
            <a:p>
              <a:r>
                <a:rPr lang="nl-NL" sz="675" dirty="0"/>
                <a:t>http://www.reduses.nl/wp-content/uploads/2014/09/ziekenhuizen.jpg</a:t>
              </a:r>
            </a:p>
          </p:txBody>
        </p:sp>
        <p:pic>
          <p:nvPicPr>
            <p:cNvPr id="1036" name="Picture 12" descr="http://www.reduses.nl/wp-content/uploads/2014/09/ziekenhuize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335" y="3429001"/>
              <a:ext cx="4197415" cy="22907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p:cNvGrpSpPr/>
          <p:nvPr/>
        </p:nvGrpSpPr>
        <p:grpSpPr>
          <a:xfrm>
            <a:off x="996964" y="1781476"/>
            <a:ext cx="3926075" cy="2089303"/>
            <a:chOff x="539552" y="2636912"/>
            <a:chExt cx="5234766" cy="2785737"/>
          </a:xfrm>
        </p:grpSpPr>
        <p:pic>
          <p:nvPicPr>
            <p:cNvPr id="1028" name="Picture 4" descr="http://www.cisco.com/en/US/prod/collateral/routers/ps9701/images/data_sheet_c22_517151-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636912"/>
              <a:ext cx="5048250" cy="2524126"/>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39552" y="5161038"/>
              <a:ext cx="5234766" cy="261611"/>
            </a:xfrm>
            <a:prstGeom prst="rect">
              <a:avLst/>
            </a:prstGeom>
            <a:noFill/>
            <a:ln>
              <a:noFill/>
            </a:ln>
          </p:spPr>
          <p:txBody>
            <a:bodyPr wrap="none" rtlCol="0">
              <a:spAutoFit/>
            </a:bodyPr>
            <a:lstStyle/>
            <a:p>
              <a:r>
                <a:rPr lang="nl-NL" sz="675" dirty="0"/>
                <a:t>http://www.cisco.com/en/US/prod/collateral/routers/ps9701/images/data_sheet_c22_517151-1.jpg</a:t>
              </a:r>
            </a:p>
          </p:txBody>
        </p:sp>
        <p:sp>
          <p:nvSpPr>
            <p:cNvPr id="9" name="Rectangle 8"/>
            <p:cNvSpPr/>
            <p:nvPr/>
          </p:nvSpPr>
          <p:spPr bwMode="auto">
            <a:xfrm>
              <a:off x="4519393" y="2649612"/>
              <a:ext cx="360040" cy="216024"/>
            </a:xfrm>
            <a:prstGeom prst="rect">
              <a:avLst/>
            </a:prstGeom>
            <a:solidFill>
              <a:srgbClr val="E5EFF3"/>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r>
                <a:rPr lang="nl-NL" sz="700" b="1" dirty="0">
                  <a:ln w="6350">
                    <a:solidFill>
                      <a:schemeClr val="tx1">
                        <a:lumMod val="75000"/>
                        <a:lumOff val="25000"/>
                        <a:alpha val="37000"/>
                      </a:schemeClr>
                    </a:solidFill>
                  </a:ln>
                  <a:solidFill>
                    <a:schemeClr val="tx1">
                      <a:alpha val="71000"/>
                    </a:schemeClr>
                  </a:solidFill>
                  <a:latin typeface="Arial" charset="0"/>
                  <a:ea typeface="ＭＳ Ｐゴシック" charset="0"/>
                </a:rPr>
                <a:t>Files</a:t>
              </a:r>
            </a:p>
          </p:txBody>
        </p:sp>
      </p:grpSp>
      <p:sp>
        <p:nvSpPr>
          <p:cNvPr id="12" name="Oval 11"/>
          <p:cNvSpPr/>
          <p:nvPr/>
        </p:nvSpPr>
        <p:spPr bwMode="auto">
          <a:xfrm>
            <a:off x="1764771" y="2339056"/>
            <a:ext cx="540060" cy="415847"/>
          </a:xfrm>
          <a:prstGeom prst="ellipse">
            <a:avLst/>
          </a:prstGeom>
          <a:noFill/>
          <a:ln w="50800" cap="flat" cmpd="sng" algn="ctr">
            <a:solidFill>
              <a:srgbClr val="FF0000"/>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defTabSz="685800" fontAlgn="base">
              <a:spcBef>
                <a:spcPct val="0"/>
              </a:spcBef>
              <a:spcAft>
                <a:spcPct val="0"/>
              </a:spcAft>
            </a:pPr>
            <a:endParaRPr lang="nl-NL" sz="1050">
              <a:latin typeface="Arial" charset="0"/>
              <a:ea typeface="ＭＳ Ｐゴシック" charset="0"/>
            </a:endParaRPr>
          </a:p>
        </p:txBody>
      </p:sp>
      <p:sp>
        <p:nvSpPr>
          <p:cNvPr id="19" name="Oval 18"/>
          <p:cNvSpPr/>
          <p:nvPr/>
        </p:nvSpPr>
        <p:spPr bwMode="auto">
          <a:xfrm>
            <a:off x="2620028" y="2339204"/>
            <a:ext cx="540060" cy="415847"/>
          </a:xfrm>
          <a:prstGeom prst="ellipse">
            <a:avLst/>
          </a:prstGeom>
          <a:noFill/>
          <a:ln w="50800" cap="flat" cmpd="sng" algn="ctr">
            <a:solidFill>
              <a:srgbClr val="FF0000"/>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defTabSz="685800" fontAlgn="base">
              <a:spcBef>
                <a:spcPct val="0"/>
              </a:spcBef>
              <a:spcAft>
                <a:spcPct val="0"/>
              </a:spcAft>
            </a:pPr>
            <a:endParaRPr lang="nl-NL" sz="1050">
              <a:latin typeface="Arial" charset="0"/>
              <a:ea typeface="ＭＳ Ｐゴシック" charset="0"/>
            </a:endParaRPr>
          </a:p>
        </p:txBody>
      </p:sp>
      <p:sp>
        <p:nvSpPr>
          <p:cNvPr id="20" name="Oval 19"/>
          <p:cNvSpPr/>
          <p:nvPr/>
        </p:nvSpPr>
        <p:spPr bwMode="auto">
          <a:xfrm>
            <a:off x="2185096" y="1735571"/>
            <a:ext cx="540060" cy="693978"/>
          </a:xfrm>
          <a:prstGeom prst="ellipse">
            <a:avLst/>
          </a:prstGeom>
          <a:noFill/>
          <a:ln w="50800" cap="flat" cmpd="sng" algn="ctr">
            <a:solidFill>
              <a:srgbClr val="FF0000"/>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defTabSz="685800" fontAlgn="base">
              <a:spcBef>
                <a:spcPct val="0"/>
              </a:spcBef>
              <a:spcAft>
                <a:spcPct val="0"/>
              </a:spcAft>
            </a:pPr>
            <a:endParaRPr lang="nl-NL" sz="1050">
              <a:latin typeface="Arial" charset="0"/>
              <a:ea typeface="ＭＳ Ｐゴシック" charset="0"/>
            </a:endParaRPr>
          </a:p>
        </p:txBody>
      </p:sp>
      <p:sp>
        <p:nvSpPr>
          <p:cNvPr id="21" name="Oval 20"/>
          <p:cNvSpPr/>
          <p:nvPr/>
        </p:nvSpPr>
        <p:spPr bwMode="auto">
          <a:xfrm>
            <a:off x="3832279" y="1735571"/>
            <a:ext cx="540060" cy="693977"/>
          </a:xfrm>
          <a:prstGeom prst="ellipse">
            <a:avLst/>
          </a:prstGeom>
          <a:noFill/>
          <a:ln w="50800" cap="flat" cmpd="sng" algn="ctr">
            <a:solidFill>
              <a:srgbClr val="FF0000"/>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defTabSz="685800" fontAlgn="base">
              <a:spcBef>
                <a:spcPct val="0"/>
              </a:spcBef>
              <a:spcAft>
                <a:spcPct val="0"/>
              </a:spcAft>
            </a:pPr>
            <a:endParaRPr lang="nl-NL" sz="1050">
              <a:latin typeface="Arial" charset="0"/>
              <a:ea typeface="ＭＳ Ｐゴシック" charset="0"/>
            </a:endParaRPr>
          </a:p>
        </p:txBody>
      </p:sp>
    </p:spTree>
    <p:extLst>
      <p:ext uri="{BB962C8B-B14F-4D97-AF65-F5344CB8AC3E}">
        <p14:creationId xmlns:p14="http://schemas.microsoft.com/office/powerpoint/2010/main" val="322392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18219" y="1196341"/>
            <a:ext cx="5368211" cy="3292316"/>
          </a:xfrm>
        </p:spPr>
        <p:txBody>
          <a:bodyPr/>
          <a:lstStyle/>
          <a:p>
            <a:r>
              <a:rPr lang="nl-NL" dirty="0"/>
              <a:t>RFC 2131 (1997)</a:t>
            </a:r>
          </a:p>
          <a:p>
            <a:r>
              <a:rPr lang="nl-NL" dirty="0"/>
              <a:t>Client – Server</a:t>
            </a:r>
          </a:p>
          <a:p>
            <a:endParaRPr lang="nl-NL" dirty="0"/>
          </a:p>
          <a:p>
            <a:r>
              <a:rPr lang="nl-NL" dirty="0" err="1"/>
              <a:t>Dynamic</a:t>
            </a:r>
            <a:r>
              <a:rPr lang="nl-NL" dirty="0"/>
              <a:t> Host </a:t>
            </a:r>
            <a:r>
              <a:rPr lang="nl-NL" dirty="0" err="1"/>
              <a:t>Configuration</a:t>
            </a:r>
            <a:r>
              <a:rPr lang="nl-NL" dirty="0"/>
              <a:t> Protocol</a:t>
            </a:r>
          </a:p>
          <a:p>
            <a:r>
              <a:rPr lang="nl-NL" dirty="0"/>
              <a:t>IPv4 en IPv6</a:t>
            </a:r>
          </a:p>
          <a:p>
            <a:r>
              <a:rPr lang="nl-NL" dirty="0"/>
              <a:t>UDP port 67 (server) en UDP port 68 (client)</a:t>
            </a:r>
          </a:p>
          <a:p>
            <a:endParaRPr lang="nl-NL" dirty="0"/>
          </a:p>
          <a:p>
            <a:r>
              <a:rPr lang="nl-NL" dirty="0"/>
              <a:t>Three </a:t>
            </a:r>
            <a:r>
              <a:rPr lang="nl-NL" dirty="0" err="1"/>
              <a:t>Mechanisms</a:t>
            </a:r>
            <a:r>
              <a:rPr lang="nl-NL" dirty="0"/>
              <a:t>:</a:t>
            </a:r>
          </a:p>
          <a:p>
            <a:pPr lvl="1">
              <a:buFont typeface="Courier New" panose="02070309020205020404" pitchFamily="49" charset="0"/>
              <a:buChar char="o"/>
            </a:pPr>
            <a:r>
              <a:rPr lang="nl-NL" dirty="0"/>
              <a:t>Automatic </a:t>
            </a:r>
            <a:r>
              <a:rPr lang="nl-NL" dirty="0" err="1"/>
              <a:t>Allocation</a:t>
            </a:r>
            <a:r>
              <a:rPr lang="nl-NL" dirty="0"/>
              <a:t> (permanent </a:t>
            </a:r>
            <a:r>
              <a:rPr lang="nl-NL" dirty="0" err="1"/>
              <a:t>address</a:t>
            </a:r>
            <a:r>
              <a:rPr lang="nl-NL" dirty="0"/>
              <a:t>)</a:t>
            </a:r>
          </a:p>
          <a:p>
            <a:pPr lvl="1">
              <a:buFont typeface="Courier New" panose="02070309020205020404" pitchFamily="49" charset="0"/>
              <a:buChar char="o"/>
            </a:pPr>
            <a:r>
              <a:rPr lang="nl-NL" dirty="0" err="1"/>
              <a:t>Dynamic</a:t>
            </a:r>
            <a:r>
              <a:rPr lang="nl-NL" dirty="0"/>
              <a:t> </a:t>
            </a:r>
            <a:r>
              <a:rPr lang="nl-NL" dirty="0" err="1"/>
              <a:t>Allocation</a:t>
            </a:r>
            <a:r>
              <a:rPr lang="nl-NL" dirty="0"/>
              <a:t> (</a:t>
            </a:r>
            <a:r>
              <a:rPr lang="nl-NL" dirty="0" err="1"/>
              <a:t>limited</a:t>
            </a:r>
            <a:r>
              <a:rPr lang="nl-NL" dirty="0"/>
              <a:t> time)</a:t>
            </a:r>
          </a:p>
          <a:p>
            <a:pPr lvl="1">
              <a:buFont typeface="Courier New" panose="02070309020205020404" pitchFamily="49" charset="0"/>
              <a:buChar char="o"/>
            </a:pPr>
            <a:r>
              <a:rPr lang="nl-NL" dirty="0"/>
              <a:t>Manual </a:t>
            </a:r>
            <a:r>
              <a:rPr lang="nl-NL" dirty="0" err="1"/>
              <a:t>Allocation</a:t>
            </a:r>
            <a:r>
              <a:rPr lang="nl-NL" dirty="0"/>
              <a:t> (</a:t>
            </a:r>
            <a:r>
              <a:rPr lang="nl-NL" dirty="0" err="1"/>
              <a:t>reservation</a:t>
            </a:r>
            <a:r>
              <a:rPr lang="nl-NL" dirty="0"/>
              <a:t>)</a:t>
            </a:r>
          </a:p>
          <a:p>
            <a:endParaRPr lang="nl-NL" dirty="0"/>
          </a:p>
        </p:txBody>
      </p:sp>
      <p:sp>
        <p:nvSpPr>
          <p:cNvPr id="2" name="Title 1"/>
          <p:cNvSpPr>
            <a:spLocks noGrp="1"/>
          </p:cNvSpPr>
          <p:nvPr>
            <p:ph type="title"/>
          </p:nvPr>
        </p:nvSpPr>
        <p:spPr/>
        <p:txBody>
          <a:bodyPr/>
          <a:lstStyle/>
          <a:p>
            <a:r>
              <a:rPr lang="nl-NL" dirty="0"/>
              <a:t>DHCP</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86430" y="275761"/>
            <a:ext cx="2941984" cy="355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72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DHCP</a:t>
            </a:r>
            <a:br>
              <a:rPr lang="nl-NL" dirty="0"/>
            </a:br>
            <a:r>
              <a:rPr lang="nl-NL" dirty="0"/>
              <a:t>Message </a:t>
            </a:r>
            <a:br>
              <a:rPr lang="nl-NL" dirty="0"/>
            </a:br>
            <a:r>
              <a:rPr lang="nl-NL" dirty="0"/>
              <a:t>Exchange</a:t>
            </a:r>
          </a:p>
        </p:txBody>
      </p:sp>
      <p:pic>
        <p:nvPicPr>
          <p:cNvPr id="4" name="Picture 4" descr="http://withfriendship.com/images/f/26903/mapping-sets-of-dhcp-options.gif"/>
          <p:cNvPicPr>
            <a:picLocks noChangeAspect="1" noChangeArrowheads="1"/>
          </p:cNvPicPr>
          <p:nvPr/>
        </p:nvPicPr>
        <p:blipFill rotWithShape="1">
          <a:blip r:embed="rId3" cstate="print"/>
          <a:srcRect t="1384" b="6182"/>
          <a:stretch/>
        </p:blipFill>
        <p:spPr bwMode="auto">
          <a:xfrm>
            <a:off x="2179886" y="67734"/>
            <a:ext cx="4779150" cy="4927600"/>
          </a:xfrm>
          <a:prstGeom prst="rect">
            <a:avLst/>
          </a:prstGeom>
          <a:noFill/>
        </p:spPr>
      </p:pic>
    </p:spTree>
    <p:extLst>
      <p:ext uri="{BB962C8B-B14F-4D97-AF65-F5344CB8AC3E}">
        <p14:creationId xmlns:p14="http://schemas.microsoft.com/office/powerpoint/2010/main" val="383047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001 - Subnet </a:t>
            </a:r>
            <a:r>
              <a:rPr lang="nl-NL" dirty="0" err="1"/>
              <a:t>Mask</a:t>
            </a:r>
            <a:endParaRPr lang="nl-NL" dirty="0"/>
          </a:p>
          <a:p>
            <a:r>
              <a:rPr lang="nl-NL" dirty="0"/>
              <a:t>003 - Router</a:t>
            </a:r>
          </a:p>
          <a:p>
            <a:r>
              <a:rPr lang="nl-NL" dirty="0"/>
              <a:t>004 - Time Server</a:t>
            </a:r>
          </a:p>
          <a:p>
            <a:r>
              <a:rPr lang="nl-NL" dirty="0"/>
              <a:t>006 - Name Server</a:t>
            </a:r>
          </a:p>
          <a:p>
            <a:r>
              <a:rPr lang="nl-NL" dirty="0"/>
              <a:t>012 - Host name</a:t>
            </a:r>
          </a:p>
          <a:p>
            <a:r>
              <a:rPr lang="nl-NL" dirty="0"/>
              <a:t>015 - Domain name</a:t>
            </a:r>
          </a:p>
          <a:p>
            <a:r>
              <a:rPr lang="nl-NL" dirty="0"/>
              <a:t>051 - Lease Time Option</a:t>
            </a:r>
          </a:p>
          <a:p>
            <a:endParaRPr lang="nl-NL" dirty="0"/>
          </a:p>
          <a:p>
            <a:r>
              <a:rPr lang="nl-NL" dirty="0"/>
              <a:t>…TFTP server, Boot </a:t>
            </a:r>
            <a:r>
              <a:rPr lang="nl-NL" dirty="0" err="1"/>
              <a:t>filename</a:t>
            </a:r>
            <a:r>
              <a:rPr lang="nl-NL" dirty="0"/>
              <a:t> </a:t>
            </a:r>
            <a:r>
              <a:rPr lang="nl-NL" dirty="0" err="1"/>
              <a:t>enz</a:t>
            </a:r>
            <a:r>
              <a:rPr lang="nl-NL" dirty="0"/>
              <a:t>…</a:t>
            </a:r>
          </a:p>
        </p:txBody>
      </p:sp>
      <p:sp>
        <p:nvSpPr>
          <p:cNvPr id="2" name="Title 1"/>
          <p:cNvSpPr>
            <a:spLocks noGrp="1"/>
          </p:cNvSpPr>
          <p:nvPr>
            <p:ph type="title"/>
          </p:nvPr>
        </p:nvSpPr>
        <p:spPr/>
        <p:txBody>
          <a:bodyPr/>
          <a:lstStyle/>
          <a:p>
            <a:r>
              <a:rPr lang="nl-NL" dirty="0"/>
              <a:t>DHCP Options</a:t>
            </a:r>
          </a:p>
        </p:txBody>
      </p:sp>
    </p:spTree>
    <p:extLst>
      <p:ext uri="{BB962C8B-B14F-4D97-AF65-F5344CB8AC3E}">
        <p14:creationId xmlns:p14="http://schemas.microsoft.com/office/powerpoint/2010/main" val="1321808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r>
              <a:rPr lang="nl-NL" dirty="0"/>
              <a:t>DHCP servers kunnen IP adressen uitgeven voor meerdere </a:t>
            </a:r>
            <a:r>
              <a:rPr lang="nl-NL" dirty="0" err="1"/>
              <a:t>subnetten</a:t>
            </a:r>
            <a:r>
              <a:rPr lang="nl-NL" dirty="0"/>
              <a:t>. </a:t>
            </a:r>
          </a:p>
          <a:p>
            <a:r>
              <a:rPr lang="nl-NL" dirty="0"/>
              <a:t>DHCP clients kunnen alleen direct met de DHCP server communiceren</a:t>
            </a:r>
          </a:p>
          <a:p>
            <a:endParaRPr lang="nl-NL" dirty="0"/>
          </a:p>
          <a:p>
            <a:r>
              <a:rPr lang="nl-NL" dirty="0"/>
              <a:t>Oplossing: </a:t>
            </a:r>
          </a:p>
          <a:p>
            <a:pPr marL="357188" lvl="1" indent="0"/>
            <a:r>
              <a:rPr lang="nl-NL" dirty="0"/>
              <a:t>DHCP </a:t>
            </a:r>
            <a:r>
              <a:rPr lang="nl-NL" dirty="0" err="1"/>
              <a:t>Relay</a:t>
            </a:r>
            <a:r>
              <a:rPr lang="nl-NL" dirty="0"/>
              <a:t> Agent</a:t>
            </a:r>
          </a:p>
        </p:txBody>
      </p:sp>
      <p:sp>
        <p:nvSpPr>
          <p:cNvPr id="2" name="Title 1"/>
          <p:cNvSpPr>
            <a:spLocks noGrp="1"/>
          </p:cNvSpPr>
          <p:nvPr>
            <p:ph type="title"/>
          </p:nvPr>
        </p:nvSpPr>
        <p:spPr/>
        <p:txBody>
          <a:bodyPr/>
          <a:lstStyle/>
          <a:p>
            <a:r>
              <a:rPr lang="nl-NL" dirty="0"/>
              <a:t>DHCP </a:t>
            </a:r>
            <a:r>
              <a:rPr lang="nl-NL" dirty="0" err="1"/>
              <a:t>Relay</a:t>
            </a:r>
            <a:endParaRPr lang="nl-NL" dirty="0"/>
          </a:p>
        </p:txBody>
      </p:sp>
      <p:pic>
        <p:nvPicPr>
          <p:cNvPr id="3074" name="Picture 2" descr="http://www.w3networking.com/wp-content/uploads/2009/04/dhcp-relay-agent-2-subne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0124" y="2213525"/>
            <a:ext cx="3260758" cy="24302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504325" y="4643795"/>
            <a:ext cx="3618298" cy="196208"/>
          </a:xfrm>
          <a:prstGeom prst="rect">
            <a:avLst/>
          </a:prstGeom>
          <a:noFill/>
        </p:spPr>
        <p:txBody>
          <a:bodyPr wrap="none" rtlCol="0">
            <a:spAutoFit/>
          </a:bodyPr>
          <a:lstStyle/>
          <a:p>
            <a:pPr algn="r"/>
            <a:r>
              <a:rPr lang="nl-NL" sz="675" dirty="0"/>
              <a:t>http://www.w3networking.com/wp-content/uploads/2009/04/dhcp-relay-agent-2-subnet.jpg</a:t>
            </a:r>
          </a:p>
        </p:txBody>
      </p:sp>
      <p:sp>
        <p:nvSpPr>
          <p:cNvPr id="6" name="Rectangle 5"/>
          <p:cNvSpPr/>
          <p:nvPr/>
        </p:nvSpPr>
        <p:spPr>
          <a:xfrm>
            <a:off x="5867400" y="2108200"/>
            <a:ext cx="1574800" cy="72813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Tree>
    <p:extLst>
      <p:ext uri="{BB962C8B-B14F-4D97-AF65-F5344CB8AC3E}">
        <p14:creationId xmlns:p14="http://schemas.microsoft.com/office/powerpoint/2010/main" val="3429659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Server Manager </a:t>
            </a:r>
            <a:r>
              <a:rPr lang="nl-NL" dirty="0">
                <a:sym typeface="Wingdings" panose="05000000000000000000" pitchFamily="2" charset="2"/>
              </a:rPr>
              <a:t> DHCP Server </a:t>
            </a:r>
            <a:r>
              <a:rPr lang="nl-NL" dirty="0" err="1">
                <a:sym typeface="Wingdings" panose="05000000000000000000" pitchFamily="2" charset="2"/>
              </a:rPr>
              <a:t>Role</a:t>
            </a:r>
            <a:endParaRPr lang="nl-NL" dirty="0">
              <a:sym typeface="Wingdings" panose="05000000000000000000" pitchFamily="2" charset="2"/>
            </a:endParaRPr>
          </a:p>
          <a:p>
            <a:r>
              <a:rPr lang="nl-NL" dirty="0" err="1">
                <a:sym typeface="Wingdings" panose="05000000000000000000" pitchFamily="2" charset="2"/>
              </a:rPr>
              <a:t>Include</a:t>
            </a:r>
            <a:r>
              <a:rPr lang="nl-NL" dirty="0">
                <a:sym typeface="Wingdings" panose="05000000000000000000" pitchFamily="2" charset="2"/>
              </a:rPr>
              <a:t> management tools of gebruik RSAT</a:t>
            </a:r>
          </a:p>
          <a:p>
            <a:r>
              <a:rPr lang="nl-NL" dirty="0">
                <a:sym typeface="Wingdings" panose="05000000000000000000" pitchFamily="2" charset="2"/>
              </a:rPr>
              <a:t>Complete DHCP </a:t>
            </a:r>
            <a:r>
              <a:rPr lang="nl-NL" dirty="0" err="1">
                <a:sym typeface="Wingdings" panose="05000000000000000000" pitchFamily="2" charset="2"/>
              </a:rPr>
              <a:t>configuration</a:t>
            </a:r>
            <a:r>
              <a:rPr lang="nl-NL" dirty="0">
                <a:sym typeface="Wingdings" panose="05000000000000000000" pitchFamily="2" charset="2"/>
              </a:rPr>
              <a:t> (autoriseren van DHCP server in Active Directory; zonder geen groen vinkje (zie illustratie))</a:t>
            </a:r>
          </a:p>
          <a:p>
            <a:r>
              <a:rPr lang="nl-NL" dirty="0" err="1">
                <a:sym typeface="Wingdings" panose="05000000000000000000" pitchFamily="2" charset="2"/>
              </a:rPr>
              <a:t>Create</a:t>
            </a:r>
            <a:r>
              <a:rPr lang="nl-NL" dirty="0">
                <a:sym typeface="Wingdings" panose="05000000000000000000" pitchFamily="2" charset="2"/>
              </a:rPr>
              <a:t> Scope</a:t>
            </a:r>
          </a:p>
        </p:txBody>
      </p:sp>
      <p:sp>
        <p:nvSpPr>
          <p:cNvPr id="2" name="Title 1"/>
          <p:cNvSpPr>
            <a:spLocks noGrp="1"/>
          </p:cNvSpPr>
          <p:nvPr>
            <p:ph type="title"/>
          </p:nvPr>
        </p:nvSpPr>
        <p:spPr/>
        <p:txBody>
          <a:bodyPr/>
          <a:lstStyle/>
          <a:p>
            <a:r>
              <a:rPr lang="nl-NL" dirty="0"/>
              <a:t>DHCP: Windows</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0207" r="13541" b="19936"/>
          <a:stretch/>
        </p:blipFill>
        <p:spPr bwMode="auto">
          <a:xfrm>
            <a:off x="1485902" y="2842499"/>
            <a:ext cx="6244165" cy="2301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8087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Split Scope (</a:t>
            </a:r>
            <a:r>
              <a:rPr lang="nl-NL" dirty="0" err="1"/>
              <a:t>not</a:t>
            </a:r>
            <a:r>
              <a:rPr lang="nl-NL" dirty="0"/>
              <a:t> </a:t>
            </a:r>
            <a:r>
              <a:rPr lang="nl-NL" dirty="0" err="1"/>
              <a:t>recommended</a:t>
            </a:r>
            <a:r>
              <a:rPr lang="nl-NL" dirty="0"/>
              <a:t>)</a:t>
            </a:r>
          </a:p>
          <a:p>
            <a:pPr marL="800100" lvl="1">
              <a:buFont typeface="Courier New" panose="02070309020205020404" pitchFamily="49" charset="0"/>
              <a:buChar char="o"/>
            </a:pPr>
            <a:r>
              <a:rPr lang="nl-NL" dirty="0"/>
              <a:t>Configureer een gelijke scope op twee DHCP servers</a:t>
            </a:r>
          </a:p>
          <a:p>
            <a:pPr marL="800100" lvl="1">
              <a:buFont typeface="Courier New" panose="02070309020205020404" pitchFamily="49" charset="0"/>
              <a:buChar char="o"/>
            </a:pPr>
            <a:r>
              <a:rPr lang="nl-NL" dirty="0"/>
              <a:t>80% IP range op primaire server</a:t>
            </a:r>
          </a:p>
          <a:p>
            <a:pPr marL="800100" lvl="1">
              <a:buFont typeface="Courier New" panose="02070309020205020404" pitchFamily="49" charset="0"/>
              <a:buChar char="o"/>
            </a:pPr>
            <a:r>
              <a:rPr lang="nl-NL" dirty="0"/>
              <a:t>20% IP range op secundaire server</a:t>
            </a:r>
          </a:p>
          <a:p>
            <a:pPr marL="800100" lvl="1">
              <a:buFont typeface="Courier New" panose="02070309020205020404" pitchFamily="49" charset="0"/>
              <a:buChar char="o"/>
            </a:pPr>
            <a:r>
              <a:rPr lang="nl-NL" dirty="0"/>
              <a:t>Secundaire server met vertraagde reactietijd (Delay in DHCP Offer)</a:t>
            </a:r>
          </a:p>
          <a:p>
            <a:pPr lvl="1"/>
            <a:endParaRPr lang="nl-NL" dirty="0"/>
          </a:p>
          <a:p>
            <a:r>
              <a:rPr lang="nl-NL" dirty="0"/>
              <a:t>Nadelen:</a:t>
            </a:r>
          </a:p>
          <a:p>
            <a:pPr marL="800100" lvl="1">
              <a:buFont typeface="Courier New" panose="02070309020205020404" pitchFamily="49" charset="0"/>
              <a:buChar char="o"/>
            </a:pPr>
            <a:r>
              <a:rPr lang="nl-NL" dirty="0"/>
              <a:t>80/20 is niet altijd bruikbaar.</a:t>
            </a:r>
          </a:p>
          <a:p>
            <a:pPr marL="800100" lvl="1">
              <a:buFont typeface="Courier New" panose="02070309020205020404" pitchFamily="49" charset="0"/>
              <a:buChar char="o"/>
            </a:pPr>
            <a:r>
              <a:rPr lang="nl-NL" dirty="0"/>
              <a:t>Bij </a:t>
            </a:r>
            <a:r>
              <a:rPr lang="nl-NL" dirty="0" err="1"/>
              <a:t>outage</a:t>
            </a:r>
            <a:r>
              <a:rPr lang="nl-NL" dirty="0"/>
              <a:t> van de primaire server krijgen clients bij het vernieuwen een ander IP adres.</a:t>
            </a:r>
          </a:p>
          <a:p>
            <a:endParaRPr lang="nl-NL" dirty="0"/>
          </a:p>
        </p:txBody>
      </p:sp>
      <p:sp>
        <p:nvSpPr>
          <p:cNvPr id="2" name="Title 1"/>
          <p:cNvSpPr>
            <a:spLocks noGrp="1"/>
          </p:cNvSpPr>
          <p:nvPr>
            <p:ph type="title"/>
          </p:nvPr>
        </p:nvSpPr>
        <p:spPr/>
        <p:txBody>
          <a:bodyPr/>
          <a:lstStyle/>
          <a:p>
            <a:r>
              <a:rPr lang="nl-NL" dirty="0"/>
              <a:t>Windows Server DHCP High Availability</a:t>
            </a:r>
          </a:p>
        </p:txBody>
      </p:sp>
    </p:spTree>
    <p:extLst>
      <p:ext uri="{BB962C8B-B14F-4D97-AF65-F5344CB8AC3E}">
        <p14:creationId xmlns:p14="http://schemas.microsoft.com/office/powerpoint/2010/main" val="1943964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err="1"/>
              <a:t>Configure</a:t>
            </a:r>
            <a:r>
              <a:rPr lang="nl-NL" dirty="0"/>
              <a:t> "</a:t>
            </a:r>
            <a:r>
              <a:rPr lang="nl-NL" dirty="0" err="1"/>
              <a:t>Failover</a:t>
            </a:r>
            <a:r>
              <a:rPr lang="nl-NL" dirty="0"/>
              <a:t>".</a:t>
            </a:r>
          </a:p>
          <a:p>
            <a:pPr marL="800100" lvl="1">
              <a:buFont typeface="Courier New" panose="02070309020205020404" pitchFamily="49" charset="0"/>
              <a:buChar char="o"/>
            </a:pPr>
            <a:r>
              <a:rPr lang="nl-NL" dirty="0"/>
              <a:t>Select Partner Server</a:t>
            </a:r>
          </a:p>
          <a:p>
            <a:pPr marL="800100" lvl="1">
              <a:buFont typeface="Courier New" panose="02070309020205020404" pitchFamily="49" charset="0"/>
              <a:buChar char="o"/>
            </a:pPr>
            <a:r>
              <a:rPr lang="nl-NL" dirty="0"/>
              <a:t>Servers "updaten" elkaars databases. Vroeger "Split Scopes" waarbij dat niet gebeurde</a:t>
            </a:r>
          </a:p>
          <a:p>
            <a:pPr lvl="1"/>
            <a:endParaRPr lang="nl-NL" dirty="0"/>
          </a:p>
          <a:p>
            <a:r>
              <a:rPr lang="nl-NL" dirty="0"/>
              <a:t>Mode:</a:t>
            </a:r>
          </a:p>
          <a:p>
            <a:pPr marL="800100" lvl="1">
              <a:buFont typeface="Courier New" panose="02070309020205020404" pitchFamily="49" charset="0"/>
              <a:buChar char="o"/>
            </a:pPr>
            <a:r>
              <a:rPr lang="nl-NL" dirty="0"/>
              <a:t>Load </a:t>
            </a:r>
            <a:r>
              <a:rPr lang="nl-NL" dirty="0" err="1"/>
              <a:t>balance</a:t>
            </a:r>
            <a:r>
              <a:rPr lang="nl-NL" dirty="0"/>
              <a:t> (Single site)</a:t>
            </a:r>
          </a:p>
          <a:p>
            <a:pPr marL="800100" lvl="1">
              <a:buFont typeface="Courier New" panose="02070309020205020404" pitchFamily="49" charset="0"/>
              <a:buChar char="o"/>
            </a:pPr>
            <a:r>
              <a:rPr lang="nl-NL" dirty="0"/>
              <a:t>Hot </a:t>
            </a:r>
            <a:r>
              <a:rPr lang="nl-NL" dirty="0" err="1"/>
              <a:t>standby</a:t>
            </a:r>
            <a:r>
              <a:rPr lang="nl-NL" dirty="0"/>
              <a:t> (Multi-site </a:t>
            </a:r>
            <a:r>
              <a:rPr lang="nl-NL" dirty="0" err="1"/>
              <a:t>deployment</a:t>
            </a:r>
            <a:r>
              <a:rPr lang="nl-NL" dirty="0"/>
              <a:t>)</a:t>
            </a:r>
          </a:p>
          <a:p>
            <a:endParaRPr lang="nl-NL" dirty="0"/>
          </a:p>
        </p:txBody>
      </p:sp>
      <p:sp>
        <p:nvSpPr>
          <p:cNvPr id="2" name="Title 1"/>
          <p:cNvSpPr>
            <a:spLocks noGrp="1"/>
          </p:cNvSpPr>
          <p:nvPr>
            <p:ph type="title"/>
          </p:nvPr>
        </p:nvSpPr>
        <p:spPr/>
        <p:txBody>
          <a:bodyPr/>
          <a:lstStyle/>
          <a:p>
            <a:r>
              <a:rPr lang="nl-NL" dirty="0"/>
              <a:t>Windows Server DHCP </a:t>
            </a:r>
            <a:r>
              <a:rPr lang="nl-NL" dirty="0" err="1"/>
              <a:t>Failover</a:t>
            </a:r>
            <a:r>
              <a:rPr lang="nl-NL" dirty="0"/>
              <a:t> (HA </a:t>
            </a:r>
            <a:r>
              <a:rPr lang="nl-NL" dirty="0" err="1"/>
              <a:t>improved</a:t>
            </a:r>
            <a:r>
              <a:rPr lang="nl-NL" dirty="0"/>
              <a:t>)</a:t>
            </a:r>
          </a:p>
        </p:txBody>
      </p:sp>
    </p:spTree>
    <p:extLst>
      <p:ext uri="{BB962C8B-B14F-4D97-AF65-F5344CB8AC3E}">
        <p14:creationId xmlns:p14="http://schemas.microsoft.com/office/powerpoint/2010/main" val="1122238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sz="1800" dirty="0" err="1">
                <a:latin typeface="Consolas" panose="020B0609020204030204" pitchFamily="49" charset="0"/>
                <a:cs typeface="Consolas" panose="020B0609020204030204" pitchFamily="49" charset="0"/>
              </a:rPr>
              <a:t>dnf</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install</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dhcp</a:t>
            </a:r>
            <a:r>
              <a:rPr lang="nl-NL" sz="1800" dirty="0">
                <a:latin typeface="Consolas" panose="020B0609020204030204" pitchFamily="49" charset="0"/>
                <a:cs typeface="Consolas" panose="020B0609020204030204" pitchFamily="49" charset="0"/>
              </a:rPr>
              <a:t>-server</a:t>
            </a:r>
          </a:p>
          <a:p>
            <a:r>
              <a:rPr lang="nl-NL" sz="1800" dirty="0" err="1">
                <a:latin typeface="Consolas" panose="020B0609020204030204" pitchFamily="49" charset="0"/>
                <a:cs typeface="Consolas" panose="020B0609020204030204" pitchFamily="49" charset="0"/>
              </a:rPr>
              <a:t>nano</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etc</a:t>
            </a:r>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dhcp</a:t>
            </a:r>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dhcpd.conf</a:t>
            </a:r>
            <a:endParaRPr lang="nl-NL" sz="1800" dirty="0">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nl-NL" dirty="0"/>
              <a:t>DHCP: </a:t>
            </a:r>
            <a:r>
              <a:rPr lang="nl-NL" dirty="0" err="1"/>
              <a:t>Rocky</a:t>
            </a:r>
            <a:r>
              <a:rPr lang="nl-NL" dirty="0"/>
              <a:t> Linux: </a:t>
            </a:r>
            <a:r>
              <a:rPr lang="nl-NL" dirty="0" err="1"/>
              <a:t>Install</a:t>
            </a:r>
            <a:r>
              <a:rPr lang="nl-NL" dirty="0"/>
              <a:t>/</a:t>
            </a:r>
            <a:r>
              <a:rPr lang="nl-NL" dirty="0" err="1"/>
              <a:t>Configure</a:t>
            </a:r>
            <a:endParaRPr lang="nl-NL" dirty="0"/>
          </a:p>
        </p:txBody>
      </p:sp>
      <p:sp>
        <p:nvSpPr>
          <p:cNvPr id="5" name="TextBox 4"/>
          <p:cNvSpPr txBox="1"/>
          <p:nvPr/>
        </p:nvSpPr>
        <p:spPr>
          <a:xfrm>
            <a:off x="1439935" y="1853153"/>
            <a:ext cx="6948415" cy="2988098"/>
          </a:xfrm>
          <a:prstGeom prst="rect">
            <a:avLst/>
          </a:prstGeom>
          <a:solidFill>
            <a:schemeClr val="bg1">
              <a:lumMod val="95000"/>
            </a:schemeClr>
          </a:solidFill>
          <a:ln>
            <a:solidFill>
              <a:schemeClr val="tx1"/>
            </a:solidFill>
          </a:ln>
        </p:spPr>
        <p:txBody>
          <a:bodyPr wrap="square" lIns="108000" tIns="108000" rIns="108000" bIns="108000" rtlCol="0">
            <a:spAutoFit/>
          </a:bodyPr>
          <a:lstStyle/>
          <a:p>
            <a:pPr indent="-100012"/>
            <a:r>
              <a:rPr lang="en-US" sz="1200" dirty="0">
                <a:latin typeface="Consolas" panose="020B0609020204030204" pitchFamily="49" charset="0"/>
                <a:cs typeface="Consolas" panose="020B0609020204030204" pitchFamily="49" charset="0"/>
              </a:rPr>
              <a:t># option definitions common to all supported networks...</a:t>
            </a:r>
          </a:p>
          <a:p>
            <a:pPr indent="-100012"/>
            <a:r>
              <a:rPr lang="en-US" sz="1200" dirty="0">
                <a:latin typeface="Consolas" panose="020B0609020204030204" pitchFamily="49" charset="0"/>
                <a:cs typeface="Consolas" panose="020B0609020204030204" pitchFamily="49" charset="0"/>
              </a:rPr>
              <a:t>option domain-name "cloud.com";</a:t>
            </a:r>
          </a:p>
          <a:p>
            <a:pPr indent="-100012"/>
            <a:r>
              <a:rPr lang="en-US" sz="1200" dirty="0">
                <a:latin typeface="Consolas" panose="020B0609020204030204" pitchFamily="49" charset="0"/>
                <a:cs typeface="Consolas" panose="020B0609020204030204" pitchFamily="49" charset="0"/>
              </a:rPr>
              <a:t>option domain-name-servers master.cloud.com;</a:t>
            </a:r>
          </a:p>
          <a:p>
            <a:pPr indent="-100012"/>
            <a:r>
              <a:rPr lang="en-US" sz="1200" dirty="0">
                <a:latin typeface="Consolas" panose="020B0609020204030204" pitchFamily="49" charset="0"/>
                <a:cs typeface="Consolas" panose="020B0609020204030204" pitchFamily="49" charset="0"/>
              </a:rPr>
              <a:t>default-lease-time 600;</a:t>
            </a:r>
          </a:p>
          <a:p>
            <a:pPr indent="-100012"/>
            <a:endParaRPr lang="en-US" sz="1200" dirty="0">
              <a:latin typeface="Consolas" panose="020B0609020204030204" pitchFamily="49" charset="0"/>
              <a:cs typeface="Consolas" panose="020B0609020204030204" pitchFamily="49" charset="0"/>
            </a:endParaRPr>
          </a:p>
          <a:p>
            <a:pPr indent="-100012"/>
            <a:r>
              <a:rPr lang="en-US" sz="1200" dirty="0">
                <a:latin typeface="Consolas" panose="020B0609020204030204" pitchFamily="49" charset="0"/>
                <a:cs typeface="Consolas" panose="020B0609020204030204" pitchFamily="49" charset="0"/>
              </a:rPr>
              <a:t># specify subnet</a:t>
            </a:r>
          </a:p>
          <a:p>
            <a:pPr indent="-100012"/>
            <a:r>
              <a:rPr lang="en-US" sz="1200" dirty="0">
                <a:latin typeface="Consolas" panose="020B0609020204030204" pitchFamily="49" charset="0"/>
                <a:cs typeface="Consolas" panose="020B0609020204030204" pitchFamily="49" charset="0"/>
              </a:rPr>
              <a:t>subnet 192.168.0.0 </a:t>
            </a:r>
            <a:r>
              <a:rPr lang="en-US" sz="1200" dirty="0" err="1">
                <a:latin typeface="Consolas" panose="020B0609020204030204" pitchFamily="49" charset="0"/>
                <a:cs typeface="Consolas" panose="020B0609020204030204" pitchFamily="49" charset="0"/>
              </a:rPr>
              <a:t>netmask</a:t>
            </a:r>
            <a:r>
              <a:rPr lang="en-US" sz="1200" dirty="0">
                <a:latin typeface="Consolas" panose="020B0609020204030204" pitchFamily="49" charset="0"/>
                <a:cs typeface="Consolas" panose="020B0609020204030204" pitchFamily="49" charset="0"/>
              </a:rPr>
              <a:t> 255.255.255.0 {</a:t>
            </a:r>
          </a:p>
          <a:p>
            <a:pPr indent="-100012"/>
            <a:r>
              <a:rPr lang="en-US" sz="1200" dirty="0">
                <a:latin typeface="Consolas" panose="020B0609020204030204" pitchFamily="49" charset="0"/>
                <a:cs typeface="Consolas" panose="020B0609020204030204" pitchFamily="49" charset="0"/>
              </a:rPr>
              <a:t>   range 192.168.0.101 192.168.0.150;</a:t>
            </a:r>
          </a:p>
          <a:p>
            <a:pPr indent="-100012"/>
            <a:r>
              <a:rPr lang="en-US" sz="1200" dirty="0">
                <a:latin typeface="Consolas" panose="020B0609020204030204" pitchFamily="49" charset="0"/>
                <a:cs typeface="Consolas" panose="020B0609020204030204" pitchFamily="49" charset="0"/>
              </a:rPr>
              <a:t>   option broadcast-address 192.168.0.255;</a:t>
            </a:r>
          </a:p>
          <a:p>
            <a:pPr indent="-100012"/>
            <a:r>
              <a:rPr lang="en-US" sz="1200" dirty="0">
                <a:latin typeface="Consolas" panose="020B0609020204030204" pitchFamily="49" charset="0"/>
                <a:cs typeface="Consolas" panose="020B0609020204030204" pitchFamily="49" charset="0"/>
              </a:rPr>
              <a:t>   option routers 192.168.0.1;</a:t>
            </a:r>
          </a:p>
          <a:p>
            <a:pPr indent="-100012"/>
            <a:r>
              <a:rPr lang="en-US" sz="1200" dirty="0">
                <a:latin typeface="Consolas" panose="020B0609020204030204" pitchFamily="49" charset="0"/>
                <a:cs typeface="Consolas" panose="020B0609020204030204" pitchFamily="49" charset="0"/>
              </a:rPr>
              <a:t>}</a:t>
            </a:r>
          </a:p>
          <a:p>
            <a:pPr indent="-100012"/>
            <a:endParaRPr lang="en-US" sz="1200" dirty="0">
              <a:latin typeface="Consolas" panose="020B0609020204030204" pitchFamily="49" charset="0"/>
              <a:cs typeface="Consolas" panose="020B0609020204030204" pitchFamily="49" charset="0"/>
            </a:endParaRPr>
          </a:p>
          <a:p>
            <a:pPr indent="-100012"/>
            <a:r>
              <a:rPr lang="en-US" sz="1200" dirty="0">
                <a:latin typeface="Consolas" panose="020B0609020204030204" pitchFamily="49" charset="0"/>
                <a:cs typeface="Consolas" panose="020B0609020204030204" pitchFamily="49" charset="0"/>
              </a:rPr>
              <a:t># No service will be given on this subnet</a:t>
            </a:r>
          </a:p>
          <a:p>
            <a:pPr indent="-100012"/>
            <a:r>
              <a:rPr lang="en-US" sz="1200" dirty="0">
                <a:latin typeface="Consolas" panose="020B0609020204030204" pitchFamily="49" charset="0"/>
                <a:cs typeface="Consolas" panose="020B0609020204030204" pitchFamily="49" charset="0"/>
              </a:rPr>
              <a:t>subnet 192.168.122.0 </a:t>
            </a:r>
            <a:r>
              <a:rPr lang="en-US" sz="1200" dirty="0" err="1">
                <a:latin typeface="Consolas" panose="020B0609020204030204" pitchFamily="49" charset="0"/>
                <a:cs typeface="Consolas" panose="020B0609020204030204" pitchFamily="49" charset="0"/>
              </a:rPr>
              <a:t>netmask</a:t>
            </a:r>
            <a:r>
              <a:rPr lang="en-US" sz="1200" dirty="0">
                <a:latin typeface="Consolas" panose="020B0609020204030204" pitchFamily="49" charset="0"/>
                <a:cs typeface="Consolas" panose="020B0609020204030204" pitchFamily="49" charset="0"/>
              </a:rPr>
              <a:t> 255.255.255.0 {</a:t>
            </a:r>
          </a:p>
          <a:p>
            <a:pPr indent="-100012"/>
            <a:r>
              <a:rPr lang="en-US" sz="1200" dirty="0">
                <a:latin typeface="Consolas" panose="020B0609020204030204" pitchFamily="49" charset="0"/>
                <a:cs typeface="Consolas" panose="020B0609020204030204" pitchFamily="49" charset="0"/>
              </a:rPr>
              <a:t>}</a:t>
            </a:r>
          </a:p>
        </p:txBody>
      </p:sp>
      <p:sp>
        <p:nvSpPr>
          <p:cNvPr id="3" name="Rectangle 2"/>
          <p:cNvSpPr/>
          <p:nvPr/>
        </p:nvSpPr>
        <p:spPr>
          <a:xfrm>
            <a:off x="2105637" y="3070371"/>
            <a:ext cx="989901"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
        <p:nvSpPr>
          <p:cNvPr id="6" name="Rectangle 5"/>
          <p:cNvSpPr/>
          <p:nvPr/>
        </p:nvSpPr>
        <p:spPr>
          <a:xfrm>
            <a:off x="3817254" y="3070371"/>
            <a:ext cx="1132251"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
        <p:nvSpPr>
          <p:cNvPr id="7" name="Rectangle 6"/>
          <p:cNvSpPr/>
          <p:nvPr/>
        </p:nvSpPr>
        <p:spPr>
          <a:xfrm>
            <a:off x="3221372" y="2164085"/>
            <a:ext cx="780177"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
        <p:nvSpPr>
          <p:cNvPr id="8" name="Rectangle 7"/>
          <p:cNvSpPr/>
          <p:nvPr/>
        </p:nvSpPr>
        <p:spPr>
          <a:xfrm>
            <a:off x="2291725" y="3255057"/>
            <a:ext cx="1114205"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
        <p:nvSpPr>
          <p:cNvPr id="9" name="Rectangle 8"/>
          <p:cNvSpPr/>
          <p:nvPr/>
        </p:nvSpPr>
        <p:spPr>
          <a:xfrm>
            <a:off x="3455256" y="3248067"/>
            <a:ext cx="1114205"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
        <p:nvSpPr>
          <p:cNvPr id="10" name="Rectangle 9"/>
          <p:cNvSpPr/>
          <p:nvPr/>
        </p:nvSpPr>
        <p:spPr>
          <a:xfrm>
            <a:off x="3910800" y="3453853"/>
            <a:ext cx="1114205"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sp>
        <p:nvSpPr>
          <p:cNvPr id="11" name="Rectangle 10"/>
          <p:cNvSpPr/>
          <p:nvPr/>
        </p:nvSpPr>
        <p:spPr>
          <a:xfrm>
            <a:off x="3030342" y="3627483"/>
            <a:ext cx="989901" cy="159390"/>
          </a:xfrm>
          <a:prstGeom prst="rect">
            <a:avLst/>
          </a:prstGeom>
          <a:solidFill>
            <a:srgbClr val="FFFF00">
              <a:alpha val="50000"/>
            </a:srgb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nl-NL"/>
          </a:p>
        </p:txBody>
      </p:sp>
      <p:cxnSp>
        <p:nvCxnSpPr>
          <p:cNvPr id="13" name="Curved Connector 12"/>
          <p:cNvCxnSpPr/>
          <p:nvPr/>
        </p:nvCxnSpPr>
        <p:spPr>
          <a:xfrm rot="10800000">
            <a:off x="4202884" y="2243780"/>
            <a:ext cx="1912690" cy="584478"/>
          </a:xfrm>
          <a:prstGeom prst="curvedConnector3">
            <a:avLst>
              <a:gd name="adj1" fmla="val 439"/>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urved Connector 14"/>
          <p:cNvCxnSpPr/>
          <p:nvPr/>
        </p:nvCxnSpPr>
        <p:spPr>
          <a:xfrm rot="10800000" flipV="1">
            <a:off x="5301842" y="2842499"/>
            <a:ext cx="813732" cy="586188"/>
          </a:xfrm>
          <a:prstGeom prst="curved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11458" y="2443094"/>
            <a:ext cx="2276892" cy="523220"/>
          </a:xfrm>
          <a:prstGeom prst="rect">
            <a:avLst/>
          </a:prstGeom>
          <a:noFill/>
        </p:spPr>
        <p:txBody>
          <a:bodyPr wrap="square" rtlCol="0">
            <a:spAutoFit/>
          </a:bodyPr>
          <a:lstStyle/>
          <a:p>
            <a:r>
              <a:rPr lang="en-US" sz="1400" dirty="0" err="1">
                <a:solidFill>
                  <a:srgbClr val="FF0000"/>
                </a:solidFill>
              </a:rPr>
              <a:t>Vul</a:t>
            </a:r>
            <a:r>
              <a:rPr lang="en-US" sz="1400" dirty="0">
                <a:solidFill>
                  <a:srgbClr val="FF0000"/>
                </a:solidFill>
              </a:rPr>
              <a:t> </a:t>
            </a:r>
            <a:r>
              <a:rPr lang="en-US" sz="1400" dirty="0" err="1">
                <a:solidFill>
                  <a:srgbClr val="FF0000"/>
                </a:solidFill>
              </a:rPr>
              <a:t>hier</a:t>
            </a:r>
            <a:r>
              <a:rPr lang="en-US" sz="1400" dirty="0">
                <a:solidFill>
                  <a:srgbClr val="FF0000"/>
                </a:solidFill>
              </a:rPr>
              <a:t> de </a:t>
            </a:r>
            <a:r>
              <a:rPr lang="en-US" sz="1400" dirty="0" err="1">
                <a:solidFill>
                  <a:srgbClr val="FF0000"/>
                </a:solidFill>
              </a:rPr>
              <a:t>juiste</a:t>
            </a:r>
            <a:r>
              <a:rPr lang="en-US" sz="1400" dirty="0">
                <a:solidFill>
                  <a:srgbClr val="FF0000"/>
                </a:solidFill>
              </a:rPr>
              <a:t> </a:t>
            </a:r>
            <a:r>
              <a:rPr lang="en-US" sz="1400" dirty="0" err="1">
                <a:solidFill>
                  <a:srgbClr val="FF0000"/>
                </a:solidFill>
              </a:rPr>
              <a:t>waarden</a:t>
            </a:r>
            <a:r>
              <a:rPr lang="en-US" sz="1400" dirty="0">
                <a:solidFill>
                  <a:srgbClr val="FF0000"/>
                </a:solidFill>
              </a:rPr>
              <a:t> in </a:t>
            </a:r>
            <a:r>
              <a:rPr lang="en-US" sz="1400" dirty="0" err="1">
                <a:solidFill>
                  <a:srgbClr val="FF0000"/>
                </a:solidFill>
              </a:rPr>
              <a:t>voor</a:t>
            </a:r>
            <a:r>
              <a:rPr lang="en-US" sz="1400" dirty="0">
                <a:solidFill>
                  <a:srgbClr val="FF0000"/>
                </a:solidFill>
              </a:rPr>
              <a:t> </a:t>
            </a:r>
            <a:r>
              <a:rPr lang="en-US" sz="1400" dirty="0" err="1">
                <a:solidFill>
                  <a:srgbClr val="FF0000"/>
                </a:solidFill>
              </a:rPr>
              <a:t>jouw</a:t>
            </a:r>
            <a:r>
              <a:rPr lang="en-US" sz="1400" dirty="0">
                <a:solidFill>
                  <a:srgbClr val="FF0000"/>
                </a:solidFill>
              </a:rPr>
              <a:t> </a:t>
            </a:r>
            <a:r>
              <a:rPr lang="en-US" sz="1400" dirty="0" err="1">
                <a:solidFill>
                  <a:srgbClr val="FF0000"/>
                </a:solidFill>
              </a:rPr>
              <a:t>netwerk</a:t>
            </a:r>
            <a:endParaRPr lang="nl-NL" sz="1400" dirty="0">
              <a:solidFill>
                <a:srgbClr val="FF0000"/>
              </a:solidFill>
            </a:endParaRPr>
          </a:p>
        </p:txBody>
      </p:sp>
      <p:cxnSp>
        <p:nvCxnSpPr>
          <p:cNvPr id="24" name="Curved Connector 23"/>
          <p:cNvCxnSpPr/>
          <p:nvPr/>
        </p:nvCxnSpPr>
        <p:spPr>
          <a:xfrm rot="10800000">
            <a:off x="5301842" y="4378593"/>
            <a:ext cx="813732" cy="290620"/>
          </a:xfrm>
          <a:prstGeom prst="curved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91709" y="4318031"/>
            <a:ext cx="2320506" cy="523220"/>
          </a:xfrm>
          <a:prstGeom prst="rect">
            <a:avLst/>
          </a:prstGeom>
          <a:noFill/>
        </p:spPr>
        <p:txBody>
          <a:bodyPr wrap="square" rtlCol="0">
            <a:spAutoFit/>
          </a:bodyPr>
          <a:lstStyle/>
          <a:p>
            <a:r>
              <a:rPr lang="en-US" sz="1400" dirty="0" err="1">
                <a:solidFill>
                  <a:srgbClr val="FF0000"/>
                </a:solidFill>
              </a:rPr>
              <a:t>Voorkomt</a:t>
            </a:r>
            <a:r>
              <a:rPr lang="en-US" sz="1400" dirty="0">
                <a:solidFill>
                  <a:srgbClr val="FF0000"/>
                </a:solidFill>
              </a:rPr>
              <a:t> </a:t>
            </a:r>
            <a:r>
              <a:rPr lang="en-US" sz="1400" dirty="0" err="1">
                <a:solidFill>
                  <a:srgbClr val="FF0000"/>
                </a:solidFill>
              </a:rPr>
              <a:t>onnodige</a:t>
            </a:r>
            <a:r>
              <a:rPr lang="en-US" sz="1400" dirty="0">
                <a:solidFill>
                  <a:srgbClr val="FF0000"/>
                </a:solidFill>
              </a:rPr>
              <a:t> </a:t>
            </a:r>
            <a:r>
              <a:rPr lang="en-US" sz="1400" dirty="0" err="1">
                <a:solidFill>
                  <a:srgbClr val="FF0000"/>
                </a:solidFill>
              </a:rPr>
              <a:t>waarschuwingen</a:t>
            </a:r>
            <a:r>
              <a:rPr lang="en-US" sz="1400" dirty="0">
                <a:solidFill>
                  <a:srgbClr val="FF0000"/>
                </a:solidFill>
              </a:rPr>
              <a:t> in de logs</a:t>
            </a:r>
            <a:endParaRPr lang="nl-NL" sz="1400" dirty="0">
              <a:solidFill>
                <a:srgbClr val="FF0000"/>
              </a:solidFill>
            </a:endParaRPr>
          </a:p>
        </p:txBody>
      </p:sp>
    </p:spTree>
    <p:extLst>
      <p:ext uri="{BB962C8B-B14F-4D97-AF65-F5344CB8AC3E}">
        <p14:creationId xmlns:p14="http://schemas.microsoft.com/office/powerpoint/2010/main" val="303926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23"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Controleer configuratie: </a:t>
            </a:r>
            <a:r>
              <a:rPr lang="nl-NL" sz="1800" dirty="0" err="1">
                <a:latin typeface="Consolas" panose="020B0609020204030204" pitchFamily="49" charset="0"/>
              </a:rPr>
              <a:t>dhcpd</a:t>
            </a:r>
            <a:r>
              <a:rPr lang="nl-NL" sz="1800" dirty="0">
                <a:latin typeface="Consolas" panose="020B0609020204030204" pitchFamily="49" charset="0"/>
              </a:rPr>
              <a:t> -</a:t>
            </a:r>
            <a:r>
              <a:rPr lang="nl-NL" sz="1800" dirty="0" err="1">
                <a:latin typeface="Consolas" panose="020B0609020204030204" pitchFamily="49" charset="0"/>
              </a:rPr>
              <a:t>cf</a:t>
            </a:r>
            <a:r>
              <a:rPr lang="nl-NL" sz="1800" dirty="0">
                <a:latin typeface="Consolas" panose="020B0609020204030204" pitchFamily="49" charset="0"/>
              </a:rPr>
              <a:t> /</a:t>
            </a:r>
            <a:r>
              <a:rPr lang="nl-NL" sz="1800" dirty="0" err="1">
                <a:latin typeface="Consolas" panose="020B0609020204030204" pitchFamily="49" charset="0"/>
              </a:rPr>
              <a:t>etc</a:t>
            </a:r>
            <a:r>
              <a:rPr lang="nl-NL" sz="1800" dirty="0">
                <a:latin typeface="Consolas" panose="020B0609020204030204" pitchFamily="49" charset="0"/>
              </a:rPr>
              <a:t>/</a:t>
            </a:r>
            <a:r>
              <a:rPr lang="nl-NL" sz="1800" dirty="0" err="1">
                <a:latin typeface="Consolas" panose="020B0609020204030204" pitchFamily="49" charset="0"/>
              </a:rPr>
              <a:t>dhcp</a:t>
            </a:r>
            <a:r>
              <a:rPr lang="nl-NL" sz="1800" dirty="0">
                <a:latin typeface="Consolas" panose="020B0609020204030204" pitchFamily="49" charset="0"/>
              </a:rPr>
              <a:t>/</a:t>
            </a:r>
            <a:r>
              <a:rPr lang="nl-NL" sz="1800" dirty="0" err="1">
                <a:latin typeface="Consolas" panose="020B0609020204030204" pitchFamily="49" charset="0"/>
              </a:rPr>
              <a:t>dhcpd.conf</a:t>
            </a:r>
            <a:endParaRPr lang="nl-NL" dirty="0">
              <a:latin typeface="Consolas" panose="020B0609020204030204" pitchFamily="49" charset="0"/>
            </a:endParaRPr>
          </a:p>
          <a:p>
            <a:endParaRPr lang="nl-NL" dirty="0"/>
          </a:p>
          <a:p>
            <a:r>
              <a:rPr lang="nl-NL" dirty="0"/>
              <a:t>Firewall</a:t>
            </a:r>
          </a:p>
          <a:p>
            <a:pPr marL="800100" lvl="1">
              <a:buFont typeface="Courier New" panose="02070309020205020404" pitchFamily="49" charset="0"/>
              <a:buChar char="o"/>
            </a:pPr>
            <a:r>
              <a:rPr lang="nl-NL" sz="1800" dirty="0">
                <a:latin typeface="Consolas" panose="020B0609020204030204" pitchFamily="49" charset="0"/>
                <a:cs typeface="Consolas" panose="020B0609020204030204" pitchFamily="49" charset="0"/>
              </a:rPr>
              <a:t>firewall-</a:t>
            </a:r>
            <a:r>
              <a:rPr lang="nl-NL" sz="1800" dirty="0" err="1">
                <a:latin typeface="Consolas" panose="020B0609020204030204" pitchFamily="49" charset="0"/>
                <a:cs typeface="Consolas" panose="020B0609020204030204" pitchFamily="49" charset="0"/>
              </a:rPr>
              <a:t>cmd</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add</a:t>
            </a:r>
            <a:r>
              <a:rPr lang="nl-NL" sz="1800" dirty="0">
                <a:latin typeface="Consolas" panose="020B0609020204030204" pitchFamily="49" charset="0"/>
                <a:cs typeface="Consolas" panose="020B0609020204030204" pitchFamily="49" charset="0"/>
              </a:rPr>
              <a:t>-service=</a:t>
            </a:r>
            <a:r>
              <a:rPr lang="nl-NL" sz="1800" dirty="0" err="1">
                <a:latin typeface="Consolas" panose="020B0609020204030204" pitchFamily="49" charset="0"/>
                <a:cs typeface="Consolas" panose="020B0609020204030204" pitchFamily="49" charset="0"/>
              </a:rPr>
              <a:t>dhcp</a:t>
            </a:r>
            <a:endParaRPr lang="nl-NL" sz="1800" dirty="0">
              <a:latin typeface="Consolas" panose="020B0609020204030204" pitchFamily="49" charset="0"/>
              <a:cs typeface="Consolas" panose="020B0609020204030204" pitchFamily="49" charset="0"/>
            </a:endParaRPr>
          </a:p>
          <a:p>
            <a:pPr marL="800100" lvl="1">
              <a:buFont typeface="Courier New" panose="02070309020205020404" pitchFamily="49" charset="0"/>
              <a:buChar char="o"/>
            </a:pPr>
            <a:r>
              <a:rPr lang="nl-NL" sz="1800" dirty="0">
                <a:latin typeface="Consolas" panose="020B0609020204030204" pitchFamily="49" charset="0"/>
                <a:cs typeface="Consolas" panose="020B0609020204030204" pitchFamily="49" charset="0"/>
              </a:rPr>
              <a:t>firewall-</a:t>
            </a:r>
            <a:r>
              <a:rPr lang="nl-NL" sz="1800" dirty="0" err="1">
                <a:latin typeface="Consolas" panose="020B0609020204030204" pitchFamily="49" charset="0"/>
                <a:cs typeface="Consolas" panose="020B0609020204030204" pitchFamily="49" charset="0"/>
              </a:rPr>
              <a:t>cmd</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runtime</a:t>
            </a:r>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to</a:t>
            </a:r>
            <a:r>
              <a:rPr lang="nl-NL" sz="1800" dirty="0">
                <a:latin typeface="Consolas" panose="020B0609020204030204" pitchFamily="49" charset="0"/>
                <a:cs typeface="Consolas" panose="020B0609020204030204" pitchFamily="49" charset="0"/>
              </a:rPr>
              <a:t>-permanent</a:t>
            </a:r>
          </a:p>
          <a:p>
            <a:endParaRPr lang="nl-NL" dirty="0"/>
          </a:p>
          <a:p>
            <a:r>
              <a:rPr lang="nl-NL" dirty="0"/>
              <a:t>Startup</a:t>
            </a:r>
          </a:p>
          <a:p>
            <a:pPr marL="800100" lvl="1">
              <a:buFont typeface="Courier New" panose="02070309020205020404" pitchFamily="49" charset="0"/>
              <a:buChar char="o"/>
            </a:pPr>
            <a:r>
              <a:rPr lang="nl-NL" sz="1800" dirty="0" err="1">
                <a:latin typeface="Consolas" panose="020B0609020204030204" pitchFamily="49" charset="0"/>
                <a:cs typeface="Consolas" panose="020B0609020204030204" pitchFamily="49" charset="0"/>
              </a:rPr>
              <a:t>systemctl</a:t>
            </a:r>
            <a:r>
              <a:rPr lang="nl-NL" sz="1800" dirty="0">
                <a:latin typeface="Consolas" panose="020B0609020204030204" pitchFamily="49" charset="0"/>
                <a:cs typeface="Consolas" panose="020B0609020204030204" pitchFamily="49" charset="0"/>
              </a:rPr>
              <a:t> start </a:t>
            </a:r>
            <a:r>
              <a:rPr lang="nl-NL" sz="1800" dirty="0" err="1">
                <a:latin typeface="Consolas" panose="020B0609020204030204" pitchFamily="49" charset="0"/>
                <a:cs typeface="Consolas" panose="020B0609020204030204" pitchFamily="49" charset="0"/>
              </a:rPr>
              <a:t>dhcpd</a:t>
            </a:r>
            <a:endParaRPr lang="nl-NL" sz="1600" dirty="0">
              <a:latin typeface="Consolas" panose="020B0609020204030204" pitchFamily="49" charset="0"/>
              <a:cs typeface="Consolas" panose="020B0609020204030204" pitchFamily="49" charset="0"/>
            </a:endParaRPr>
          </a:p>
          <a:p>
            <a:pPr marL="800100" lvl="1">
              <a:buFont typeface="Courier New" panose="02070309020205020404" pitchFamily="49" charset="0"/>
              <a:buChar char="o"/>
            </a:pPr>
            <a:r>
              <a:rPr lang="nl-NL" sz="1800" dirty="0" err="1">
                <a:latin typeface="Consolas" panose="020B0609020204030204" pitchFamily="49" charset="0"/>
                <a:cs typeface="Consolas" panose="020B0609020204030204" pitchFamily="49" charset="0"/>
              </a:rPr>
              <a:t>systemctl</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enable</a:t>
            </a:r>
            <a:r>
              <a:rPr lang="nl-NL" sz="1800" dirty="0">
                <a:latin typeface="Consolas" panose="020B0609020204030204" pitchFamily="49" charset="0"/>
                <a:cs typeface="Consolas" panose="020B0609020204030204" pitchFamily="49" charset="0"/>
              </a:rPr>
              <a:t> </a:t>
            </a:r>
            <a:r>
              <a:rPr lang="nl-NL" sz="1800" dirty="0" err="1">
                <a:latin typeface="Consolas" panose="020B0609020204030204" pitchFamily="49" charset="0"/>
                <a:cs typeface="Consolas" panose="020B0609020204030204" pitchFamily="49" charset="0"/>
              </a:rPr>
              <a:t>dhcpd</a:t>
            </a:r>
            <a:endParaRPr lang="nl-NL" sz="1600" dirty="0">
              <a:latin typeface="Consolas" panose="020B0609020204030204" pitchFamily="49" charset="0"/>
              <a:cs typeface="Consolas" panose="020B0609020204030204" pitchFamily="49" charset="0"/>
            </a:endParaRPr>
          </a:p>
          <a:p>
            <a:endParaRPr lang="nl-NL" dirty="0"/>
          </a:p>
        </p:txBody>
      </p:sp>
      <p:sp>
        <p:nvSpPr>
          <p:cNvPr id="2" name="Title 1"/>
          <p:cNvSpPr>
            <a:spLocks noGrp="1"/>
          </p:cNvSpPr>
          <p:nvPr>
            <p:ph type="title"/>
          </p:nvPr>
        </p:nvSpPr>
        <p:spPr/>
        <p:txBody>
          <a:bodyPr/>
          <a:lstStyle/>
          <a:p>
            <a:r>
              <a:rPr lang="nl-NL" dirty="0"/>
              <a:t>DHCP: </a:t>
            </a:r>
            <a:r>
              <a:rPr lang="nl-NL" dirty="0" err="1"/>
              <a:t>Rocky</a:t>
            </a:r>
            <a:r>
              <a:rPr lang="nl-NL" dirty="0"/>
              <a:t> Linux: Check </a:t>
            </a:r>
            <a:r>
              <a:rPr lang="nl-NL" dirty="0" err="1"/>
              <a:t>config</a:t>
            </a:r>
            <a:r>
              <a:rPr lang="nl-NL" dirty="0"/>
              <a:t>/Start service</a:t>
            </a:r>
          </a:p>
        </p:txBody>
      </p:sp>
      <p:grpSp>
        <p:nvGrpSpPr>
          <p:cNvPr id="3" name="Group 2">
            <a:extLst>
              <a:ext uri="{FF2B5EF4-FFF2-40B4-BE49-F238E27FC236}">
                <a16:creationId xmlns:a16="http://schemas.microsoft.com/office/drawing/2014/main" id="{207BFADC-5F7D-468D-900D-2322D01C9033}"/>
              </a:ext>
            </a:extLst>
          </p:cNvPr>
          <p:cNvGrpSpPr/>
          <p:nvPr/>
        </p:nvGrpSpPr>
        <p:grpSpPr>
          <a:xfrm>
            <a:off x="5040571" y="2580507"/>
            <a:ext cx="4009292" cy="1245215"/>
            <a:chOff x="5040570" y="2394375"/>
            <a:chExt cx="4009292" cy="1245215"/>
          </a:xfrm>
        </p:grpSpPr>
        <p:cxnSp>
          <p:nvCxnSpPr>
            <p:cNvPr id="8" name="Curved Connector 7"/>
            <p:cNvCxnSpPr>
              <a:stCxn id="9" idx="0"/>
            </p:cNvCxnSpPr>
            <p:nvPr/>
          </p:nvCxnSpPr>
          <p:spPr>
            <a:xfrm rot="16200000" flipV="1">
              <a:off x="6297785" y="2061162"/>
              <a:ext cx="414218" cy="1080644"/>
            </a:xfrm>
            <a:prstGeom prst="curved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40570" y="2808593"/>
              <a:ext cx="4009292" cy="830997"/>
            </a:xfrm>
            <a:prstGeom prst="rect">
              <a:avLst/>
            </a:prstGeom>
            <a:ln w="28575">
              <a:solidFill>
                <a:srgbClr val="FF0000"/>
              </a:solidFill>
            </a:ln>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sz="1600" dirty="0" err="1">
                  <a:solidFill>
                    <a:srgbClr val="FF0000"/>
                  </a:solidFill>
                </a:rPr>
                <a:t>vergelijkbaar</a:t>
              </a:r>
              <a:r>
                <a:rPr lang="en-US" sz="1600" dirty="0">
                  <a:solidFill>
                    <a:srgbClr val="FF0000"/>
                  </a:solidFill>
                </a:rPr>
                <a:t> met</a:t>
              </a:r>
              <a:br>
                <a:rPr lang="en-US" sz="1600" dirty="0">
                  <a:solidFill>
                    <a:srgbClr val="FF0000"/>
                  </a:solidFill>
                </a:rPr>
              </a:br>
              <a:r>
                <a:rPr lang="nl-NL" sz="1600" dirty="0">
                  <a:solidFill>
                    <a:srgbClr val="FF0000"/>
                  </a:solidFill>
                  <a:latin typeface="Consolas" panose="020B0609020204030204" pitchFamily="49" charset="0"/>
                </a:rPr>
                <a:t>copy running-</a:t>
              </a:r>
              <a:r>
                <a:rPr lang="nl-NL" sz="1600" dirty="0" err="1">
                  <a:solidFill>
                    <a:srgbClr val="FF0000"/>
                  </a:solidFill>
                  <a:latin typeface="Consolas" panose="020B0609020204030204" pitchFamily="49" charset="0"/>
                </a:rPr>
                <a:t>config</a:t>
              </a:r>
              <a:r>
                <a:rPr lang="nl-NL" sz="1600" dirty="0">
                  <a:solidFill>
                    <a:srgbClr val="FF0000"/>
                  </a:solidFill>
                  <a:latin typeface="Consolas" panose="020B0609020204030204" pitchFamily="49" charset="0"/>
                </a:rPr>
                <a:t> startup-</a:t>
              </a:r>
              <a:r>
                <a:rPr lang="nl-NL" sz="1600" dirty="0" err="1">
                  <a:solidFill>
                    <a:srgbClr val="FF0000"/>
                  </a:solidFill>
                  <a:latin typeface="Consolas" panose="020B0609020204030204" pitchFamily="49" charset="0"/>
                </a:rPr>
                <a:t>config</a:t>
              </a:r>
              <a:br>
                <a:rPr lang="nl-NL" sz="1600" dirty="0">
                  <a:solidFill>
                    <a:srgbClr val="FF0000"/>
                  </a:solidFill>
                </a:rPr>
              </a:br>
              <a:r>
                <a:rPr lang="nl-NL" sz="1600" dirty="0">
                  <a:solidFill>
                    <a:srgbClr val="FF0000"/>
                  </a:solidFill>
                </a:rPr>
                <a:t>onder Cisco IOS</a:t>
              </a:r>
            </a:p>
          </p:txBody>
        </p:sp>
      </p:grpSp>
      <p:grpSp>
        <p:nvGrpSpPr>
          <p:cNvPr id="10" name="Group 9">
            <a:extLst>
              <a:ext uri="{FF2B5EF4-FFF2-40B4-BE49-F238E27FC236}">
                <a16:creationId xmlns:a16="http://schemas.microsoft.com/office/drawing/2014/main" id="{335DED37-9B71-4DF8-8757-9AF72F081BDE}"/>
              </a:ext>
            </a:extLst>
          </p:cNvPr>
          <p:cNvGrpSpPr/>
          <p:nvPr/>
        </p:nvGrpSpPr>
        <p:grpSpPr>
          <a:xfrm>
            <a:off x="3543464" y="3365028"/>
            <a:ext cx="4844886" cy="1034212"/>
            <a:chOff x="3542128" y="2776685"/>
            <a:chExt cx="4844886" cy="1034212"/>
          </a:xfrm>
        </p:grpSpPr>
        <p:cxnSp>
          <p:nvCxnSpPr>
            <p:cNvPr id="5" name="Curved Connector 4"/>
            <p:cNvCxnSpPr>
              <a:stCxn id="6" idx="0"/>
            </p:cNvCxnSpPr>
            <p:nvPr/>
          </p:nvCxnSpPr>
          <p:spPr>
            <a:xfrm rot="16200000" flipV="1">
              <a:off x="5085380" y="2593151"/>
              <a:ext cx="414217" cy="1344167"/>
            </a:xfrm>
            <a:prstGeom prst="curved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542128" y="3472343"/>
              <a:ext cx="4844886" cy="338554"/>
            </a:xfrm>
            <a:prstGeom prst="rect">
              <a:avLst/>
            </a:prstGeom>
            <a:ln w="28575">
              <a:solidFill>
                <a:srgbClr val="FF0000"/>
              </a:solidFill>
            </a:ln>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sz="1600" dirty="0">
                  <a:solidFill>
                    <a:srgbClr val="FF0000"/>
                  </a:solidFill>
                </a:rPr>
                <a:t>of in </a:t>
              </a:r>
              <a:r>
                <a:rPr lang="en-US" sz="1600" dirty="0" err="1">
                  <a:solidFill>
                    <a:srgbClr val="FF0000"/>
                  </a:solidFill>
                  <a:cs typeface="Calibri" panose="020F0502020204030204" pitchFamily="34" charset="0"/>
                </a:rPr>
                <a:t>éé</a:t>
              </a:r>
              <a:r>
                <a:rPr lang="en-US" sz="1600" dirty="0" err="1">
                  <a:solidFill>
                    <a:srgbClr val="FF0000"/>
                  </a:solidFill>
                </a:rPr>
                <a:t>n</a:t>
              </a:r>
              <a:r>
                <a:rPr lang="en-US" sz="1600" dirty="0">
                  <a:solidFill>
                    <a:srgbClr val="FF0000"/>
                  </a:solidFill>
                </a:rPr>
                <a:t> </a:t>
              </a:r>
              <a:r>
                <a:rPr lang="en-US" sz="1600" dirty="0" err="1">
                  <a:solidFill>
                    <a:srgbClr val="FF0000"/>
                  </a:solidFill>
                </a:rPr>
                <a:t>keer</a:t>
              </a:r>
              <a:r>
                <a:rPr lang="en-US" sz="1600" dirty="0">
                  <a:solidFill>
                    <a:srgbClr val="FF0000"/>
                  </a:solidFill>
                </a:rPr>
                <a:t>: </a:t>
              </a:r>
              <a:r>
                <a:rPr lang="en-US" sz="1600" dirty="0" err="1">
                  <a:solidFill>
                    <a:srgbClr val="FF0000"/>
                  </a:solidFill>
                  <a:latin typeface="Consolas" panose="020B0609020204030204" pitchFamily="49" charset="0"/>
                  <a:cs typeface="Consolas" panose="020B0609020204030204" pitchFamily="49" charset="0"/>
                </a:rPr>
                <a:t>systemctl</a:t>
              </a:r>
              <a:r>
                <a:rPr lang="en-US" sz="1600" dirty="0">
                  <a:solidFill>
                    <a:srgbClr val="FF0000"/>
                  </a:solidFill>
                  <a:latin typeface="Consolas" panose="020B0609020204030204" pitchFamily="49" charset="0"/>
                  <a:cs typeface="Consolas" panose="020B0609020204030204" pitchFamily="49" charset="0"/>
                </a:rPr>
                <a:t> enable --now </a:t>
              </a:r>
              <a:r>
                <a:rPr lang="en-US" sz="1600" dirty="0" err="1">
                  <a:solidFill>
                    <a:srgbClr val="FF0000"/>
                  </a:solidFill>
                  <a:latin typeface="Consolas" panose="020B0609020204030204" pitchFamily="49" charset="0"/>
                  <a:cs typeface="Consolas" panose="020B0609020204030204" pitchFamily="49" charset="0"/>
                </a:rPr>
                <a:t>dhcpd</a:t>
              </a:r>
              <a:endParaRPr lang="nl-NL" sz="1600" dirty="0">
                <a:solidFill>
                  <a:srgbClr val="FF0000"/>
                </a:solidFill>
                <a:latin typeface="Consolas" panose="020B0609020204030204" pitchFamily="49" charset="0"/>
                <a:cs typeface="Consolas" panose="020B0609020204030204" pitchFamily="49" charset="0"/>
              </a:endParaRPr>
            </a:p>
          </p:txBody>
        </p:sp>
        <p:sp>
          <p:nvSpPr>
            <p:cNvPr id="7" name="Right Brace 6"/>
            <p:cNvSpPr/>
            <p:nvPr/>
          </p:nvSpPr>
          <p:spPr>
            <a:xfrm>
              <a:off x="4343202" y="2776685"/>
              <a:ext cx="183665" cy="554892"/>
            </a:xfrm>
            <a:prstGeom prst="rightBrace">
              <a:avLst/>
            </a:prstGeom>
            <a:ln>
              <a:solidFill>
                <a:srgbClr val="FF0000"/>
              </a:solidFill>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grpSp>
    </p:spTree>
    <p:extLst>
      <p:ext uri="{BB962C8B-B14F-4D97-AF65-F5344CB8AC3E}">
        <p14:creationId xmlns:p14="http://schemas.microsoft.com/office/powerpoint/2010/main" val="338598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2" presetClass="entr" presetSubtype="2"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1+#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 calcmode="lin" valueType="num">
                                      <p:cBhvr additive="base">
                                        <p:cTn id="3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 calcmode="lin" valueType="num">
                                      <p:cBhvr additive="base">
                                        <p:cTn id="36"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4">
                                            <p:txEl>
                                              <p:pRg st="8" end="8"/>
                                            </p:txEl>
                                          </p:spTgt>
                                        </p:tgtEl>
                                        <p:attrNameLst>
                                          <p:attrName>style.visibility</p:attrName>
                                        </p:attrNameLst>
                                      </p:cBhvr>
                                      <p:to>
                                        <p:strVal val="visible"/>
                                      </p:to>
                                    </p:set>
                                    <p:anim calcmode="lin" valueType="num">
                                      <p:cBhvr additive="base">
                                        <p:cTn id="40"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4">
                                            <p:txEl>
                                              <p:pRg st="8" end="8"/>
                                            </p:txEl>
                                          </p:spTgt>
                                        </p:tgtEl>
                                        <p:attrNameLst>
                                          <p:attrName>ppt_y</p:attrName>
                                        </p:attrNameLst>
                                      </p:cBhvr>
                                      <p:tavLst>
                                        <p:tav tm="0">
                                          <p:val>
                                            <p:strVal val="1+#ppt_h/2"/>
                                          </p:val>
                                        </p:tav>
                                        <p:tav tm="100000">
                                          <p:val>
                                            <p:strVal val="#ppt_y"/>
                                          </p:val>
                                        </p:tav>
                                      </p:tavLst>
                                    </p:anim>
                                  </p:childTnLst>
                                </p:cTn>
                              </p:par>
                              <p:par>
                                <p:cTn id="42" presetID="1" presetClass="exit" presetSubtype="0" fill="hold" nodeType="withEffect">
                                  <p:stCondLst>
                                    <p:cond delay="0"/>
                                  </p:stCondLst>
                                  <p:childTnLst>
                                    <p:set>
                                      <p:cBhvr>
                                        <p:cTn id="43" dur="1" fill="hold">
                                          <p:stCondLst>
                                            <p:cond delay="0"/>
                                          </p:stCondLst>
                                        </p:cTn>
                                        <p:tgtEl>
                                          <p:spTgt spid="3"/>
                                        </p:tgtEl>
                                        <p:attrNameLst>
                                          <p:attrName>style.visibility</p:attrName>
                                        </p:attrNameLst>
                                      </p:cBhvr>
                                      <p:to>
                                        <p:strVal val="hidden"/>
                                      </p:to>
                                    </p:set>
                                  </p:childTnLst>
                                </p:cTn>
                              </p:par>
                            </p:childTnLst>
                          </p:cTn>
                        </p:par>
                        <p:par>
                          <p:cTn id="44" fill="hold">
                            <p:stCondLst>
                              <p:cond delay="500"/>
                            </p:stCondLst>
                            <p:childTnLst>
                              <p:par>
                                <p:cTn id="45" presetID="2" presetClass="entr" presetSubtype="2" fill="hold" nodeType="after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1+#ppt_w/2"/>
                                          </p:val>
                                        </p:tav>
                                        <p:tav tm="100000">
                                          <p:val>
                                            <p:strVal val="#ppt_x"/>
                                          </p:val>
                                        </p:tav>
                                      </p:tavLst>
                                    </p:anim>
                                    <p:anim calcmode="lin" valueType="num">
                                      <p:cBhvr additive="base">
                                        <p:cTn id="4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p:txBody>
          <a:bodyPr/>
          <a:lstStyle/>
          <a:p>
            <a:pPr marL="257175" lvl="1" indent="-257175">
              <a:buClr>
                <a:srgbClr val="ED0010"/>
              </a:buClr>
            </a:pPr>
            <a:r>
              <a:rPr lang="nl-NL" sz="1950" dirty="0"/>
              <a:t>Check Status:</a:t>
            </a:r>
          </a:p>
          <a:p>
            <a:pPr marL="342900" lvl="1">
              <a:buFont typeface="Arial" panose="020B0604020202020204" pitchFamily="34" charset="0"/>
              <a:buChar char="•"/>
            </a:pPr>
            <a:r>
              <a:rPr lang="nl-NL" sz="1800" dirty="0" err="1">
                <a:latin typeface="Consolas" panose="020B0609020204030204" pitchFamily="49" charset="0"/>
                <a:cs typeface="Consolas" panose="020B0609020204030204" pitchFamily="49" charset="0"/>
              </a:rPr>
              <a:t>tail</a:t>
            </a:r>
            <a:r>
              <a:rPr lang="nl-NL" sz="1800" dirty="0">
                <a:latin typeface="Consolas" panose="020B0609020204030204" pitchFamily="49" charset="0"/>
                <a:cs typeface="Consolas" panose="020B0609020204030204" pitchFamily="49" charset="0"/>
              </a:rPr>
              <a:t> /var/</a:t>
            </a:r>
            <a:r>
              <a:rPr lang="nl-NL" sz="1800" dirty="0" err="1">
                <a:latin typeface="Consolas" panose="020B0609020204030204" pitchFamily="49" charset="0"/>
                <a:cs typeface="Consolas" panose="020B0609020204030204" pitchFamily="49" charset="0"/>
              </a:rPr>
              <a:t>lib</a:t>
            </a:r>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dhcpd</a:t>
            </a:r>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dhcpd.leases</a:t>
            </a:r>
            <a:endParaRPr lang="nl-NL" sz="1800" dirty="0">
              <a:latin typeface="Consolas" panose="020B0609020204030204" pitchFamily="49" charset="0"/>
              <a:cs typeface="Consolas" panose="020B0609020204030204" pitchFamily="49" charset="0"/>
            </a:endParaRPr>
          </a:p>
          <a:p>
            <a:pPr marL="342900" lvl="1">
              <a:buFont typeface="Arial" panose="020B0604020202020204" pitchFamily="34" charset="0"/>
              <a:buChar char="•"/>
            </a:pPr>
            <a:r>
              <a:rPr lang="nl-NL" sz="1800" dirty="0" err="1">
                <a:latin typeface="Consolas" panose="020B0609020204030204" pitchFamily="49" charset="0"/>
                <a:cs typeface="Consolas" panose="020B0609020204030204" pitchFamily="49" charset="0"/>
              </a:rPr>
              <a:t>systemctl</a:t>
            </a:r>
            <a:r>
              <a:rPr lang="nl-NL" sz="1800" dirty="0">
                <a:latin typeface="Consolas" panose="020B0609020204030204" pitchFamily="49" charset="0"/>
                <a:cs typeface="Consolas" panose="020B0609020204030204" pitchFamily="49" charset="0"/>
              </a:rPr>
              <a:t> status </a:t>
            </a:r>
            <a:r>
              <a:rPr lang="nl-NL" sz="1800" dirty="0" err="1">
                <a:latin typeface="Consolas" panose="020B0609020204030204" pitchFamily="49" charset="0"/>
                <a:cs typeface="Consolas" panose="020B0609020204030204" pitchFamily="49" charset="0"/>
              </a:rPr>
              <a:t>dhcpd</a:t>
            </a:r>
            <a:r>
              <a:rPr lang="nl-NL" sz="1800" dirty="0">
                <a:latin typeface="Consolas" panose="020B0609020204030204" pitchFamily="49" charset="0"/>
                <a:cs typeface="Consolas" panose="020B0609020204030204" pitchFamily="49" charset="0"/>
              </a:rPr>
              <a:t> -l</a:t>
            </a:r>
            <a:endParaRPr lang="en-US" sz="1800" dirty="0">
              <a:latin typeface="Consolas" panose="020B0609020204030204" pitchFamily="49" charset="0"/>
              <a:cs typeface="Consolas" panose="020B0609020204030204" pitchFamily="49" charset="0"/>
            </a:endParaRPr>
          </a:p>
          <a:p>
            <a:pPr marL="0" indent="0">
              <a:buNone/>
            </a:pPr>
            <a:endParaRPr lang="nl-NL" dirty="0"/>
          </a:p>
        </p:txBody>
      </p:sp>
      <p:sp>
        <p:nvSpPr>
          <p:cNvPr id="2" name="Title 1"/>
          <p:cNvSpPr>
            <a:spLocks noGrp="1"/>
          </p:cNvSpPr>
          <p:nvPr>
            <p:ph type="title"/>
          </p:nvPr>
        </p:nvSpPr>
        <p:spPr/>
        <p:txBody>
          <a:bodyPr/>
          <a:lstStyle/>
          <a:p>
            <a:r>
              <a:rPr lang="nl-NL" dirty="0"/>
              <a:t>DHCP: </a:t>
            </a:r>
            <a:r>
              <a:rPr lang="nl-NL" dirty="0" err="1"/>
              <a:t>Rocky</a:t>
            </a:r>
            <a:r>
              <a:rPr lang="nl-NL" dirty="0"/>
              <a:t> Linux: Check </a:t>
            </a:r>
            <a:r>
              <a:rPr lang="nl-NL" dirty="0" err="1"/>
              <a:t>functionality</a:t>
            </a:r>
            <a:r>
              <a:rPr lang="nl-NL" dirty="0"/>
              <a:t> </a:t>
            </a: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133"/>
          <a:stretch/>
        </p:blipFill>
        <p:spPr bwMode="auto">
          <a:xfrm>
            <a:off x="1033020" y="1775387"/>
            <a:ext cx="4806534" cy="1805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1033021" y="2242022"/>
            <a:ext cx="4746961" cy="2803477"/>
            <a:chOff x="1603139" y="2899051"/>
            <a:chExt cx="6329281" cy="3737969"/>
          </a:xfrm>
        </p:grpSpPr>
        <p:pic>
          <p:nvPicPr>
            <p:cNvPr id="4" name="Picture 3"/>
            <p:cNvPicPr>
              <a:picLocks noChangeAspect="1"/>
            </p:cNvPicPr>
            <p:nvPr/>
          </p:nvPicPr>
          <p:blipFill rotWithShape="1">
            <a:blip r:embed="rId4"/>
            <a:srcRect r="250" b="858"/>
            <a:stretch/>
          </p:blipFill>
          <p:spPr>
            <a:xfrm>
              <a:off x="1603139" y="2899051"/>
              <a:ext cx="6329281" cy="3737969"/>
            </a:xfrm>
            <a:prstGeom prst="rect">
              <a:avLst/>
            </a:prstGeom>
          </p:spPr>
        </p:pic>
        <p:sp>
          <p:nvSpPr>
            <p:cNvPr id="5" name="TextBox 4"/>
            <p:cNvSpPr txBox="1"/>
            <p:nvPr/>
          </p:nvSpPr>
          <p:spPr>
            <a:xfrm>
              <a:off x="1835696" y="5049371"/>
              <a:ext cx="288032" cy="615553"/>
            </a:xfrm>
            <a:prstGeom prst="rect">
              <a:avLst/>
            </a:prstGeom>
            <a:noFill/>
          </p:spPr>
          <p:txBody>
            <a:bodyPr wrap="square" rtlCol="0">
              <a:spAutoFit/>
            </a:bodyPr>
            <a:lstStyle/>
            <a:p>
              <a:r>
                <a:rPr lang="nl-NL" sz="2400" dirty="0">
                  <a:latin typeface="Calibri" panose="020F0502020204030204" pitchFamily="34" charset="0"/>
                </a:rPr>
                <a:t>⁞</a:t>
              </a:r>
              <a:endParaRPr lang="nl-NL" sz="2400" dirty="0"/>
            </a:p>
          </p:txBody>
        </p:sp>
      </p:grpSp>
    </p:spTree>
    <p:extLst>
      <p:ext uri="{BB962C8B-B14F-4D97-AF65-F5344CB8AC3E}">
        <p14:creationId xmlns:p14="http://schemas.microsoft.com/office/powerpoint/2010/main" val="281123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additive="base">
                                        <p:cTn id="11" dur="500" fill="hold"/>
                                        <p:tgtEl>
                                          <p:spTgt spid="2050"/>
                                        </p:tgtEl>
                                        <p:attrNameLst>
                                          <p:attrName>ppt_x</p:attrName>
                                        </p:attrNameLst>
                                      </p:cBhvr>
                                      <p:tavLst>
                                        <p:tav tm="0">
                                          <p:val>
                                            <p:strVal val="#ppt_x"/>
                                          </p:val>
                                        </p:tav>
                                        <p:tav tm="100000">
                                          <p:val>
                                            <p:strVal val="#ppt_x"/>
                                          </p:val>
                                        </p:tav>
                                      </p:tavLst>
                                    </p:anim>
                                    <p:anim calcmode="lin" valueType="num">
                                      <p:cBhvr additive="base">
                                        <p:cTn id="1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2050"/>
                                        </p:tgtEl>
                                      </p:cBhvr>
                                    </p:animEffect>
                                    <p:set>
                                      <p:cBhvr>
                                        <p:cTn id="17" dur="1" fill="hold">
                                          <p:stCondLst>
                                            <p:cond delay="499"/>
                                          </p:stCondLst>
                                        </p:cTn>
                                        <p:tgtEl>
                                          <p:spTgt spid="2050"/>
                                        </p:tgtEl>
                                        <p:attrNameLst>
                                          <p:attrName>style.visibility</p:attrName>
                                        </p:attrNameLst>
                                      </p:cBhvr>
                                      <p:to>
                                        <p:strVal val="hidden"/>
                                      </p:to>
                                    </p:set>
                                  </p:childTnLst>
                                </p:cTn>
                              </p:par>
                              <p:par>
                                <p:cTn id="18" presetID="2" presetClass="entr" presetSubtype="4" fill="hold" nodeType="with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 calcmode="lin" valueType="num">
                                      <p:cBhvr additive="base">
                                        <p:cTn id="20"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79B654-301E-68E0-BA67-C307F090AFB5}"/>
              </a:ext>
            </a:extLst>
          </p:cNvPr>
          <p:cNvSpPr>
            <a:spLocks noGrp="1"/>
          </p:cNvSpPr>
          <p:nvPr>
            <p:ph type="body" sz="quarter" idx="11"/>
          </p:nvPr>
        </p:nvSpPr>
        <p:spPr/>
        <p:txBody>
          <a:bodyPr/>
          <a:lstStyle/>
          <a:p>
            <a:pPr>
              <a:spcBef>
                <a:spcPts val="1200"/>
              </a:spcBef>
            </a:pPr>
            <a:r>
              <a:rPr lang="nl-NL" dirty="0"/>
              <a:t>ISC DHCP (die we onder Linux gebruiken) wordt </a:t>
            </a:r>
            <a:r>
              <a:rPr lang="nl-NL" dirty="0" err="1"/>
              <a:t>uitgefaseerd</a:t>
            </a:r>
            <a:r>
              <a:rPr lang="nl-NL" dirty="0"/>
              <a:t> en vervangen door Kea DHCP (eveneens van ISC)</a:t>
            </a:r>
          </a:p>
          <a:p>
            <a:pPr>
              <a:spcBef>
                <a:spcPts val="1200"/>
              </a:spcBef>
            </a:pPr>
            <a:r>
              <a:rPr lang="nl-NL" dirty="0"/>
              <a:t>In kleine omgevingen en voor specifieke toepassingen wordt </a:t>
            </a:r>
            <a:r>
              <a:rPr lang="nl-NL" dirty="0" err="1"/>
              <a:t>DnsMasq</a:t>
            </a:r>
            <a:r>
              <a:rPr lang="nl-NL" dirty="0"/>
              <a:t> veel gebruikt</a:t>
            </a:r>
          </a:p>
          <a:p>
            <a:pPr>
              <a:spcBef>
                <a:spcPts val="1200"/>
              </a:spcBef>
            </a:pPr>
            <a:r>
              <a:rPr lang="nl-NL" dirty="0"/>
              <a:t>Veel netwerkapparaten kunnen ook DHCP aanbieden of </a:t>
            </a:r>
            <a:r>
              <a:rPr lang="nl-NL" dirty="0" err="1"/>
              <a:t>relayen</a:t>
            </a:r>
            <a:r>
              <a:rPr lang="nl-NL" dirty="0"/>
              <a:t>, dit komt in een ander deel van dit semester aan bod. </a:t>
            </a:r>
          </a:p>
        </p:txBody>
      </p:sp>
      <p:sp>
        <p:nvSpPr>
          <p:cNvPr id="3" name="Title 2">
            <a:extLst>
              <a:ext uri="{FF2B5EF4-FFF2-40B4-BE49-F238E27FC236}">
                <a16:creationId xmlns:a16="http://schemas.microsoft.com/office/drawing/2014/main" id="{B5B9F0F4-FBA4-5A2B-352F-4BCCF300851A}"/>
              </a:ext>
            </a:extLst>
          </p:cNvPr>
          <p:cNvSpPr>
            <a:spLocks noGrp="1"/>
          </p:cNvSpPr>
          <p:nvPr>
            <p:ph type="title"/>
          </p:nvPr>
        </p:nvSpPr>
        <p:spPr/>
        <p:txBody>
          <a:bodyPr/>
          <a:lstStyle/>
          <a:p>
            <a:r>
              <a:rPr lang="nl-NL" dirty="0"/>
              <a:t>Overige DHCP implementaties</a:t>
            </a:r>
          </a:p>
        </p:txBody>
      </p:sp>
    </p:spTree>
    <p:extLst>
      <p:ext uri="{BB962C8B-B14F-4D97-AF65-F5344CB8AC3E}">
        <p14:creationId xmlns:p14="http://schemas.microsoft.com/office/powerpoint/2010/main" val="3111961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nl-NL" dirty="0"/>
              <a:t>DNS: Domain Name System; Waarom?</a:t>
            </a:r>
          </a:p>
        </p:txBody>
      </p:sp>
      <p:sp>
        <p:nvSpPr>
          <p:cNvPr id="3" name="Text Placeholder 2"/>
          <p:cNvSpPr>
            <a:spLocks noGrp="1"/>
          </p:cNvSpPr>
          <p:nvPr>
            <p:ph type="body" sz="quarter" idx="11"/>
          </p:nvPr>
        </p:nvSpPr>
        <p:spPr>
          <a:xfrm>
            <a:off x="718219" y="2896881"/>
            <a:ext cx="7553716" cy="1591776"/>
          </a:xfrm>
        </p:spPr>
        <p:txBody>
          <a:bodyPr/>
          <a:lstStyle/>
          <a:p>
            <a:pPr marL="0" indent="0">
              <a:buNone/>
            </a:pPr>
            <a:r>
              <a:rPr lang="nl-NL" dirty="0"/>
              <a:t>Wanneer wij op Internet iets willen benaderen, bijvoorbeeld de site van Google, dan vinden wij het over het algemeen prettiger om dat met behulp van namen te doen dan met behulp van IP adressen</a:t>
            </a:r>
          </a:p>
        </p:txBody>
      </p:sp>
      <p:pic>
        <p:nvPicPr>
          <p:cNvPr id="19" name="Picture 18"/>
          <p:cNvPicPr>
            <a:picLocks noChangeAspect="1"/>
          </p:cNvPicPr>
          <p:nvPr/>
        </p:nvPicPr>
        <p:blipFill>
          <a:blip r:embed="rId3"/>
          <a:stretch>
            <a:fillRect/>
          </a:stretch>
        </p:blipFill>
        <p:spPr>
          <a:xfrm>
            <a:off x="718219" y="1080850"/>
            <a:ext cx="3142125" cy="1738800"/>
          </a:xfrm>
          <a:prstGeom prst="rect">
            <a:avLst/>
          </a:prstGeom>
          <a:effectLst>
            <a:outerShdw blurRad="50800" dist="38100" dir="2700000" algn="tl" rotWithShape="0">
              <a:prstClr val="black">
                <a:alpha val="40000"/>
              </a:prstClr>
            </a:outerShdw>
          </a:effectLst>
        </p:spPr>
      </p:pic>
      <p:sp>
        <p:nvSpPr>
          <p:cNvPr id="20" name="Oval 19"/>
          <p:cNvSpPr/>
          <p:nvPr/>
        </p:nvSpPr>
        <p:spPr>
          <a:xfrm>
            <a:off x="1589518" y="1256232"/>
            <a:ext cx="699763" cy="153824"/>
          </a:xfrm>
          <a:prstGeom prst="ellipse">
            <a:avLst/>
          </a:prstGeom>
          <a:no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21" name="Picture 20"/>
          <p:cNvPicPr>
            <a:picLocks noChangeAspect="1"/>
          </p:cNvPicPr>
          <p:nvPr/>
        </p:nvPicPr>
        <p:blipFill>
          <a:blip r:embed="rId4"/>
          <a:stretch>
            <a:fillRect/>
          </a:stretch>
        </p:blipFill>
        <p:spPr>
          <a:xfrm>
            <a:off x="5129810" y="1080850"/>
            <a:ext cx="3142125" cy="1738800"/>
          </a:xfrm>
          <a:prstGeom prst="rect">
            <a:avLst/>
          </a:prstGeom>
          <a:effectLst>
            <a:outerShdw blurRad="50800" dist="38100" dir="2700000" algn="tl" rotWithShape="0">
              <a:prstClr val="black">
                <a:alpha val="40000"/>
              </a:prstClr>
            </a:outerShdw>
          </a:effectLst>
        </p:spPr>
      </p:pic>
      <p:sp>
        <p:nvSpPr>
          <p:cNvPr id="22" name="Oval 21"/>
          <p:cNvSpPr/>
          <p:nvPr/>
        </p:nvSpPr>
        <p:spPr>
          <a:xfrm>
            <a:off x="6001109" y="1263353"/>
            <a:ext cx="699763" cy="153824"/>
          </a:xfrm>
          <a:prstGeom prst="ellipse">
            <a:avLst/>
          </a:prstGeom>
          <a:no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3" name="Right Arrow 22"/>
          <p:cNvSpPr/>
          <p:nvPr/>
        </p:nvSpPr>
        <p:spPr>
          <a:xfrm>
            <a:off x="3860344" y="1707934"/>
            <a:ext cx="1269466" cy="484632"/>
          </a:xfrm>
          <a:prstGeom prst="rightArrow">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65854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500"/>
                                        <p:tgtEl>
                                          <p:spTgt spid="2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Vertalen van </a:t>
            </a:r>
            <a:r>
              <a:rPr lang="nl-NL" dirty="0" err="1"/>
              <a:t>hostnames</a:t>
            </a:r>
            <a:r>
              <a:rPr lang="nl-NL" dirty="0"/>
              <a:t> naar IP adressen of andersom:</a:t>
            </a:r>
          </a:p>
          <a:p>
            <a:r>
              <a:rPr lang="nl-NL" dirty="0"/>
              <a:t>Bijvoorbeeld:  sidn.nl </a:t>
            </a:r>
            <a:r>
              <a:rPr lang="nl-NL" dirty="0">
                <a:sym typeface="Wingdings" panose="05000000000000000000" pitchFamily="2" charset="2"/>
              </a:rPr>
              <a:t> </a:t>
            </a:r>
            <a:endParaRPr lang="nl-NL" dirty="0"/>
          </a:p>
          <a:p>
            <a:pPr marL="800100" lvl="1">
              <a:buFont typeface="Courier New" panose="02070309020205020404" pitchFamily="49" charset="0"/>
              <a:buChar char="o"/>
            </a:pPr>
            <a:r>
              <a:rPr lang="en-NL" dirty="0"/>
              <a:t>35.190.27.69</a:t>
            </a:r>
            <a:r>
              <a:rPr lang="en-US" dirty="0"/>
              <a:t> (IPv4) </a:t>
            </a:r>
          </a:p>
          <a:p>
            <a:pPr marL="800100" lvl="1">
              <a:buFont typeface="Courier New" panose="02070309020205020404" pitchFamily="49" charset="0"/>
              <a:buChar char="o"/>
            </a:pPr>
            <a:r>
              <a:rPr lang="en-NL" dirty="0"/>
              <a:t>2600:1901:0:7947::</a:t>
            </a:r>
            <a:r>
              <a:rPr lang="en-US" dirty="0"/>
              <a:t> (IPv6)</a:t>
            </a:r>
            <a:endParaRPr lang="nl-NL" dirty="0"/>
          </a:p>
          <a:p>
            <a:pPr lvl="1"/>
            <a:endParaRPr lang="nl-NL" dirty="0"/>
          </a:p>
          <a:p>
            <a:r>
              <a:rPr lang="nl-NL" dirty="0"/>
              <a:t>Geschiedenis:</a:t>
            </a:r>
          </a:p>
          <a:p>
            <a:pPr marL="800100" lvl="1">
              <a:buFont typeface="Courier New" panose="02070309020205020404" pitchFamily="49" charset="0"/>
              <a:buChar char="o"/>
            </a:pPr>
            <a:r>
              <a:rPr lang="nl-NL" dirty="0"/>
              <a:t>ARPANET (voorloper Internet)</a:t>
            </a:r>
          </a:p>
          <a:p>
            <a:pPr marL="800100" lvl="1">
              <a:buFont typeface="Courier New" panose="02070309020205020404" pitchFamily="49" charset="0"/>
              <a:buChar char="o"/>
            </a:pPr>
            <a:r>
              <a:rPr lang="nl-NL" dirty="0"/>
              <a:t>Stanford Research Institute beheerde de HOSTS.TXT, via file </a:t>
            </a:r>
            <a:r>
              <a:rPr lang="nl-NL" dirty="0" err="1"/>
              <a:t>sharing</a:t>
            </a:r>
            <a:r>
              <a:rPr lang="nl-NL" dirty="0"/>
              <a:t> beschikbaar voor anderen:</a:t>
            </a:r>
          </a:p>
          <a:p>
            <a:pPr lvl="2"/>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SystemRoot</a:t>
            </a:r>
            <a:r>
              <a:rPr lang="nl-NL" sz="1800" dirty="0">
                <a:latin typeface="Consolas" panose="020B0609020204030204" pitchFamily="49" charset="0"/>
                <a:cs typeface="Consolas" panose="020B0609020204030204" pitchFamily="49" charset="0"/>
              </a:rPr>
              <a:t>%\System32\drivers\</a:t>
            </a:r>
            <a:r>
              <a:rPr lang="nl-NL" sz="1800" dirty="0" err="1">
                <a:latin typeface="Consolas" panose="020B0609020204030204" pitchFamily="49" charset="0"/>
                <a:cs typeface="Consolas" panose="020B0609020204030204" pitchFamily="49" charset="0"/>
              </a:rPr>
              <a:t>etc</a:t>
            </a:r>
            <a:r>
              <a:rPr lang="nl-NL" sz="1800" dirty="0">
                <a:latin typeface="Consolas" panose="020B0609020204030204" pitchFamily="49" charset="0"/>
                <a:cs typeface="Consolas" panose="020B0609020204030204" pitchFamily="49" charset="0"/>
              </a:rPr>
              <a:t>\hosts</a:t>
            </a:r>
          </a:p>
          <a:p>
            <a:pPr lvl="2"/>
            <a:r>
              <a:rPr lang="nl-NL" sz="1800" dirty="0">
                <a:latin typeface="Consolas" panose="020B0609020204030204" pitchFamily="49" charset="0"/>
                <a:cs typeface="Consolas" panose="020B0609020204030204" pitchFamily="49" charset="0"/>
              </a:rPr>
              <a:t>/</a:t>
            </a:r>
            <a:r>
              <a:rPr lang="nl-NL" sz="1800" dirty="0" err="1">
                <a:latin typeface="Consolas" panose="020B0609020204030204" pitchFamily="49" charset="0"/>
                <a:cs typeface="Consolas" panose="020B0609020204030204" pitchFamily="49" charset="0"/>
              </a:rPr>
              <a:t>etc</a:t>
            </a:r>
            <a:r>
              <a:rPr lang="nl-NL" sz="1800" dirty="0">
                <a:latin typeface="Consolas" panose="020B0609020204030204" pitchFamily="49" charset="0"/>
                <a:cs typeface="Consolas" panose="020B0609020204030204" pitchFamily="49" charset="0"/>
              </a:rPr>
              <a:t>/hosts</a:t>
            </a:r>
          </a:p>
          <a:p>
            <a:endParaRPr lang="nl-NL" dirty="0"/>
          </a:p>
        </p:txBody>
      </p:sp>
      <p:sp>
        <p:nvSpPr>
          <p:cNvPr id="2" name="Title 1"/>
          <p:cNvSpPr>
            <a:spLocks noGrp="1"/>
          </p:cNvSpPr>
          <p:nvPr>
            <p:ph type="title"/>
          </p:nvPr>
        </p:nvSpPr>
        <p:spPr/>
        <p:txBody>
          <a:bodyPr/>
          <a:lstStyle/>
          <a:p>
            <a:r>
              <a:rPr lang="nl-NL" dirty="0"/>
              <a:t>DNS</a:t>
            </a:r>
          </a:p>
        </p:txBody>
      </p:sp>
    </p:spTree>
    <p:extLst>
      <p:ext uri="{BB962C8B-B14F-4D97-AF65-F5344CB8AC3E}">
        <p14:creationId xmlns:p14="http://schemas.microsoft.com/office/powerpoint/2010/main" val="2653394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Waarom</a:t>
            </a:r>
            <a:r>
              <a:rPr lang="en-US" dirty="0"/>
              <a:t> DNS </a:t>
            </a:r>
            <a:r>
              <a:rPr lang="en-US" dirty="0" err="1"/>
              <a:t>nodig</a:t>
            </a:r>
            <a:r>
              <a:rPr lang="en-US" dirty="0"/>
              <a:t> </a:t>
            </a:r>
            <a:r>
              <a:rPr lang="en-US" dirty="0" err="1"/>
              <a:t>werd</a:t>
            </a:r>
            <a:endParaRPr lang="nl-NL"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941" t="6681" r="2941" b="4191"/>
          <a:stretch/>
        </p:blipFill>
        <p:spPr>
          <a:xfrm>
            <a:off x="1400437" y="959223"/>
            <a:ext cx="6338047" cy="3901260"/>
          </a:xfrm>
          <a:prstGeom prst="rect">
            <a:avLst/>
          </a:prstGeom>
        </p:spPr>
      </p:pic>
      <p:grpSp>
        <p:nvGrpSpPr>
          <p:cNvPr id="8" name="Group 7"/>
          <p:cNvGrpSpPr/>
          <p:nvPr/>
        </p:nvGrpSpPr>
        <p:grpSpPr>
          <a:xfrm>
            <a:off x="1122098" y="908990"/>
            <a:ext cx="6894723" cy="4234509"/>
            <a:chOff x="1122098" y="908990"/>
            <a:chExt cx="6894723" cy="4234509"/>
          </a:xfrm>
        </p:grpSpPr>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098" y="908990"/>
              <a:ext cx="6894723" cy="4234509"/>
            </a:xfrm>
            <a:prstGeom prst="rect">
              <a:avLst/>
            </a:prstGeom>
          </p:spPr>
        </p:pic>
        <p:sp>
          <p:nvSpPr>
            <p:cNvPr id="7" name="TextBox 6"/>
            <p:cNvSpPr txBox="1"/>
            <p:nvPr/>
          </p:nvSpPr>
          <p:spPr>
            <a:xfrm>
              <a:off x="7206813" y="959223"/>
              <a:ext cx="697627" cy="369332"/>
            </a:xfrm>
            <a:prstGeom prst="rect">
              <a:avLst/>
            </a:prstGeom>
            <a:noFill/>
          </p:spPr>
          <p:txBody>
            <a:bodyPr wrap="none" rtlCol="0">
              <a:spAutoFit/>
            </a:bodyPr>
            <a:lstStyle/>
            <a:p>
              <a:r>
                <a:rPr lang="en-US" dirty="0">
                  <a:solidFill>
                    <a:schemeClr val="bg1"/>
                  </a:solidFill>
                </a:rPr>
                <a:t>2014</a:t>
              </a:r>
              <a:endParaRPr lang="nl-NL" dirty="0">
                <a:solidFill>
                  <a:schemeClr val="bg1"/>
                </a:solidFill>
              </a:endParaRPr>
            </a:p>
          </p:txBody>
        </p:sp>
      </p:grpSp>
    </p:spTree>
    <p:extLst>
      <p:ext uri="{BB962C8B-B14F-4D97-AF65-F5344CB8AC3E}">
        <p14:creationId xmlns:p14="http://schemas.microsoft.com/office/powerpoint/2010/main" val="84526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404" t="8316" r="2507" b="4050"/>
          <a:stretch/>
        </p:blipFill>
        <p:spPr>
          <a:xfrm>
            <a:off x="1394624" y="1605134"/>
            <a:ext cx="6052144" cy="3236582"/>
          </a:xfrm>
          <a:prstGeom prst="rect">
            <a:avLst/>
          </a:prstGeom>
        </p:spPr>
      </p:pic>
      <p:sp>
        <p:nvSpPr>
          <p:cNvPr id="2" name="Text Placeholder 1"/>
          <p:cNvSpPr>
            <a:spLocks noGrp="1"/>
          </p:cNvSpPr>
          <p:nvPr>
            <p:ph type="body" sz="quarter" idx="10"/>
          </p:nvPr>
        </p:nvSpPr>
        <p:spPr/>
        <p:txBody>
          <a:bodyPr/>
          <a:lstStyle/>
          <a:p>
            <a:r>
              <a:rPr lang="en-US" dirty="0"/>
              <a:t>DNS: Domain Name System</a:t>
            </a:r>
            <a:endParaRPr lang="nl-NL" dirty="0"/>
          </a:p>
        </p:txBody>
      </p:sp>
      <p:sp>
        <p:nvSpPr>
          <p:cNvPr id="3" name="Text Placeholder 2"/>
          <p:cNvSpPr>
            <a:spLocks noGrp="1"/>
          </p:cNvSpPr>
          <p:nvPr>
            <p:ph type="body" sz="quarter" idx="11"/>
          </p:nvPr>
        </p:nvSpPr>
        <p:spPr/>
        <p:txBody>
          <a:bodyPr/>
          <a:lstStyle/>
          <a:p>
            <a:r>
              <a:rPr lang="en-US" dirty="0" err="1"/>
              <a:t>Hiërarchisch</a:t>
            </a:r>
            <a:r>
              <a:rPr lang="en-US" dirty="0"/>
              <a:t> </a:t>
            </a:r>
            <a:r>
              <a:rPr lang="en-US" dirty="0" err="1"/>
              <a:t>opgebouwd</a:t>
            </a:r>
            <a:r>
              <a:rPr lang="en-US" dirty="0"/>
              <a:t>:</a:t>
            </a:r>
          </a:p>
          <a:p>
            <a:endParaRPr lang="nl-NL" dirty="0"/>
          </a:p>
        </p:txBody>
      </p:sp>
      <p:sp>
        <p:nvSpPr>
          <p:cNvPr id="7" name="Freeform 6"/>
          <p:cNvSpPr/>
          <p:nvPr/>
        </p:nvSpPr>
        <p:spPr>
          <a:xfrm>
            <a:off x="964439" y="1590675"/>
            <a:ext cx="6555549" cy="3364883"/>
          </a:xfrm>
          <a:custGeom>
            <a:avLst/>
            <a:gdLst>
              <a:gd name="connsiteX0" fmla="*/ 3336099 w 6555549"/>
              <a:gd name="connsiteY0" fmla="*/ 319088 h 3364883"/>
              <a:gd name="connsiteX1" fmla="*/ 3336099 w 6555549"/>
              <a:gd name="connsiteY1" fmla="*/ 319088 h 3364883"/>
              <a:gd name="connsiteX2" fmla="*/ 3426586 w 6555549"/>
              <a:gd name="connsiteY2" fmla="*/ 323850 h 3364883"/>
              <a:gd name="connsiteX3" fmla="*/ 3936174 w 6555549"/>
              <a:gd name="connsiteY3" fmla="*/ 314325 h 3364883"/>
              <a:gd name="connsiteX4" fmla="*/ 4002849 w 6555549"/>
              <a:gd name="connsiteY4" fmla="*/ 309563 h 3364883"/>
              <a:gd name="connsiteX5" fmla="*/ 4126674 w 6555549"/>
              <a:gd name="connsiteY5" fmla="*/ 304800 h 3364883"/>
              <a:gd name="connsiteX6" fmla="*/ 4155249 w 6555549"/>
              <a:gd name="connsiteY6" fmla="*/ 300038 h 3364883"/>
              <a:gd name="connsiteX7" fmla="*/ 4207636 w 6555549"/>
              <a:gd name="connsiteY7" fmla="*/ 290513 h 3364883"/>
              <a:gd name="connsiteX8" fmla="*/ 4293361 w 6555549"/>
              <a:gd name="connsiteY8" fmla="*/ 261938 h 3364883"/>
              <a:gd name="connsiteX9" fmla="*/ 4369561 w 6555549"/>
              <a:gd name="connsiteY9" fmla="*/ 238125 h 3364883"/>
              <a:gd name="connsiteX10" fmla="*/ 4398136 w 6555549"/>
              <a:gd name="connsiteY10" fmla="*/ 233363 h 3364883"/>
              <a:gd name="connsiteX11" fmla="*/ 4445761 w 6555549"/>
              <a:gd name="connsiteY11" fmla="*/ 223838 h 3364883"/>
              <a:gd name="connsiteX12" fmla="*/ 4460049 w 6555549"/>
              <a:gd name="connsiteY12" fmla="*/ 219075 h 3364883"/>
              <a:gd name="connsiteX13" fmla="*/ 4483861 w 6555549"/>
              <a:gd name="connsiteY13" fmla="*/ 214313 h 3364883"/>
              <a:gd name="connsiteX14" fmla="*/ 4531486 w 6555549"/>
              <a:gd name="connsiteY14" fmla="*/ 200025 h 3364883"/>
              <a:gd name="connsiteX15" fmla="*/ 4550536 w 6555549"/>
              <a:gd name="connsiteY15" fmla="*/ 195263 h 3364883"/>
              <a:gd name="connsiteX16" fmla="*/ 4598161 w 6555549"/>
              <a:gd name="connsiteY16" fmla="*/ 180975 h 3364883"/>
              <a:gd name="connsiteX17" fmla="*/ 4626736 w 6555549"/>
              <a:gd name="connsiteY17" fmla="*/ 171450 h 3364883"/>
              <a:gd name="connsiteX18" fmla="*/ 4650549 w 6555549"/>
              <a:gd name="connsiteY18" fmla="*/ 157163 h 3364883"/>
              <a:gd name="connsiteX19" fmla="*/ 4679124 w 6555549"/>
              <a:gd name="connsiteY19" fmla="*/ 152400 h 3364883"/>
              <a:gd name="connsiteX20" fmla="*/ 4698174 w 6555549"/>
              <a:gd name="connsiteY20" fmla="*/ 147638 h 3364883"/>
              <a:gd name="connsiteX21" fmla="*/ 4721986 w 6555549"/>
              <a:gd name="connsiteY21" fmla="*/ 142875 h 3364883"/>
              <a:gd name="connsiteX22" fmla="*/ 4750561 w 6555549"/>
              <a:gd name="connsiteY22" fmla="*/ 128588 h 3364883"/>
              <a:gd name="connsiteX23" fmla="*/ 4779136 w 6555549"/>
              <a:gd name="connsiteY23" fmla="*/ 123825 h 3364883"/>
              <a:gd name="connsiteX24" fmla="*/ 4817236 w 6555549"/>
              <a:gd name="connsiteY24" fmla="*/ 114300 h 3364883"/>
              <a:gd name="connsiteX25" fmla="*/ 4860099 w 6555549"/>
              <a:gd name="connsiteY25" fmla="*/ 104775 h 3364883"/>
              <a:gd name="connsiteX26" fmla="*/ 4907724 w 6555549"/>
              <a:gd name="connsiteY26" fmla="*/ 95250 h 3364883"/>
              <a:gd name="connsiteX27" fmla="*/ 4988686 w 6555549"/>
              <a:gd name="connsiteY27" fmla="*/ 90488 h 3364883"/>
              <a:gd name="connsiteX28" fmla="*/ 5017261 w 6555549"/>
              <a:gd name="connsiteY28" fmla="*/ 80963 h 3364883"/>
              <a:gd name="connsiteX29" fmla="*/ 5036311 w 6555549"/>
              <a:gd name="connsiteY29" fmla="*/ 76200 h 3364883"/>
              <a:gd name="connsiteX30" fmla="*/ 5064886 w 6555549"/>
              <a:gd name="connsiteY30" fmla="*/ 66675 h 3364883"/>
              <a:gd name="connsiteX31" fmla="*/ 5098224 w 6555549"/>
              <a:gd name="connsiteY31" fmla="*/ 61913 h 3364883"/>
              <a:gd name="connsiteX32" fmla="*/ 5155374 w 6555549"/>
              <a:gd name="connsiteY32" fmla="*/ 47625 h 3364883"/>
              <a:gd name="connsiteX33" fmla="*/ 5193474 w 6555549"/>
              <a:gd name="connsiteY33" fmla="*/ 38100 h 3364883"/>
              <a:gd name="connsiteX34" fmla="*/ 5226811 w 6555549"/>
              <a:gd name="connsiteY34" fmla="*/ 33338 h 3364883"/>
              <a:gd name="connsiteX35" fmla="*/ 5360161 w 6555549"/>
              <a:gd name="connsiteY35" fmla="*/ 19050 h 3364883"/>
              <a:gd name="connsiteX36" fmla="*/ 5483986 w 6555549"/>
              <a:gd name="connsiteY36" fmla="*/ 9525 h 3364883"/>
              <a:gd name="connsiteX37" fmla="*/ 5517324 w 6555549"/>
              <a:gd name="connsiteY37" fmla="*/ 4763 h 3364883"/>
              <a:gd name="connsiteX38" fmla="*/ 5555424 w 6555549"/>
              <a:gd name="connsiteY38" fmla="*/ 0 h 3364883"/>
              <a:gd name="connsiteX39" fmla="*/ 5822124 w 6555549"/>
              <a:gd name="connsiteY39" fmla="*/ 4763 h 3364883"/>
              <a:gd name="connsiteX40" fmla="*/ 5855461 w 6555549"/>
              <a:gd name="connsiteY40" fmla="*/ 9525 h 3364883"/>
              <a:gd name="connsiteX41" fmla="*/ 5941186 w 6555549"/>
              <a:gd name="connsiteY41" fmla="*/ 14288 h 3364883"/>
              <a:gd name="connsiteX42" fmla="*/ 6022149 w 6555549"/>
              <a:gd name="connsiteY42" fmla="*/ 23813 h 3364883"/>
              <a:gd name="connsiteX43" fmla="*/ 6122161 w 6555549"/>
              <a:gd name="connsiteY43" fmla="*/ 33338 h 3364883"/>
              <a:gd name="connsiteX44" fmla="*/ 6150736 w 6555549"/>
              <a:gd name="connsiteY44" fmla="*/ 38100 h 3364883"/>
              <a:gd name="connsiteX45" fmla="*/ 6184074 w 6555549"/>
              <a:gd name="connsiteY45" fmla="*/ 42863 h 3364883"/>
              <a:gd name="connsiteX46" fmla="*/ 6241224 w 6555549"/>
              <a:gd name="connsiteY46" fmla="*/ 52388 h 3364883"/>
              <a:gd name="connsiteX47" fmla="*/ 6255511 w 6555549"/>
              <a:gd name="connsiteY47" fmla="*/ 57150 h 3364883"/>
              <a:gd name="connsiteX48" fmla="*/ 6293611 w 6555549"/>
              <a:gd name="connsiteY48" fmla="*/ 66675 h 3364883"/>
              <a:gd name="connsiteX49" fmla="*/ 6307899 w 6555549"/>
              <a:gd name="connsiteY49" fmla="*/ 76200 h 3364883"/>
              <a:gd name="connsiteX50" fmla="*/ 6379336 w 6555549"/>
              <a:gd name="connsiteY50" fmla="*/ 95250 h 3364883"/>
              <a:gd name="connsiteX51" fmla="*/ 6431724 w 6555549"/>
              <a:gd name="connsiteY51" fmla="*/ 109538 h 3364883"/>
              <a:gd name="connsiteX52" fmla="*/ 6450774 w 6555549"/>
              <a:gd name="connsiteY52" fmla="*/ 119063 h 3364883"/>
              <a:gd name="connsiteX53" fmla="*/ 6479349 w 6555549"/>
              <a:gd name="connsiteY53" fmla="*/ 128588 h 3364883"/>
              <a:gd name="connsiteX54" fmla="*/ 6507924 w 6555549"/>
              <a:gd name="connsiteY54" fmla="*/ 147638 h 3364883"/>
              <a:gd name="connsiteX55" fmla="*/ 6531736 w 6555549"/>
              <a:gd name="connsiteY55" fmla="*/ 185738 h 3364883"/>
              <a:gd name="connsiteX56" fmla="*/ 6541261 w 6555549"/>
              <a:gd name="connsiteY56" fmla="*/ 200025 h 3364883"/>
              <a:gd name="connsiteX57" fmla="*/ 6555549 w 6555549"/>
              <a:gd name="connsiteY57" fmla="*/ 233363 h 3364883"/>
              <a:gd name="connsiteX58" fmla="*/ 6550786 w 6555549"/>
              <a:gd name="connsiteY58" fmla="*/ 523875 h 3364883"/>
              <a:gd name="connsiteX59" fmla="*/ 6541261 w 6555549"/>
              <a:gd name="connsiteY59" fmla="*/ 614363 h 3364883"/>
              <a:gd name="connsiteX60" fmla="*/ 6531736 w 6555549"/>
              <a:gd name="connsiteY60" fmla="*/ 633413 h 3364883"/>
              <a:gd name="connsiteX61" fmla="*/ 6526974 w 6555549"/>
              <a:gd name="connsiteY61" fmla="*/ 671513 h 3364883"/>
              <a:gd name="connsiteX62" fmla="*/ 6522211 w 6555549"/>
              <a:gd name="connsiteY62" fmla="*/ 695325 h 3364883"/>
              <a:gd name="connsiteX63" fmla="*/ 6517449 w 6555549"/>
              <a:gd name="connsiteY63" fmla="*/ 733425 h 3364883"/>
              <a:gd name="connsiteX64" fmla="*/ 6512686 w 6555549"/>
              <a:gd name="connsiteY64" fmla="*/ 762000 h 3364883"/>
              <a:gd name="connsiteX65" fmla="*/ 6507924 w 6555549"/>
              <a:gd name="connsiteY65" fmla="*/ 795338 h 3364883"/>
              <a:gd name="connsiteX66" fmla="*/ 6498399 w 6555549"/>
              <a:gd name="connsiteY66" fmla="*/ 852488 h 3364883"/>
              <a:gd name="connsiteX67" fmla="*/ 6488874 w 6555549"/>
              <a:gd name="connsiteY67" fmla="*/ 957263 h 3364883"/>
              <a:gd name="connsiteX68" fmla="*/ 6479349 w 6555549"/>
              <a:gd name="connsiteY68" fmla="*/ 1028700 h 3364883"/>
              <a:gd name="connsiteX69" fmla="*/ 6469824 w 6555549"/>
              <a:gd name="connsiteY69" fmla="*/ 1171575 h 3364883"/>
              <a:gd name="connsiteX70" fmla="*/ 6460299 w 6555549"/>
              <a:gd name="connsiteY70" fmla="*/ 1481138 h 3364883"/>
              <a:gd name="connsiteX71" fmla="*/ 6465061 w 6555549"/>
              <a:gd name="connsiteY71" fmla="*/ 1609725 h 3364883"/>
              <a:gd name="connsiteX72" fmla="*/ 6469824 w 6555549"/>
              <a:gd name="connsiteY72" fmla="*/ 1624013 h 3364883"/>
              <a:gd name="connsiteX73" fmla="*/ 6484111 w 6555549"/>
              <a:gd name="connsiteY73" fmla="*/ 1728788 h 3364883"/>
              <a:gd name="connsiteX74" fmla="*/ 6488874 w 6555549"/>
              <a:gd name="connsiteY74" fmla="*/ 1771650 h 3364883"/>
              <a:gd name="connsiteX75" fmla="*/ 6493636 w 6555549"/>
              <a:gd name="connsiteY75" fmla="*/ 1795463 h 3364883"/>
              <a:gd name="connsiteX76" fmla="*/ 6488874 w 6555549"/>
              <a:gd name="connsiteY76" fmla="*/ 2028825 h 3364883"/>
              <a:gd name="connsiteX77" fmla="*/ 6493636 w 6555549"/>
              <a:gd name="connsiteY77" fmla="*/ 2276475 h 3364883"/>
              <a:gd name="connsiteX78" fmla="*/ 6498399 w 6555549"/>
              <a:gd name="connsiteY78" fmla="*/ 2405063 h 3364883"/>
              <a:gd name="connsiteX79" fmla="*/ 6503161 w 6555549"/>
              <a:gd name="connsiteY79" fmla="*/ 2547938 h 3364883"/>
              <a:gd name="connsiteX80" fmla="*/ 6498399 w 6555549"/>
              <a:gd name="connsiteY80" fmla="*/ 2652713 h 3364883"/>
              <a:gd name="connsiteX81" fmla="*/ 6503161 w 6555549"/>
              <a:gd name="connsiteY81" fmla="*/ 2681288 h 3364883"/>
              <a:gd name="connsiteX82" fmla="*/ 6498399 w 6555549"/>
              <a:gd name="connsiteY82" fmla="*/ 2957513 h 3364883"/>
              <a:gd name="connsiteX83" fmla="*/ 6493636 w 6555549"/>
              <a:gd name="connsiteY83" fmla="*/ 2990850 h 3364883"/>
              <a:gd name="connsiteX84" fmla="*/ 6479349 w 6555549"/>
              <a:gd name="connsiteY84" fmla="*/ 3076575 h 3364883"/>
              <a:gd name="connsiteX85" fmla="*/ 6469824 w 6555549"/>
              <a:gd name="connsiteY85" fmla="*/ 3105150 h 3364883"/>
              <a:gd name="connsiteX86" fmla="*/ 6460299 w 6555549"/>
              <a:gd name="connsiteY86" fmla="*/ 3119438 h 3364883"/>
              <a:gd name="connsiteX87" fmla="*/ 6446011 w 6555549"/>
              <a:gd name="connsiteY87" fmla="*/ 3167063 h 3364883"/>
              <a:gd name="connsiteX88" fmla="*/ 6431724 w 6555549"/>
              <a:gd name="connsiteY88" fmla="*/ 3171825 h 3364883"/>
              <a:gd name="connsiteX89" fmla="*/ 6393624 w 6555549"/>
              <a:gd name="connsiteY89" fmla="*/ 3205163 h 3364883"/>
              <a:gd name="connsiteX90" fmla="*/ 6369811 w 6555549"/>
              <a:gd name="connsiteY90" fmla="*/ 3209925 h 3364883"/>
              <a:gd name="connsiteX91" fmla="*/ 6345999 w 6555549"/>
              <a:gd name="connsiteY91" fmla="*/ 3219450 h 3364883"/>
              <a:gd name="connsiteX92" fmla="*/ 6293611 w 6555549"/>
              <a:gd name="connsiteY92" fmla="*/ 3262313 h 3364883"/>
              <a:gd name="connsiteX93" fmla="*/ 6250749 w 6555549"/>
              <a:gd name="connsiteY93" fmla="*/ 3276600 h 3364883"/>
              <a:gd name="connsiteX94" fmla="*/ 6193599 w 6555549"/>
              <a:gd name="connsiteY94" fmla="*/ 3286125 h 3364883"/>
              <a:gd name="connsiteX95" fmla="*/ 6150736 w 6555549"/>
              <a:gd name="connsiteY95" fmla="*/ 3300413 h 3364883"/>
              <a:gd name="connsiteX96" fmla="*/ 6126924 w 6555549"/>
              <a:gd name="connsiteY96" fmla="*/ 3309938 h 3364883"/>
              <a:gd name="connsiteX97" fmla="*/ 6074536 w 6555549"/>
              <a:gd name="connsiteY97" fmla="*/ 3319463 h 3364883"/>
              <a:gd name="connsiteX98" fmla="*/ 6050724 w 6555549"/>
              <a:gd name="connsiteY98" fmla="*/ 3324225 h 3364883"/>
              <a:gd name="connsiteX99" fmla="*/ 6017386 w 6555549"/>
              <a:gd name="connsiteY99" fmla="*/ 3328988 h 3364883"/>
              <a:gd name="connsiteX100" fmla="*/ 5998336 w 6555549"/>
              <a:gd name="connsiteY100" fmla="*/ 3333750 h 3364883"/>
              <a:gd name="connsiteX101" fmla="*/ 5926899 w 6555549"/>
              <a:gd name="connsiteY101" fmla="*/ 3343275 h 3364883"/>
              <a:gd name="connsiteX102" fmla="*/ 5893561 w 6555549"/>
              <a:gd name="connsiteY102" fmla="*/ 3352800 h 3364883"/>
              <a:gd name="connsiteX103" fmla="*/ 5826886 w 6555549"/>
              <a:gd name="connsiteY103" fmla="*/ 3357563 h 3364883"/>
              <a:gd name="connsiteX104" fmla="*/ 5593524 w 6555549"/>
              <a:gd name="connsiteY104" fmla="*/ 3352800 h 3364883"/>
              <a:gd name="connsiteX105" fmla="*/ 5388736 w 6555549"/>
              <a:gd name="connsiteY105" fmla="*/ 3348038 h 3364883"/>
              <a:gd name="connsiteX106" fmla="*/ 5364924 w 6555549"/>
              <a:gd name="connsiteY106" fmla="*/ 3352800 h 3364883"/>
              <a:gd name="connsiteX107" fmla="*/ 5107749 w 6555549"/>
              <a:gd name="connsiteY107" fmla="*/ 3357563 h 3364883"/>
              <a:gd name="connsiteX108" fmla="*/ 4550536 w 6555549"/>
              <a:gd name="connsiteY108" fmla="*/ 3357563 h 3364883"/>
              <a:gd name="connsiteX109" fmla="*/ 4121911 w 6555549"/>
              <a:gd name="connsiteY109" fmla="*/ 3352800 h 3364883"/>
              <a:gd name="connsiteX110" fmla="*/ 4031424 w 6555549"/>
              <a:gd name="connsiteY110" fmla="*/ 3338513 h 3364883"/>
              <a:gd name="connsiteX111" fmla="*/ 3969511 w 6555549"/>
              <a:gd name="connsiteY111" fmla="*/ 3333750 h 3364883"/>
              <a:gd name="connsiteX112" fmla="*/ 3917124 w 6555549"/>
              <a:gd name="connsiteY112" fmla="*/ 3319463 h 3364883"/>
              <a:gd name="connsiteX113" fmla="*/ 3817111 w 6555549"/>
              <a:gd name="connsiteY113" fmla="*/ 3314700 h 3364883"/>
              <a:gd name="connsiteX114" fmla="*/ 3598036 w 6555549"/>
              <a:gd name="connsiteY114" fmla="*/ 3305175 h 3364883"/>
              <a:gd name="connsiteX115" fmla="*/ 3255136 w 6555549"/>
              <a:gd name="connsiteY115" fmla="*/ 3295650 h 3364883"/>
              <a:gd name="connsiteX116" fmla="*/ 3045586 w 6555549"/>
              <a:gd name="connsiteY116" fmla="*/ 3300413 h 3364883"/>
              <a:gd name="connsiteX117" fmla="*/ 2750311 w 6555549"/>
              <a:gd name="connsiteY117" fmla="*/ 3300413 h 3364883"/>
              <a:gd name="connsiteX118" fmla="*/ 2688399 w 6555549"/>
              <a:gd name="connsiteY118" fmla="*/ 3286125 h 3364883"/>
              <a:gd name="connsiteX119" fmla="*/ 2588386 w 6555549"/>
              <a:gd name="connsiteY119" fmla="*/ 3276600 h 3364883"/>
              <a:gd name="connsiteX120" fmla="*/ 2445511 w 6555549"/>
              <a:gd name="connsiteY120" fmla="*/ 3252788 h 3364883"/>
              <a:gd name="connsiteX121" fmla="*/ 2274061 w 6555549"/>
              <a:gd name="connsiteY121" fmla="*/ 3248025 h 3364883"/>
              <a:gd name="connsiteX122" fmla="*/ 2212149 w 6555549"/>
              <a:gd name="connsiteY122" fmla="*/ 3228975 h 3364883"/>
              <a:gd name="connsiteX123" fmla="*/ 2193099 w 6555549"/>
              <a:gd name="connsiteY123" fmla="*/ 3209925 h 3364883"/>
              <a:gd name="connsiteX124" fmla="*/ 2112136 w 6555549"/>
              <a:gd name="connsiteY124" fmla="*/ 3205163 h 3364883"/>
              <a:gd name="connsiteX125" fmla="*/ 2059749 w 6555549"/>
              <a:gd name="connsiteY125" fmla="*/ 3186113 h 3364883"/>
              <a:gd name="connsiteX126" fmla="*/ 1974024 w 6555549"/>
              <a:gd name="connsiteY126" fmla="*/ 3176588 h 3364883"/>
              <a:gd name="connsiteX127" fmla="*/ 1897824 w 6555549"/>
              <a:gd name="connsiteY127" fmla="*/ 3162300 h 3364883"/>
              <a:gd name="connsiteX128" fmla="*/ 1869249 w 6555549"/>
              <a:gd name="connsiteY128" fmla="*/ 3148013 h 3364883"/>
              <a:gd name="connsiteX129" fmla="*/ 1783524 w 6555549"/>
              <a:gd name="connsiteY129" fmla="*/ 3119438 h 3364883"/>
              <a:gd name="connsiteX130" fmla="*/ 1745424 w 6555549"/>
              <a:gd name="connsiteY130" fmla="*/ 3095625 h 3364883"/>
              <a:gd name="connsiteX131" fmla="*/ 1716849 w 6555549"/>
              <a:gd name="connsiteY131" fmla="*/ 3090863 h 3364883"/>
              <a:gd name="connsiteX132" fmla="*/ 1678749 w 6555549"/>
              <a:gd name="connsiteY132" fmla="*/ 3076575 h 3364883"/>
              <a:gd name="connsiteX133" fmla="*/ 1650174 w 6555549"/>
              <a:gd name="connsiteY133" fmla="*/ 3057525 h 3364883"/>
              <a:gd name="connsiteX134" fmla="*/ 1612074 w 6555549"/>
              <a:gd name="connsiteY134" fmla="*/ 3038475 h 3364883"/>
              <a:gd name="connsiteX135" fmla="*/ 1564449 w 6555549"/>
              <a:gd name="connsiteY135" fmla="*/ 3009900 h 3364883"/>
              <a:gd name="connsiteX136" fmla="*/ 1535874 w 6555549"/>
              <a:gd name="connsiteY136" fmla="*/ 2995613 h 3364883"/>
              <a:gd name="connsiteX137" fmla="*/ 1483486 w 6555549"/>
              <a:gd name="connsiteY137" fmla="*/ 2962275 h 3364883"/>
              <a:gd name="connsiteX138" fmla="*/ 1407286 w 6555549"/>
              <a:gd name="connsiteY138" fmla="*/ 2933700 h 3364883"/>
              <a:gd name="connsiteX139" fmla="*/ 1383474 w 6555549"/>
              <a:gd name="connsiteY139" fmla="*/ 2909888 h 3364883"/>
              <a:gd name="connsiteX140" fmla="*/ 1273936 w 6555549"/>
              <a:gd name="connsiteY140" fmla="*/ 2838450 h 3364883"/>
              <a:gd name="connsiteX141" fmla="*/ 1245361 w 6555549"/>
              <a:gd name="connsiteY141" fmla="*/ 2819400 h 3364883"/>
              <a:gd name="connsiteX142" fmla="*/ 1231074 w 6555549"/>
              <a:gd name="connsiteY142" fmla="*/ 2805113 h 3364883"/>
              <a:gd name="connsiteX143" fmla="*/ 1207261 w 6555549"/>
              <a:gd name="connsiteY143" fmla="*/ 2790825 h 3364883"/>
              <a:gd name="connsiteX144" fmla="*/ 1169161 w 6555549"/>
              <a:gd name="connsiteY144" fmla="*/ 2743200 h 3364883"/>
              <a:gd name="connsiteX145" fmla="*/ 1126299 w 6555549"/>
              <a:gd name="connsiteY145" fmla="*/ 2676525 h 3364883"/>
              <a:gd name="connsiteX146" fmla="*/ 1088199 w 6555549"/>
              <a:gd name="connsiteY146" fmla="*/ 2586038 h 3364883"/>
              <a:gd name="connsiteX147" fmla="*/ 1059624 w 6555549"/>
              <a:gd name="connsiteY147" fmla="*/ 2543175 h 3364883"/>
              <a:gd name="connsiteX148" fmla="*/ 1045336 w 6555549"/>
              <a:gd name="connsiteY148" fmla="*/ 2514600 h 3364883"/>
              <a:gd name="connsiteX149" fmla="*/ 1021524 w 6555549"/>
              <a:gd name="connsiteY149" fmla="*/ 2476500 h 3364883"/>
              <a:gd name="connsiteX150" fmla="*/ 1011999 w 6555549"/>
              <a:gd name="connsiteY150" fmla="*/ 2457450 h 3364883"/>
              <a:gd name="connsiteX151" fmla="*/ 988186 w 6555549"/>
              <a:gd name="connsiteY151" fmla="*/ 2424113 h 3364883"/>
              <a:gd name="connsiteX152" fmla="*/ 950086 w 6555549"/>
              <a:gd name="connsiteY152" fmla="*/ 2362200 h 3364883"/>
              <a:gd name="connsiteX153" fmla="*/ 931036 w 6555549"/>
              <a:gd name="connsiteY153" fmla="*/ 2328863 h 3364883"/>
              <a:gd name="connsiteX154" fmla="*/ 921511 w 6555549"/>
              <a:gd name="connsiteY154" fmla="*/ 2281238 h 3364883"/>
              <a:gd name="connsiteX155" fmla="*/ 888174 w 6555549"/>
              <a:gd name="connsiteY155" fmla="*/ 2200275 h 3364883"/>
              <a:gd name="connsiteX156" fmla="*/ 869124 w 6555549"/>
              <a:gd name="connsiteY156" fmla="*/ 2119313 h 3364883"/>
              <a:gd name="connsiteX157" fmla="*/ 873886 w 6555549"/>
              <a:gd name="connsiteY157" fmla="*/ 2105025 h 3364883"/>
              <a:gd name="connsiteX158" fmla="*/ 864361 w 6555549"/>
              <a:gd name="connsiteY158" fmla="*/ 2081213 h 3364883"/>
              <a:gd name="connsiteX159" fmla="*/ 859599 w 6555549"/>
              <a:gd name="connsiteY159" fmla="*/ 2066925 h 3364883"/>
              <a:gd name="connsiteX160" fmla="*/ 854836 w 6555549"/>
              <a:gd name="connsiteY160" fmla="*/ 2043113 h 3364883"/>
              <a:gd name="connsiteX161" fmla="*/ 845311 w 6555549"/>
              <a:gd name="connsiteY161" fmla="*/ 2024063 h 3364883"/>
              <a:gd name="connsiteX162" fmla="*/ 840549 w 6555549"/>
              <a:gd name="connsiteY162" fmla="*/ 2000250 h 3364883"/>
              <a:gd name="connsiteX163" fmla="*/ 835786 w 6555549"/>
              <a:gd name="connsiteY163" fmla="*/ 1985963 h 3364883"/>
              <a:gd name="connsiteX164" fmla="*/ 850074 w 6555549"/>
              <a:gd name="connsiteY164" fmla="*/ 1947863 h 3364883"/>
              <a:gd name="connsiteX165" fmla="*/ 864361 w 6555549"/>
              <a:gd name="connsiteY165" fmla="*/ 1924050 h 3364883"/>
              <a:gd name="connsiteX166" fmla="*/ 859599 w 6555549"/>
              <a:gd name="connsiteY166" fmla="*/ 1895475 h 3364883"/>
              <a:gd name="connsiteX167" fmla="*/ 854836 w 6555549"/>
              <a:gd name="connsiteY167" fmla="*/ 1876425 h 3364883"/>
              <a:gd name="connsiteX168" fmla="*/ 869124 w 6555549"/>
              <a:gd name="connsiteY168" fmla="*/ 1866900 h 3364883"/>
              <a:gd name="connsiteX169" fmla="*/ 869124 w 6555549"/>
              <a:gd name="connsiteY169" fmla="*/ 1728788 h 3364883"/>
              <a:gd name="connsiteX170" fmla="*/ 883411 w 6555549"/>
              <a:gd name="connsiteY170" fmla="*/ 1724025 h 3364883"/>
              <a:gd name="connsiteX171" fmla="*/ 850074 w 6555549"/>
              <a:gd name="connsiteY171" fmla="*/ 1676400 h 3364883"/>
              <a:gd name="connsiteX172" fmla="*/ 821499 w 6555549"/>
              <a:gd name="connsiteY172" fmla="*/ 1643063 h 3364883"/>
              <a:gd name="connsiteX173" fmla="*/ 797686 w 6555549"/>
              <a:gd name="connsiteY173" fmla="*/ 1628775 h 3364883"/>
              <a:gd name="connsiteX174" fmla="*/ 745299 w 6555549"/>
              <a:gd name="connsiteY174" fmla="*/ 1585913 h 3364883"/>
              <a:gd name="connsiteX175" fmla="*/ 716724 w 6555549"/>
              <a:gd name="connsiteY175" fmla="*/ 1566863 h 3364883"/>
              <a:gd name="connsiteX176" fmla="*/ 697674 w 6555549"/>
              <a:gd name="connsiteY176" fmla="*/ 1557338 h 3364883"/>
              <a:gd name="connsiteX177" fmla="*/ 640524 w 6555549"/>
              <a:gd name="connsiteY177" fmla="*/ 1504950 h 3364883"/>
              <a:gd name="connsiteX178" fmla="*/ 616711 w 6555549"/>
              <a:gd name="connsiteY178" fmla="*/ 1495425 h 3364883"/>
              <a:gd name="connsiteX179" fmla="*/ 611949 w 6555549"/>
              <a:gd name="connsiteY179" fmla="*/ 1481138 h 3364883"/>
              <a:gd name="connsiteX180" fmla="*/ 592899 w 6555549"/>
              <a:gd name="connsiteY180" fmla="*/ 1471613 h 3364883"/>
              <a:gd name="connsiteX181" fmla="*/ 569086 w 6555549"/>
              <a:gd name="connsiteY181" fmla="*/ 1457325 h 3364883"/>
              <a:gd name="connsiteX182" fmla="*/ 540511 w 6555549"/>
              <a:gd name="connsiteY182" fmla="*/ 1433513 h 3364883"/>
              <a:gd name="connsiteX183" fmla="*/ 516699 w 6555549"/>
              <a:gd name="connsiteY183" fmla="*/ 1419225 h 3364883"/>
              <a:gd name="connsiteX184" fmla="*/ 483361 w 6555549"/>
              <a:gd name="connsiteY184" fmla="*/ 1395413 h 3364883"/>
              <a:gd name="connsiteX185" fmla="*/ 421449 w 6555549"/>
              <a:gd name="connsiteY185" fmla="*/ 1366838 h 3364883"/>
              <a:gd name="connsiteX186" fmla="*/ 402399 w 6555549"/>
              <a:gd name="connsiteY186" fmla="*/ 1352550 h 3364883"/>
              <a:gd name="connsiteX187" fmla="*/ 369061 w 6555549"/>
              <a:gd name="connsiteY187" fmla="*/ 1333500 h 3364883"/>
              <a:gd name="connsiteX188" fmla="*/ 340486 w 6555549"/>
              <a:gd name="connsiteY188" fmla="*/ 1314450 h 3364883"/>
              <a:gd name="connsiteX189" fmla="*/ 311911 w 6555549"/>
              <a:gd name="connsiteY189" fmla="*/ 1271588 h 3364883"/>
              <a:gd name="connsiteX190" fmla="*/ 302386 w 6555549"/>
              <a:gd name="connsiteY190" fmla="*/ 1257300 h 3364883"/>
              <a:gd name="connsiteX191" fmla="*/ 288099 w 6555549"/>
              <a:gd name="connsiteY191" fmla="*/ 1238250 h 3364883"/>
              <a:gd name="connsiteX192" fmla="*/ 264286 w 6555549"/>
              <a:gd name="connsiteY192" fmla="*/ 1204913 h 3364883"/>
              <a:gd name="connsiteX193" fmla="*/ 249999 w 6555549"/>
              <a:gd name="connsiteY193" fmla="*/ 1195388 h 3364883"/>
              <a:gd name="connsiteX194" fmla="*/ 226186 w 6555549"/>
              <a:gd name="connsiteY194" fmla="*/ 1162050 h 3364883"/>
              <a:gd name="connsiteX195" fmla="*/ 197611 w 6555549"/>
              <a:gd name="connsiteY195" fmla="*/ 1123950 h 3364883"/>
              <a:gd name="connsiteX196" fmla="*/ 192849 w 6555549"/>
              <a:gd name="connsiteY196" fmla="*/ 1109663 h 3364883"/>
              <a:gd name="connsiteX197" fmla="*/ 178561 w 6555549"/>
              <a:gd name="connsiteY197" fmla="*/ 1095375 h 3364883"/>
              <a:gd name="connsiteX198" fmla="*/ 164274 w 6555549"/>
              <a:gd name="connsiteY198" fmla="*/ 1076325 h 3364883"/>
              <a:gd name="connsiteX199" fmla="*/ 140461 w 6555549"/>
              <a:gd name="connsiteY199" fmla="*/ 1033463 h 3364883"/>
              <a:gd name="connsiteX200" fmla="*/ 121411 w 6555549"/>
              <a:gd name="connsiteY200" fmla="*/ 1009650 h 3364883"/>
              <a:gd name="connsiteX201" fmla="*/ 102361 w 6555549"/>
              <a:gd name="connsiteY201" fmla="*/ 971550 h 3364883"/>
              <a:gd name="connsiteX202" fmla="*/ 88074 w 6555549"/>
              <a:gd name="connsiteY202" fmla="*/ 938213 h 3364883"/>
              <a:gd name="connsiteX203" fmla="*/ 73786 w 6555549"/>
              <a:gd name="connsiteY203" fmla="*/ 933450 h 3364883"/>
              <a:gd name="connsiteX204" fmla="*/ 64261 w 6555549"/>
              <a:gd name="connsiteY204" fmla="*/ 919163 h 3364883"/>
              <a:gd name="connsiteX205" fmla="*/ 54736 w 6555549"/>
              <a:gd name="connsiteY205" fmla="*/ 890588 h 3364883"/>
              <a:gd name="connsiteX206" fmla="*/ 45211 w 6555549"/>
              <a:gd name="connsiteY206" fmla="*/ 871538 h 3364883"/>
              <a:gd name="connsiteX207" fmla="*/ 35686 w 6555549"/>
              <a:gd name="connsiteY207" fmla="*/ 828675 h 3364883"/>
              <a:gd name="connsiteX208" fmla="*/ 26161 w 6555549"/>
              <a:gd name="connsiteY208" fmla="*/ 804863 h 3364883"/>
              <a:gd name="connsiteX209" fmla="*/ 21399 w 6555549"/>
              <a:gd name="connsiteY209" fmla="*/ 771525 h 3364883"/>
              <a:gd name="connsiteX210" fmla="*/ 7111 w 6555549"/>
              <a:gd name="connsiteY210" fmla="*/ 685800 h 3364883"/>
              <a:gd name="connsiteX211" fmla="*/ 7111 w 6555549"/>
              <a:gd name="connsiteY211" fmla="*/ 447675 h 3364883"/>
              <a:gd name="connsiteX212" fmla="*/ 30924 w 6555549"/>
              <a:gd name="connsiteY212" fmla="*/ 381000 h 3364883"/>
              <a:gd name="connsiteX213" fmla="*/ 59499 w 6555549"/>
              <a:gd name="connsiteY213" fmla="*/ 285750 h 3364883"/>
              <a:gd name="connsiteX214" fmla="*/ 73786 w 6555549"/>
              <a:gd name="connsiteY214" fmla="*/ 266700 h 3364883"/>
              <a:gd name="connsiteX215" fmla="*/ 78549 w 6555549"/>
              <a:gd name="connsiteY215" fmla="*/ 252413 h 3364883"/>
              <a:gd name="connsiteX216" fmla="*/ 88074 w 6555549"/>
              <a:gd name="connsiteY216" fmla="*/ 233363 h 3364883"/>
              <a:gd name="connsiteX217" fmla="*/ 92836 w 6555549"/>
              <a:gd name="connsiteY217" fmla="*/ 219075 h 3364883"/>
              <a:gd name="connsiteX218" fmla="*/ 121411 w 6555549"/>
              <a:gd name="connsiteY218" fmla="*/ 180975 h 3364883"/>
              <a:gd name="connsiteX219" fmla="*/ 130936 w 6555549"/>
              <a:gd name="connsiteY219" fmla="*/ 166688 h 3364883"/>
              <a:gd name="connsiteX220" fmla="*/ 159511 w 6555549"/>
              <a:gd name="connsiteY220" fmla="*/ 142875 h 3364883"/>
              <a:gd name="connsiteX221" fmla="*/ 188086 w 6555549"/>
              <a:gd name="connsiteY221" fmla="*/ 133350 h 3364883"/>
              <a:gd name="connsiteX222" fmla="*/ 297624 w 6555549"/>
              <a:gd name="connsiteY222" fmla="*/ 114300 h 3364883"/>
              <a:gd name="connsiteX223" fmla="*/ 345249 w 6555549"/>
              <a:gd name="connsiteY223" fmla="*/ 109538 h 3364883"/>
              <a:gd name="connsiteX224" fmla="*/ 635761 w 6555549"/>
              <a:gd name="connsiteY224" fmla="*/ 61913 h 3364883"/>
              <a:gd name="connsiteX225" fmla="*/ 711961 w 6555549"/>
              <a:gd name="connsiteY225" fmla="*/ 47625 h 3364883"/>
              <a:gd name="connsiteX226" fmla="*/ 750061 w 6555549"/>
              <a:gd name="connsiteY226" fmla="*/ 42863 h 3364883"/>
              <a:gd name="connsiteX227" fmla="*/ 778636 w 6555549"/>
              <a:gd name="connsiteY227" fmla="*/ 38100 h 3364883"/>
              <a:gd name="connsiteX228" fmla="*/ 864361 w 6555549"/>
              <a:gd name="connsiteY228" fmla="*/ 33338 h 3364883"/>
              <a:gd name="connsiteX229" fmla="*/ 1045336 w 6555549"/>
              <a:gd name="connsiteY229" fmla="*/ 47625 h 3364883"/>
              <a:gd name="connsiteX230" fmla="*/ 1121536 w 6555549"/>
              <a:gd name="connsiteY230" fmla="*/ 57150 h 3364883"/>
              <a:gd name="connsiteX231" fmla="*/ 1173924 w 6555549"/>
              <a:gd name="connsiteY231" fmla="*/ 61913 h 3364883"/>
              <a:gd name="connsiteX232" fmla="*/ 1235836 w 6555549"/>
              <a:gd name="connsiteY232" fmla="*/ 80963 h 3364883"/>
              <a:gd name="connsiteX233" fmla="*/ 1340611 w 6555549"/>
              <a:gd name="connsiteY233" fmla="*/ 85725 h 3364883"/>
              <a:gd name="connsiteX234" fmla="*/ 1407286 w 6555549"/>
              <a:gd name="connsiteY234" fmla="*/ 90488 h 3364883"/>
              <a:gd name="connsiteX235" fmla="*/ 1535874 w 6555549"/>
              <a:gd name="connsiteY235" fmla="*/ 114300 h 3364883"/>
              <a:gd name="connsiteX236" fmla="*/ 1635886 w 6555549"/>
              <a:gd name="connsiteY236" fmla="*/ 123825 h 3364883"/>
              <a:gd name="connsiteX237" fmla="*/ 1783524 w 6555549"/>
              <a:gd name="connsiteY237" fmla="*/ 133350 h 3364883"/>
              <a:gd name="connsiteX238" fmla="*/ 1812099 w 6555549"/>
              <a:gd name="connsiteY238" fmla="*/ 138113 h 3364883"/>
              <a:gd name="connsiteX239" fmla="*/ 1864486 w 6555549"/>
              <a:gd name="connsiteY239" fmla="*/ 147638 h 3364883"/>
              <a:gd name="connsiteX240" fmla="*/ 1974024 w 6555549"/>
              <a:gd name="connsiteY240" fmla="*/ 157163 h 3364883"/>
              <a:gd name="connsiteX241" fmla="*/ 2031174 w 6555549"/>
              <a:gd name="connsiteY241" fmla="*/ 166688 h 3364883"/>
              <a:gd name="connsiteX242" fmla="*/ 2093086 w 6555549"/>
              <a:gd name="connsiteY242" fmla="*/ 171450 h 3364883"/>
              <a:gd name="connsiteX243" fmla="*/ 2135949 w 6555549"/>
              <a:gd name="connsiteY243" fmla="*/ 176213 h 3364883"/>
              <a:gd name="connsiteX244" fmla="*/ 2159761 w 6555549"/>
              <a:gd name="connsiteY244" fmla="*/ 180975 h 3364883"/>
              <a:gd name="connsiteX245" fmla="*/ 2288349 w 6555549"/>
              <a:gd name="connsiteY245" fmla="*/ 190500 h 3364883"/>
              <a:gd name="connsiteX246" fmla="*/ 2350261 w 6555549"/>
              <a:gd name="connsiteY246" fmla="*/ 200025 h 3364883"/>
              <a:gd name="connsiteX247" fmla="*/ 2469324 w 6555549"/>
              <a:gd name="connsiteY247" fmla="*/ 214313 h 3364883"/>
              <a:gd name="connsiteX248" fmla="*/ 2683636 w 6555549"/>
              <a:gd name="connsiteY248" fmla="*/ 219075 h 3364883"/>
              <a:gd name="connsiteX249" fmla="*/ 2745549 w 6555549"/>
              <a:gd name="connsiteY249" fmla="*/ 223838 h 3364883"/>
              <a:gd name="connsiteX250" fmla="*/ 2764599 w 6555549"/>
              <a:gd name="connsiteY250" fmla="*/ 228600 h 3364883"/>
              <a:gd name="connsiteX251" fmla="*/ 2788411 w 6555549"/>
              <a:gd name="connsiteY251" fmla="*/ 233363 h 3364883"/>
              <a:gd name="connsiteX252" fmla="*/ 2836036 w 6555549"/>
              <a:gd name="connsiteY252" fmla="*/ 242888 h 3364883"/>
              <a:gd name="connsiteX253" fmla="*/ 2883661 w 6555549"/>
              <a:gd name="connsiteY253" fmla="*/ 252413 h 3364883"/>
              <a:gd name="connsiteX254" fmla="*/ 2921761 w 6555549"/>
              <a:gd name="connsiteY254" fmla="*/ 261938 h 3364883"/>
              <a:gd name="connsiteX255" fmla="*/ 2936049 w 6555549"/>
              <a:gd name="connsiteY255" fmla="*/ 266700 h 3364883"/>
              <a:gd name="connsiteX256" fmla="*/ 2974149 w 6555549"/>
              <a:gd name="connsiteY256" fmla="*/ 271463 h 3364883"/>
              <a:gd name="connsiteX257" fmla="*/ 3017011 w 6555549"/>
              <a:gd name="connsiteY257" fmla="*/ 280988 h 3364883"/>
              <a:gd name="connsiteX258" fmla="*/ 3069399 w 6555549"/>
              <a:gd name="connsiteY258" fmla="*/ 290513 h 3364883"/>
              <a:gd name="connsiteX259" fmla="*/ 3102736 w 6555549"/>
              <a:gd name="connsiteY259" fmla="*/ 300038 h 3364883"/>
              <a:gd name="connsiteX260" fmla="*/ 3193224 w 6555549"/>
              <a:gd name="connsiteY260" fmla="*/ 314325 h 3364883"/>
              <a:gd name="connsiteX261" fmla="*/ 3336099 w 6555549"/>
              <a:gd name="connsiteY261" fmla="*/ 319088 h 3364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Lst>
            <a:rect l="l" t="t" r="r" b="b"/>
            <a:pathLst>
              <a:path w="6555549" h="3364883">
                <a:moveTo>
                  <a:pt x="3336099" y="319088"/>
                </a:moveTo>
                <a:lnTo>
                  <a:pt x="3336099" y="319088"/>
                </a:lnTo>
                <a:cubicBezTo>
                  <a:pt x="3366261" y="320675"/>
                  <a:pt x="3396383" y="324090"/>
                  <a:pt x="3426586" y="323850"/>
                </a:cubicBezTo>
                <a:cubicBezTo>
                  <a:pt x="3596473" y="322502"/>
                  <a:pt x="3936174" y="314325"/>
                  <a:pt x="3936174" y="314325"/>
                </a:cubicBezTo>
                <a:cubicBezTo>
                  <a:pt x="3958399" y="312738"/>
                  <a:pt x="3980595" y="310676"/>
                  <a:pt x="4002849" y="309563"/>
                </a:cubicBezTo>
                <a:cubicBezTo>
                  <a:pt x="4044103" y="307500"/>
                  <a:pt x="4085449" y="307377"/>
                  <a:pt x="4126674" y="304800"/>
                </a:cubicBezTo>
                <a:cubicBezTo>
                  <a:pt x="4136312" y="304198"/>
                  <a:pt x="4145748" y="301765"/>
                  <a:pt x="4155249" y="300038"/>
                </a:cubicBezTo>
                <a:cubicBezTo>
                  <a:pt x="4228468" y="286725"/>
                  <a:pt x="4123433" y="304545"/>
                  <a:pt x="4207636" y="290513"/>
                </a:cubicBezTo>
                <a:cubicBezTo>
                  <a:pt x="4253812" y="267425"/>
                  <a:pt x="4198855" y="293441"/>
                  <a:pt x="4293361" y="261938"/>
                </a:cubicBezTo>
                <a:cubicBezTo>
                  <a:pt x="4313803" y="255124"/>
                  <a:pt x="4347361" y="243248"/>
                  <a:pt x="4369561" y="238125"/>
                </a:cubicBezTo>
                <a:cubicBezTo>
                  <a:pt x="4378970" y="235954"/>
                  <a:pt x="4388645" y="235142"/>
                  <a:pt x="4398136" y="233363"/>
                </a:cubicBezTo>
                <a:cubicBezTo>
                  <a:pt x="4414048" y="230380"/>
                  <a:pt x="4429986" y="227478"/>
                  <a:pt x="4445761" y="223838"/>
                </a:cubicBezTo>
                <a:cubicBezTo>
                  <a:pt x="4450653" y="222709"/>
                  <a:pt x="4455179" y="220293"/>
                  <a:pt x="4460049" y="219075"/>
                </a:cubicBezTo>
                <a:cubicBezTo>
                  <a:pt x="4467902" y="217112"/>
                  <a:pt x="4476008" y="216276"/>
                  <a:pt x="4483861" y="214313"/>
                </a:cubicBezTo>
                <a:cubicBezTo>
                  <a:pt x="4561423" y="194923"/>
                  <a:pt x="4489122" y="212129"/>
                  <a:pt x="4531486" y="200025"/>
                </a:cubicBezTo>
                <a:cubicBezTo>
                  <a:pt x="4537780" y="198227"/>
                  <a:pt x="4544242" y="197061"/>
                  <a:pt x="4550536" y="195263"/>
                </a:cubicBezTo>
                <a:cubicBezTo>
                  <a:pt x="4566472" y="190710"/>
                  <a:pt x="4582341" y="185919"/>
                  <a:pt x="4598161" y="180975"/>
                </a:cubicBezTo>
                <a:cubicBezTo>
                  <a:pt x="4607744" y="177980"/>
                  <a:pt x="4617596" y="175605"/>
                  <a:pt x="4626736" y="171450"/>
                </a:cubicBezTo>
                <a:cubicBezTo>
                  <a:pt x="4635163" y="167620"/>
                  <a:pt x="4641850" y="160326"/>
                  <a:pt x="4650549" y="157163"/>
                </a:cubicBezTo>
                <a:cubicBezTo>
                  <a:pt x="4659624" y="153863"/>
                  <a:pt x="4669655" y="154294"/>
                  <a:pt x="4679124" y="152400"/>
                </a:cubicBezTo>
                <a:cubicBezTo>
                  <a:pt x="4685542" y="151116"/>
                  <a:pt x="4691784" y="149058"/>
                  <a:pt x="4698174" y="147638"/>
                </a:cubicBezTo>
                <a:cubicBezTo>
                  <a:pt x="4706076" y="145882"/>
                  <a:pt x="4714049" y="144463"/>
                  <a:pt x="4721986" y="142875"/>
                </a:cubicBezTo>
                <a:cubicBezTo>
                  <a:pt x="4731511" y="138113"/>
                  <a:pt x="4740458" y="131956"/>
                  <a:pt x="4750561" y="128588"/>
                </a:cubicBezTo>
                <a:cubicBezTo>
                  <a:pt x="4759722" y="125534"/>
                  <a:pt x="4769694" y="125848"/>
                  <a:pt x="4779136" y="123825"/>
                </a:cubicBezTo>
                <a:cubicBezTo>
                  <a:pt x="4791936" y="121082"/>
                  <a:pt x="4804817" y="118439"/>
                  <a:pt x="4817236" y="114300"/>
                </a:cubicBezTo>
                <a:cubicBezTo>
                  <a:pt x="4845042" y="105033"/>
                  <a:pt x="4818192" y="113156"/>
                  <a:pt x="4860099" y="104775"/>
                </a:cubicBezTo>
                <a:cubicBezTo>
                  <a:pt x="4884333" y="99928"/>
                  <a:pt x="4878865" y="97759"/>
                  <a:pt x="4907724" y="95250"/>
                </a:cubicBezTo>
                <a:cubicBezTo>
                  <a:pt x="4934656" y="92908"/>
                  <a:pt x="4961699" y="92075"/>
                  <a:pt x="4988686" y="90488"/>
                </a:cubicBezTo>
                <a:cubicBezTo>
                  <a:pt x="4998211" y="87313"/>
                  <a:pt x="5007644" y="83848"/>
                  <a:pt x="5017261" y="80963"/>
                </a:cubicBezTo>
                <a:cubicBezTo>
                  <a:pt x="5023530" y="79082"/>
                  <a:pt x="5030042" y="78081"/>
                  <a:pt x="5036311" y="76200"/>
                </a:cubicBezTo>
                <a:cubicBezTo>
                  <a:pt x="5045928" y="73315"/>
                  <a:pt x="5055103" y="68933"/>
                  <a:pt x="5064886" y="66675"/>
                </a:cubicBezTo>
                <a:cubicBezTo>
                  <a:pt x="5075824" y="64151"/>
                  <a:pt x="5087111" y="63500"/>
                  <a:pt x="5098224" y="61913"/>
                </a:cubicBezTo>
                <a:cubicBezTo>
                  <a:pt x="5127049" y="42695"/>
                  <a:pt x="5100350" y="57335"/>
                  <a:pt x="5155374" y="47625"/>
                </a:cubicBezTo>
                <a:cubicBezTo>
                  <a:pt x="5168266" y="45350"/>
                  <a:pt x="5180515" y="39951"/>
                  <a:pt x="5193474" y="38100"/>
                </a:cubicBezTo>
                <a:lnTo>
                  <a:pt x="5226811" y="33338"/>
                </a:lnTo>
                <a:cubicBezTo>
                  <a:pt x="5280452" y="6517"/>
                  <a:pt x="5236168" y="25409"/>
                  <a:pt x="5360161" y="19050"/>
                </a:cubicBezTo>
                <a:cubicBezTo>
                  <a:pt x="5391256" y="17455"/>
                  <a:pt x="5450327" y="13265"/>
                  <a:pt x="5483986" y="9525"/>
                </a:cubicBezTo>
                <a:cubicBezTo>
                  <a:pt x="5495143" y="8285"/>
                  <a:pt x="5506197" y="6247"/>
                  <a:pt x="5517324" y="4763"/>
                </a:cubicBezTo>
                <a:lnTo>
                  <a:pt x="5555424" y="0"/>
                </a:lnTo>
                <a:lnTo>
                  <a:pt x="5822124" y="4763"/>
                </a:lnTo>
                <a:cubicBezTo>
                  <a:pt x="5833343" y="5119"/>
                  <a:pt x="5844272" y="8630"/>
                  <a:pt x="5855461" y="9525"/>
                </a:cubicBezTo>
                <a:cubicBezTo>
                  <a:pt x="5883989" y="11807"/>
                  <a:pt x="5912611" y="12700"/>
                  <a:pt x="5941186" y="14288"/>
                </a:cubicBezTo>
                <a:cubicBezTo>
                  <a:pt x="5999472" y="24001"/>
                  <a:pt x="5937600" y="14419"/>
                  <a:pt x="6022149" y="23813"/>
                </a:cubicBezTo>
                <a:cubicBezTo>
                  <a:pt x="6121850" y="34891"/>
                  <a:pt x="5956343" y="21493"/>
                  <a:pt x="6122161" y="33338"/>
                </a:cubicBezTo>
                <a:lnTo>
                  <a:pt x="6150736" y="38100"/>
                </a:lnTo>
                <a:cubicBezTo>
                  <a:pt x="6161831" y="39807"/>
                  <a:pt x="6172986" y="41112"/>
                  <a:pt x="6184074" y="42863"/>
                </a:cubicBezTo>
                <a:cubicBezTo>
                  <a:pt x="6203150" y="45875"/>
                  <a:pt x="6222902" y="46281"/>
                  <a:pt x="6241224" y="52388"/>
                </a:cubicBezTo>
                <a:cubicBezTo>
                  <a:pt x="6245986" y="53975"/>
                  <a:pt x="6250668" y="55829"/>
                  <a:pt x="6255511" y="57150"/>
                </a:cubicBezTo>
                <a:cubicBezTo>
                  <a:pt x="6268141" y="60594"/>
                  <a:pt x="6293611" y="66675"/>
                  <a:pt x="6293611" y="66675"/>
                </a:cubicBezTo>
                <a:cubicBezTo>
                  <a:pt x="6298374" y="69850"/>
                  <a:pt x="6302584" y="74074"/>
                  <a:pt x="6307899" y="76200"/>
                </a:cubicBezTo>
                <a:cubicBezTo>
                  <a:pt x="6317864" y="80186"/>
                  <a:pt x="6370756" y="93270"/>
                  <a:pt x="6379336" y="95250"/>
                </a:cubicBezTo>
                <a:cubicBezTo>
                  <a:pt x="6398744" y="99729"/>
                  <a:pt x="6413144" y="100248"/>
                  <a:pt x="6431724" y="109538"/>
                </a:cubicBezTo>
                <a:cubicBezTo>
                  <a:pt x="6438074" y="112713"/>
                  <a:pt x="6444182" y="116426"/>
                  <a:pt x="6450774" y="119063"/>
                </a:cubicBezTo>
                <a:cubicBezTo>
                  <a:pt x="6460096" y="122792"/>
                  <a:pt x="6470995" y="123019"/>
                  <a:pt x="6479349" y="128588"/>
                </a:cubicBezTo>
                <a:lnTo>
                  <a:pt x="6507924" y="147638"/>
                </a:lnTo>
                <a:cubicBezTo>
                  <a:pt x="6535244" y="184066"/>
                  <a:pt x="6510814" y="149126"/>
                  <a:pt x="6531736" y="185738"/>
                </a:cubicBezTo>
                <a:cubicBezTo>
                  <a:pt x="6534576" y="190708"/>
                  <a:pt x="6538421" y="195055"/>
                  <a:pt x="6541261" y="200025"/>
                </a:cubicBezTo>
                <a:cubicBezTo>
                  <a:pt x="6550677" y="216502"/>
                  <a:pt x="6550206" y="217335"/>
                  <a:pt x="6555549" y="233363"/>
                </a:cubicBezTo>
                <a:cubicBezTo>
                  <a:pt x="6553961" y="330200"/>
                  <a:pt x="6553438" y="427061"/>
                  <a:pt x="6550786" y="523875"/>
                </a:cubicBezTo>
                <a:cubicBezTo>
                  <a:pt x="6550631" y="529525"/>
                  <a:pt x="6545475" y="598913"/>
                  <a:pt x="6541261" y="614363"/>
                </a:cubicBezTo>
                <a:cubicBezTo>
                  <a:pt x="6539393" y="621212"/>
                  <a:pt x="6534911" y="627063"/>
                  <a:pt x="6531736" y="633413"/>
                </a:cubicBezTo>
                <a:cubicBezTo>
                  <a:pt x="6530149" y="646113"/>
                  <a:pt x="6528920" y="658863"/>
                  <a:pt x="6526974" y="671513"/>
                </a:cubicBezTo>
                <a:cubicBezTo>
                  <a:pt x="6525743" y="679513"/>
                  <a:pt x="6523442" y="687325"/>
                  <a:pt x="6522211" y="695325"/>
                </a:cubicBezTo>
                <a:cubicBezTo>
                  <a:pt x="6520265" y="707975"/>
                  <a:pt x="6519259" y="720755"/>
                  <a:pt x="6517449" y="733425"/>
                </a:cubicBezTo>
                <a:cubicBezTo>
                  <a:pt x="6516083" y="742984"/>
                  <a:pt x="6514154" y="752456"/>
                  <a:pt x="6512686" y="762000"/>
                </a:cubicBezTo>
                <a:cubicBezTo>
                  <a:pt x="6510979" y="773095"/>
                  <a:pt x="6509675" y="784250"/>
                  <a:pt x="6507924" y="795338"/>
                </a:cubicBezTo>
                <a:cubicBezTo>
                  <a:pt x="6504912" y="814414"/>
                  <a:pt x="6500532" y="833293"/>
                  <a:pt x="6498399" y="852488"/>
                </a:cubicBezTo>
                <a:cubicBezTo>
                  <a:pt x="6484563" y="976997"/>
                  <a:pt x="6504511" y="793076"/>
                  <a:pt x="6488874" y="957263"/>
                </a:cubicBezTo>
                <a:cubicBezTo>
                  <a:pt x="6487118" y="975705"/>
                  <a:pt x="6482063" y="1009702"/>
                  <a:pt x="6479349" y="1028700"/>
                </a:cubicBezTo>
                <a:cubicBezTo>
                  <a:pt x="6476174" y="1076325"/>
                  <a:pt x="6471292" y="1123867"/>
                  <a:pt x="6469824" y="1171575"/>
                </a:cubicBezTo>
                <a:lnTo>
                  <a:pt x="6460299" y="1481138"/>
                </a:lnTo>
                <a:cubicBezTo>
                  <a:pt x="6461886" y="1524000"/>
                  <a:pt x="6462208" y="1566928"/>
                  <a:pt x="6465061" y="1609725"/>
                </a:cubicBezTo>
                <a:cubicBezTo>
                  <a:pt x="6465395" y="1614734"/>
                  <a:pt x="6469270" y="1619023"/>
                  <a:pt x="6469824" y="1624013"/>
                </a:cubicBezTo>
                <a:cubicBezTo>
                  <a:pt x="6481390" y="1728105"/>
                  <a:pt x="6465107" y="1662274"/>
                  <a:pt x="6484111" y="1728788"/>
                </a:cubicBezTo>
                <a:cubicBezTo>
                  <a:pt x="6485699" y="1743075"/>
                  <a:pt x="6486841" y="1757419"/>
                  <a:pt x="6488874" y="1771650"/>
                </a:cubicBezTo>
                <a:cubicBezTo>
                  <a:pt x="6490019" y="1779663"/>
                  <a:pt x="6493636" y="1787368"/>
                  <a:pt x="6493636" y="1795463"/>
                </a:cubicBezTo>
                <a:cubicBezTo>
                  <a:pt x="6493636" y="1873267"/>
                  <a:pt x="6490461" y="1951038"/>
                  <a:pt x="6488874" y="2028825"/>
                </a:cubicBezTo>
                <a:cubicBezTo>
                  <a:pt x="6490461" y="2111375"/>
                  <a:pt x="6491546" y="2193936"/>
                  <a:pt x="6493636" y="2276475"/>
                </a:cubicBezTo>
                <a:cubicBezTo>
                  <a:pt x="6494722" y="2319353"/>
                  <a:pt x="6496895" y="2362197"/>
                  <a:pt x="6498399" y="2405063"/>
                </a:cubicBezTo>
                <a:cubicBezTo>
                  <a:pt x="6500070" y="2452685"/>
                  <a:pt x="6501574" y="2500313"/>
                  <a:pt x="6503161" y="2547938"/>
                </a:cubicBezTo>
                <a:cubicBezTo>
                  <a:pt x="6501574" y="2582863"/>
                  <a:pt x="6498399" y="2617752"/>
                  <a:pt x="6498399" y="2652713"/>
                </a:cubicBezTo>
                <a:cubicBezTo>
                  <a:pt x="6498399" y="2662369"/>
                  <a:pt x="6503161" y="2671632"/>
                  <a:pt x="6503161" y="2681288"/>
                </a:cubicBezTo>
                <a:cubicBezTo>
                  <a:pt x="6503161" y="2773377"/>
                  <a:pt x="6501231" y="2865468"/>
                  <a:pt x="6498399" y="2957513"/>
                </a:cubicBezTo>
                <a:cubicBezTo>
                  <a:pt x="6498054" y="2968733"/>
                  <a:pt x="6495120" y="2979723"/>
                  <a:pt x="6493636" y="2990850"/>
                </a:cubicBezTo>
                <a:cubicBezTo>
                  <a:pt x="6490341" y="3015560"/>
                  <a:pt x="6486988" y="3053657"/>
                  <a:pt x="6479349" y="3076575"/>
                </a:cubicBezTo>
                <a:cubicBezTo>
                  <a:pt x="6476174" y="3086100"/>
                  <a:pt x="6475393" y="3096796"/>
                  <a:pt x="6469824" y="3105150"/>
                </a:cubicBezTo>
                <a:lnTo>
                  <a:pt x="6460299" y="3119438"/>
                </a:lnTo>
                <a:cubicBezTo>
                  <a:pt x="6458599" y="3126238"/>
                  <a:pt x="6449172" y="3166009"/>
                  <a:pt x="6446011" y="3167063"/>
                </a:cubicBezTo>
                <a:lnTo>
                  <a:pt x="6431724" y="3171825"/>
                </a:lnTo>
                <a:cubicBezTo>
                  <a:pt x="6423387" y="3180162"/>
                  <a:pt x="6405428" y="3199917"/>
                  <a:pt x="6393624" y="3205163"/>
                </a:cubicBezTo>
                <a:cubicBezTo>
                  <a:pt x="6386227" y="3208451"/>
                  <a:pt x="6377749" y="3208338"/>
                  <a:pt x="6369811" y="3209925"/>
                </a:cubicBezTo>
                <a:cubicBezTo>
                  <a:pt x="6361874" y="3213100"/>
                  <a:pt x="6353112" y="3214708"/>
                  <a:pt x="6345999" y="3219450"/>
                </a:cubicBezTo>
                <a:cubicBezTo>
                  <a:pt x="6294247" y="3253952"/>
                  <a:pt x="6369302" y="3224467"/>
                  <a:pt x="6293611" y="3262313"/>
                </a:cubicBezTo>
                <a:cubicBezTo>
                  <a:pt x="6280141" y="3269048"/>
                  <a:pt x="6265517" y="3273646"/>
                  <a:pt x="6250749" y="3276600"/>
                </a:cubicBezTo>
                <a:cubicBezTo>
                  <a:pt x="6215929" y="3283565"/>
                  <a:pt x="6234950" y="3280218"/>
                  <a:pt x="6193599" y="3286125"/>
                </a:cubicBezTo>
                <a:cubicBezTo>
                  <a:pt x="6153814" y="3306018"/>
                  <a:pt x="6196898" y="3286564"/>
                  <a:pt x="6150736" y="3300413"/>
                </a:cubicBezTo>
                <a:cubicBezTo>
                  <a:pt x="6142548" y="3302870"/>
                  <a:pt x="6135112" y="3307482"/>
                  <a:pt x="6126924" y="3309938"/>
                </a:cubicBezTo>
                <a:cubicBezTo>
                  <a:pt x="6117885" y="3312650"/>
                  <a:pt x="6082176" y="3318074"/>
                  <a:pt x="6074536" y="3319463"/>
                </a:cubicBezTo>
                <a:cubicBezTo>
                  <a:pt x="6066572" y="3320911"/>
                  <a:pt x="6058708" y="3322894"/>
                  <a:pt x="6050724" y="3324225"/>
                </a:cubicBezTo>
                <a:cubicBezTo>
                  <a:pt x="6039651" y="3326070"/>
                  <a:pt x="6028430" y="3326980"/>
                  <a:pt x="6017386" y="3328988"/>
                </a:cubicBezTo>
                <a:cubicBezTo>
                  <a:pt x="6010946" y="3330159"/>
                  <a:pt x="6004805" y="3332755"/>
                  <a:pt x="5998336" y="3333750"/>
                </a:cubicBezTo>
                <a:cubicBezTo>
                  <a:pt x="5969791" y="3338142"/>
                  <a:pt x="5953590" y="3337116"/>
                  <a:pt x="5926899" y="3343275"/>
                </a:cubicBezTo>
                <a:cubicBezTo>
                  <a:pt x="5915638" y="3345874"/>
                  <a:pt x="5905002" y="3351165"/>
                  <a:pt x="5893561" y="3352800"/>
                </a:cubicBezTo>
                <a:cubicBezTo>
                  <a:pt x="5871503" y="3355951"/>
                  <a:pt x="5849111" y="3355975"/>
                  <a:pt x="5826886" y="3357563"/>
                </a:cubicBezTo>
                <a:lnTo>
                  <a:pt x="5593524" y="3352800"/>
                </a:lnTo>
                <a:cubicBezTo>
                  <a:pt x="5525259" y="3351316"/>
                  <a:pt x="5457017" y="3348038"/>
                  <a:pt x="5388736" y="3348038"/>
                </a:cubicBezTo>
                <a:cubicBezTo>
                  <a:pt x="5380642" y="3348038"/>
                  <a:pt x="5373014" y="3352526"/>
                  <a:pt x="5364924" y="3352800"/>
                </a:cubicBezTo>
                <a:cubicBezTo>
                  <a:pt x="5279234" y="3355705"/>
                  <a:pt x="5193474" y="3355975"/>
                  <a:pt x="5107749" y="3357563"/>
                </a:cubicBezTo>
                <a:cubicBezTo>
                  <a:pt x="4865759" y="3371005"/>
                  <a:pt x="5046996" y="3362817"/>
                  <a:pt x="4550536" y="3357563"/>
                </a:cubicBezTo>
                <a:lnTo>
                  <a:pt x="4121911" y="3352800"/>
                </a:lnTo>
                <a:cubicBezTo>
                  <a:pt x="4091749" y="3348038"/>
                  <a:pt x="4061724" y="3342301"/>
                  <a:pt x="4031424" y="3338513"/>
                </a:cubicBezTo>
                <a:cubicBezTo>
                  <a:pt x="4010885" y="3335946"/>
                  <a:pt x="3989928" y="3337153"/>
                  <a:pt x="3969511" y="3333750"/>
                </a:cubicBezTo>
                <a:cubicBezTo>
                  <a:pt x="3951657" y="3330774"/>
                  <a:pt x="3935084" y="3321708"/>
                  <a:pt x="3917124" y="3319463"/>
                </a:cubicBezTo>
                <a:cubicBezTo>
                  <a:pt x="3884006" y="3315323"/>
                  <a:pt x="3850440" y="3316454"/>
                  <a:pt x="3817111" y="3314700"/>
                </a:cubicBezTo>
                <a:cubicBezTo>
                  <a:pt x="3646884" y="3305741"/>
                  <a:pt x="3836913" y="3313413"/>
                  <a:pt x="3598036" y="3305175"/>
                </a:cubicBezTo>
                <a:cubicBezTo>
                  <a:pt x="3438671" y="3273303"/>
                  <a:pt x="3547838" y="3289854"/>
                  <a:pt x="3255136" y="3295650"/>
                </a:cubicBezTo>
                <a:lnTo>
                  <a:pt x="3045586" y="3300413"/>
                </a:lnTo>
                <a:cubicBezTo>
                  <a:pt x="2926604" y="3307849"/>
                  <a:pt x="2908388" y="3311130"/>
                  <a:pt x="2750311" y="3300413"/>
                </a:cubicBezTo>
                <a:cubicBezTo>
                  <a:pt x="2729180" y="3298980"/>
                  <a:pt x="2709353" y="3289207"/>
                  <a:pt x="2688399" y="3286125"/>
                </a:cubicBezTo>
                <a:cubicBezTo>
                  <a:pt x="2655267" y="3281253"/>
                  <a:pt x="2621563" y="3281154"/>
                  <a:pt x="2588386" y="3276600"/>
                </a:cubicBezTo>
                <a:cubicBezTo>
                  <a:pt x="2540553" y="3270035"/>
                  <a:pt x="2493774" y="3254129"/>
                  <a:pt x="2445511" y="3252788"/>
                </a:cubicBezTo>
                <a:lnTo>
                  <a:pt x="2274061" y="3248025"/>
                </a:lnTo>
                <a:cubicBezTo>
                  <a:pt x="2262915" y="3245239"/>
                  <a:pt x="2225097" y="3237607"/>
                  <a:pt x="2212149" y="3228975"/>
                </a:cubicBezTo>
                <a:cubicBezTo>
                  <a:pt x="2204677" y="3223994"/>
                  <a:pt x="2201835" y="3212005"/>
                  <a:pt x="2193099" y="3209925"/>
                </a:cubicBezTo>
                <a:cubicBezTo>
                  <a:pt x="2166800" y="3203663"/>
                  <a:pt x="2139124" y="3206750"/>
                  <a:pt x="2112136" y="3205163"/>
                </a:cubicBezTo>
                <a:cubicBezTo>
                  <a:pt x="2094674" y="3198813"/>
                  <a:pt x="2077945" y="3189878"/>
                  <a:pt x="2059749" y="3186113"/>
                </a:cubicBezTo>
                <a:cubicBezTo>
                  <a:pt x="2031594" y="3180288"/>
                  <a:pt x="2002553" y="3180154"/>
                  <a:pt x="1974024" y="3176588"/>
                </a:cubicBezTo>
                <a:cubicBezTo>
                  <a:pt x="1954236" y="3174114"/>
                  <a:pt x="1913414" y="3165418"/>
                  <a:pt x="1897824" y="3162300"/>
                </a:cubicBezTo>
                <a:cubicBezTo>
                  <a:pt x="1888299" y="3157538"/>
                  <a:pt x="1879037" y="3152208"/>
                  <a:pt x="1869249" y="3148013"/>
                </a:cubicBezTo>
                <a:cubicBezTo>
                  <a:pt x="1837964" y="3134605"/>
                  <a:pt x="1816850" y="3129436"/>
                  <a:pt x="1783524" y="3119438"/>
                </a:cubicBezTo>
                <a:cubicBezTo>
                  <a:pt x="1770824" y="3111500"/>
                  <a:pt x="1759190" y="3101525"/>
                  <a:pt x="1745424" y="3095625"/>
                </a:cubicBezTo>
                <a:cubicBezTo>
                  <a:pt x="1736548" y="3091821"/>
                  <a:pt x="1726134" y="3093516"/>
                  <a:pt x="1716849" y="3090863"/>
                </a:cubicBezTo>
                <a:cubicBezTo>
                  <a:pt x="1703807" y="3087137"/>
                  <a:pt x="1690881" y="3082641"/>
                  <a:pt x="1678749" y="3076575"/>
                </a:cubicBezTo>
                <a:cubicBezTo>
                  <a:pt x="1668510" y="3071455"/>
                  <a:pt x="1660113" y="3063205"/>
                  <a:pt x="1650174" y="3057525"/>
                </a:cubicBezTo>
                <a:cubicBezTo>
                  <a:pt x="1637846" y="3050480"/>
                  <a:pt x="1624486" y="3045371"/>
                  <a:pt x="1612074" y="3038475"/>
                </a:cubicBezTo>
                <a:cubicBezTo>
                  <a:pt x="1595890" y="3029484"/>
                  <a:pt x="1580585" y="3018976"/>
                  <a:pt x="1564449" y="3009900"/>
                </a:cubicBezTo>
                <a:cubicBezTo>
                  <a:pt x="1555167" y="3004679"/>
                  <a:pt x="1545053" y="3001012"/>
                  <a:pt x="1535874" y="2995613"/>
                </a:cubicBezTo>
                <a:cubicBezTo>
                  <a:pt x="1518033" y="2985118"/>
                  <a:pt x="1501837" y="2971849"/>
                  <a:pt x="1483486" y="2962275"/>
                </a:cubicBezTo>
                <a:cubicBezTo>
                  <a:pt x="1444732" y="2942056"/>
                  <a:pt x="1438606" y="2941531"/>
                  <a:pt x="1407286" y="2933700"/>
                </a:cubicBezTo>
                <a:cubicBezTo>
                  <a:pt x="1399349" y="2925763"/>
                  <a:pt x="1392239" y="2916900"/>
                  <a:pt x="1383474" y="2909888"/>
                </a:cubicBezTo>
                <a:cubicBezTo>
                  <a:pt x="1342480" y="2877093"/>
                  <a:pt x="1319235" y="2868649"/>
                  <a:pt x="1273936" y="2838450"/>
                </a:cubicBezTo>
                <a:cubicBezTo>
                  <a:pt x="1264411" y="2832100"/>
                  <a:pt x="1254397" y="2826428"/>
                  <a:pt x="1245361" y="2819400"/>
                </a:cubicBezTo>
                <a:cubicBezTo>
                  <a:pt x="1240045" y="2815265"/>
                  <a:pt x="1236462" y="2809154"/>
                  <a:pt x="1231074" y="2805113"/>
                </a:cubicBezTo>
                <a:cubicBezTo>
                  <a:pt x="1223669" y="2799559"/>
                  <a:pt x="1215199" y="2795588"/>
                  <a:pt x="1207261" y="2790825"/>
                </a:cubicBezTo>
                <a:cubicBezTo>
                  <a:pt x="1194561" y="2774950"/>
                  <a:pt x="1179034" y="2760972"/>
                  <a:pt x="1169161" y="2743200"/>
                </a:cubicBezTo>
                <a:cubicBezTo>
                  <a:pt x="1140412" y="2691452"/>
                  <a:pt x="1155559" y="2713101"/>
                  <a:pt x="1126299" y="2676525"/>
                </a:cubicBezTo>
                <a:cubicBezTo>
                  <a:pt x="1111953" y="2633490"/>
                  <a:pt x="1112199" y="2627493"/>
                  <a:pt x="1088199" y="2586038"/>
                </a:cubicBezTo>
                <a:cubicBezTo>
                  <a:pt x="1079596" y="2571177"/>
                  <a:pt x="1068459" y="2557899"/>
                  <a:pt x="1059624" y="2543175"/>
                </a:cubicBezTo>
                <a:cubicBezTo>
                  <a:pt x="1054145" y="2534043"/>
                  <a:pt x="1050620" y="2523846"/>
                  <a:pt x="1045336" y="2514600"/>
                </a:cubicBezTo>
                <a:cubicBezTo>
                  <a:pt x="1037906" y="2501597"/>
                  <a:pt x="1029070" y="2489436"/>
                  <a:pt x="1021524" y="2476500"/>
                </a:cubicBezTo>
                <a:cubicBezTo>
                  <a:pt x="1017947" y="2470368"/>
                  <a:pt x="1015811" y="2463440"/>
                  <a:pt x="1011999" y="2457450"/>
                </a:cubicBezTo>
                <a:cubicBezTo>
                  <a:pt x="1004667" y="2445929"/>
                  <a:pt x="995628" y="2435563"/>
                  <a:pt x="988186" y="2424113"/>
                </a:cubicBezTo>
                <a:cubicBezTo>
                  <a:pt x="974980" y="2403796"/>
                  <a:pt x="962553" y="2382979"/>
                  <a:pt x="950086" y="2362200"/>
                </a:cubicBezTo>
                <a:cubicBezTo>
                  <a:pt x="943501" y="2351225"/>
                  <a:pt x="931036" y="2328863"/>
                  <a:pt x="931036" y="2328863"/>
                </a:cubicBezTo>
                <a:cubicBezTo>
                  <a:pt x="927861" y="2312988"/>
                  <a:pt x="926386" y="2296676"/>
                  <a:pt x="921511" y="2281238"/>
                </a:cubicBezTo>
                <a:cubicBezTo>
                  <a:pt x="892291" y="2188707"/>
                  <a:pt x="911995" y="2285349"/>
                  <a:pt x="888174" y="2200275"/>
                </a:cubicBezTo>
                <a:cubicBezTo>
                  <a:pt x="880699" y="2173577"/>
                  <a:pt x="869124" y="2119313"/>
                  <a:pt x="869124" y="2119313"/>
                </a:cubicBezTo>
                <a:cubicBezTo>
                  <a:pt x="870711" y="2114550"/>
                  <a:pt x="874509" y="2110006"/>
                  <a:pt x="873886" y="2105025"/>
                </a:cubicBezTo>
                <a:cubicBezTo>
                  <a:pt x="872826" y="2096542"/>
                  <a:pt x="867363" y="2089218"/>
                  <a:pt x="864361" y="2081213"/>
                </a:cubicBezTo>
                <a:cubicBezTo>
                  <a:pt x="862598" y="2076512"/>
                  <a:pt x="860817" y="2071795"/>
                  <a:pt x="859599" y="2066925"/>
                </a:cubicBezTo>
                <a:cubicBezTo>
                  <a:pt x="857636" y="2059072"/>
                  <a:pt x="857396" y="2050792"/>
                  <a:pt x="854836" y="2043113"/>
                </a:cubicBezTo>
                <a:cubicBezTo>
                  <a:pt x="852591" y="2036378"/>
                  <a:pt x="848486" y="2030413"/>
                  <a:pt x="845311" y="2024063"/>
                </a:cubicBezTo>
                <a:cubicBezTo>
                  <a:pt x="843724" y="2016125"/>
                  <a:pt x="842512" y="2008103"/>
                  <a:pt x="840549" y="2000250"/>
                </a:cubicBezTo>
                <a:cubicBezTo>
                  <a:pt x="839331" y="1995380"/>
                  <a:pt x="835786" y="1990983"/>
                  <a:pt x="835786" y="1985963"/>
                </a:cubicBezTo>
                <a:cubicBezTo>
                  <a:pt x="835786" y="1963971"/>
                  <a:pt x="840220" y="1963629"/>
                  <a:pt x="850074" y="1947863"/>
                </a:cubicBezTo>
                <a:cubicBezTo>
                  <a:pt x="854980" y="1940013"/>
                  <a:pt x="859599" y="1931988"/>
                  <a:pt x="864361" y="1924050"/>
                </a:cubicBezTo>
                <a:cubicBezTo>
                  <a:pt x="862774" y="1914525"/>
                  <a:pt x="861493" y="1904944"/>
                  <a:pt x="859599" y="1895475"/>
                </a:cubicBezTo>
                <a:cubicBezTo>
                  <a:pt x="858315" y="1889057"/>
                  <a:pt x="852766" y="1882635"/>
                  <a:pt x="854836" y="1876425"/>
                </a:cubicBezTo>
                <a:cubicBezTo>
                  <a:pt x="856646" y="1870995"/>
                  <a:pt x="864361" y="1870075"/>
                  <a:pt x="869124" y="1866900"/>
                </a:cubicBezTo>
                <a:cubicBezTo>
                  <a:pt x="867092" y="1834390"/>
                  <a:pt x="859138" y="1763740"/>
                  <a:pt x="869124" y="1728788"/>
                </a:cubicBezTo>
                <a:cubicBezTo>
                  <a:pt x="870503" y="1723961"/>
                  <a:pt x="878649" y="1725613"/>
                  <a:pt x="883411" y="1724025"/>
                </a:cubicBezTo>
                <a:cubicBezTo>
                  <a:pt x="839627" y="1658349"/>
                  <a:pt x="885326" y="1725753"/>
                  <a:pt x="850074" y="1676400"/>
                </a:cubicBezTo>
                <a:cubicBezTo>
                  <a:pt x="838495" y="1660189"/>
                  <a:pt x="840003" y="1657455"/>
                  <a:pt x="821499" y="1643063"/>
                </a:cubicBezTo>
                <a:cubicBezTo>
                  <a:pt x="814192" y="1637380"/>
                  <a:pt x="805091" y="1634329"/>
                  <a:pt x="797686" y="1628775"/>
                </a:cubicBezTo>
                <a:cubicBezTo>
                  <a:pt x="730679" y="1578519"/>
                  <a:pt x="791050" y="1617938"/>
                  <a:pt x="745299" y="1585913"/>
                </a:cubicBezTo>
                <a:cubicBezTo>
                  <a:pt x="735921" y="1579348"/>
                  <a:pt x="726540" y="1572753"/>
                  <a:pt x="716724" y="1566863"/>
                </a:cubicBezTo>
                <a:cubicBezTo>
                  <a:pt x="710636" y="1563210"/>
                  <a:pt x="703169" y="1561834"/>
                  <a:pt x="697674" y="1557338"/>
                </a:cubicBezTo>
                <a:cubicBezTo>
                  <a:pt x="674521" y="1538395"/>
                  <a:pt x="665371" y="1519858"/>
                  <a:pt x="640524" y="1504950"/>
                </a:cubicBezTo>
                <a:cubicBezTo>
                  <a:pt x="633193" y="1500552"/>
                  <a:pt x="624649" y="1498600"/>
                  <a:pt x="616711" y="1495425"/>
                </a:cubicBezTo>
                <a:cubicBezTo>
                  <a:pt x="615124" y="1490663"/>
                  <a:pt x="615499" y="1484688"/>
                  <a:pt x="611949" y="1481138"/>
                </a:cubicBezTo>
                <a:cubicBezTo>
                  <a:pt x="606929" y="1476118"/>
                  <a:pt x="599105" y="1475061"/>
                  <a:pt x="592899" y="1471613"/>
                </a:cubicBezTo>
                <a:cubicBezTo>
                  <a:pt x="584807" y="1467117"/>
                  <a:pt x="576572" y="1462770"/>
                  <a:pt x="569086" y="1457325"/>
                </a:cubicBezTo>
                <a:cubicBezTo>
                  <a:pt x="559059" y="1450033"/>
                  <a:pt x="550538" y="1440806"/>
                  <a:pt x="540511" y="1433513"/>
                </a:cubicBezTo>
                <a:cubicBezTo>
                  <a:pt x="533025" y="1428069"/>
                  <a:pt x="524401" y="1424360"/>
                  <a:pt x="516699" y="1419225"/>
                </a:cubicBezTo>
                <a:cubicBezTo>
                  <a:pt x="505336" y="1411650"/>
                  <a:pt x="494991" y="1402570"/>
                  <a:pt x="483361" y="1395413"/>
                </a:cubicBezTo>
                <a:cubicBezTo>
                  <a:pt x="445451" y="1372084"/>
                  <a:pt x="462896" y="1389446"/>
                  <a:pt x="421449" y="1366838"/>
                </a:cubicBezTo>
                <a:cubicBezTo>
                  <a:pt x="414481" y="1363037"/>
                  <a:pt x="408858" y="1357164"/>
                  <a:pt x="402399" y="1352550"/>
                </a:cubicBezTo>
                <a:cubicBezTo>
                  <a:pt x="373573" y="1331960"/>
                  <a:pt x="403936" y="1354425"/>
                  <a:pt x="369061" y="1333500"/>
                </a:cubicBezTo>
                <a:cubicBezTo>
                  <a:pt x="359245" y="1327610"/>
                  <a:pt x="340486" y="1314450"/>
                  <a:pt x="340486" y="1314450"/>
                </a:cubicBezTo>
                <a:lnTo>
                  <a:pt x="311911" y="1271588"/>
                </a:lnTo>
                <a:cubicBezTo>
                  <a:pt x="308736" y="1266825"/>
                  <a:pt x="305820" y="1261879"/>
                  <a:pt x="302386" y="1257300"/>
                </a:cubicBezTo>
                <a:cubicBezTo>
                  <a:pt x="297624" y="1250950"/>
                  <a:pt x="292713" y="1244709"/>
                  <a:pt x="288099" y="1238250"/>
                </a:cubicBezTo>
                <a:cubicBezTo>
                  <a:pt x="281339" y="1228786"/>
                  <a:pt x="272068" y="1212695"/>
                  <a:pt x="264286" y="1204913"/>
                </a:cubicBezTo>
                <a:cubicBezTo>
                  <a:pt x="260239" y="1200866"/>
                  <a:pt x="254761" y="1198563"/>
                  <a:pt x="249999" y="1195388"/>
                </a:cubicBezTo>
                <a:cubicBezTo>
                  <a:pt x="223894" y="1143179"/>
                  <a:pt x="258366" y="1207101"/>
                  <a:pt x="226186" y="1162050"/>
                </a:cubicBezTo>
                <a:cubicBezTo>
                  <a:pt x="192333" y="1114655"/>
                  <a:pt x="247374" y="1173713"/>
                  <a:pt x="197611" y="1123950"/>
                </a:cubicBezTo>
                <a:cubicBezTo>
                  <a:pt x="196024" y="1119188"/>
                  <a:pt x="195634" y="1113840"/>
                  <a:pt x="192849" y="1109663"/>
                </a:cubicBezTo>
                <a:cubicBezTo>
                  <a:pt x="189113" y="1104059"/>
                  <a:pt x="182944" y="1100489"/>
                  <a:pt x="178561" y="1095375"/>
                </a:cubicBezTo>
                <a:cubicBezTo>
                  <a:pt x="173395" y="1089348"/>
                  <a:pt x="168888" y="1082784"/>
                  <a:pt x="164274" y="1076325"/>
                </a:cubicBezTo>
                <a:cubicBezTo>
                  <a:pt x="135202" y="1035625"/>
                  <a:pt x="182686" y="1099816"/>
                  <a:pt x="140461" y="1033463"/>
                </a:cubicBezTo>
                <a:cubicBezTo>
                  <a:pt x="135004" y="1024887"/>
                  <a:pt x="126738" y="1018307"/>
                  <a:pt x="121411" y="1009650"/>
                </a:cubicBezTo>
                <a:cubicBezTo>
                  <a:pt x="113969" y="997557"/>
                  <a:pt x="107954" y="984601"/>
                  <a:pt x="102361" y="971550"/>
                </a:cubicBezTo>
                <a:cubicBezTo>
                  <a:pt x="97599" y="960438"/>
                  <a:pt x="95328" y="947885"/>
                  <a:pt x="88074" y="938213"/>
                </a:cubicBezTo>
                <a:cubicBezTo>
                  <a:pt x="85062" y="934197"/>
                  <a:pt x="78549" y="935038"/>
                  <a:pt x="73786" y="933450"/>
                </a:cubicBezTo>
                <a:cubicBezTo>
                  <a:pt x="70611" y="928688"/>
                  <a:pt x="66586" y="924393"/>
                  <a:pt x="64261" y="919163"/>
                </a:cubicBezTo>
                <a:cubicBezTo>
                  <a:pt x="60183" y="909988"/>
                  <a:pt x="58465" y="899910"/>
                  <a:pt x="54736" y="890588"/>
                </a:cubicBezTo>
                <a:cubicBezTo>
                  <a:pt x="52099" y="883996"/>
                  <a:pt x="48386" y="877888"/>
                  <a:pt x="45211" y="871538"/>
                </a:cubicBezTo>
                <a:cubicBezTo>
                  <a:pt x="42036" y="857250"/>
                  <a:pt x="39707" y="842748"/>
                  <a:pt x="35686" y="828675"/>
                </a:cubicBezTo>
                <a:cubicBezTo>
                  <a:pt x="33337" y="820455"/>
                  <a:pt x="28234" y="813157"/>
                  <a:pt x="26161" y="804863"/>
                </a:cubicBezTo>
                <a:cubicBezTo>
                  <a:pt x="23439" y="793973"/>
                  <a:pt x="23173" y="782609"/>
                  <a:pt x="21399" y="771525"/>
                </a:cubicBezTo>
                <a:cubicBezTo>
                  <a:pt x="16822" y="742920"/>
                  <a:pt x="11874" y="714375"/>
                  <a:pt x="7111" y="685800"/>
                </a:cubicBezTo>
                <a:cubicBezTo>
                  <a:pt x="-891" y="589768"/>
                  <a:pt x="-3745" y="580659"/>
                  <a:pt x="7111" y="447675"/>
                </a:cubicBezTo>
                <a:cubicBezTo>
                  <a:pt x="10294" y="408683"/>
                  <a:pt x="15347" y="404366"/>
                  <a:pt x="30924" y="381000"/>
                </a:cubicBezTo>
                <a:cubicBezTo>
                  <a:pt x="40449" y="349250"/>
                  <a:pt x="47860" y="316787"/>
                  <a:pt x="59499" y="285750"/>
                </a:cubicBezTo>
                <a:cubicBezTo>
                  <a:pt x="62286" y="278318"/>
                  <a:pt x="69848" y="273592"/>
                  <a:pt x="73786" y="266700"/>
                </a:cubicBezTo>
                <a:cubicBezTo>
                  <a:pt x="76277" y="262341"/>
                  <a:pt x="76571" y="257027"/>
                  <a:pt x="78549" y="252413"/>
                </a:cubicBezTo>
                <a:cubicBezTo>
                  <a:pt x="81346" y="245888"/>
                  <a:pt x="85277" y="239889"/>
                  <a:pt x="88074" y="233363"/>
                </a:cubicBezTo>
                <a:cubicBezTo>
                  <a:pt x="90051" y="228749"/>
                  <a:pt x="90141" y="223310"/>
                  <a:pt x="92836" y="219075"/>
                </a:cubicBezTo>
                <a:cubicBezTo>
                  <a:pt x="101359" y="205682"/>
                  <a:pt x="112605" y="194184"/>
                  <a:pt x="121411" y="180975"/>
                </a:cubicBezTo>
                <a:cubicBezTo>
                  <a:pt x="124586" y="176213"/>
                  <a:pt x="127272" y="171085"/>
                  <a:pt x="130936" y="166688"/>
                </a:cubicBezTo>
                <a:cubicBezTo>
                  <a:pt x="137533" y="158772"/>
                  <a:pt x="149595" y="147282"/>
                  <a:pt x="159511" y="142875"/>
                </a:cubicBezTo>
                <a:cubicBezTo>
                  <a:pt x="168686" y="138797"/>
                  <a:pt x="178561" y="136525"/>
                  <a:pt x="188086" y="133350"/>
                </a:cubicBezTo>
                <a:cubicBezTo>
                  <a:pt x="231519" y="118873"/>
                  <a:pt x="205808" y="126542"/>
                  <a:pt x="297624" y="114300"/>
                </a:cubicBezTo>
                <a:cubicBezTo>
                  <a:pt x="313438" y="112191"/>
                  <a:pt x="329374" y="111125"/>
                  <a:pt x="345249" y="109538"/>
                </a:cubicBezTo>
                <a:cubicBezTo>
                  <a:pt x="613951" y="54216"/>
                  <a:pt x="401898" y="92684"/>
                  <a:pt x="635761" y="61913"/>
                </a:cubicBezTo>
                <a:cubicBezTo>
                  <a:pt x="747354" y="47230"/>
                  <a:pt x="647376" y="57561"/>
                  <a:pt x="711961" y="47625"/>
                </a:cubicBezTo>
                <a:cubicBezTo>
                  <a:pt x="724611" y="45679"/>
                  <a:pt x="737391" y="44673"/>
                  <a:pt x="750061" y="42863"/>
                </a:cubicBezTo>
                <a:cubicBezTo>
                  <a:pt x="759620" y="41497"/>
                  <a:pt x="769013" y="38902"/>
                  <a:pt x="778636" y="38100"/>
                </a:cubicBezTo>
                <a:cubicBezTo>
                  <a:pt x="807156" y="35723"/>
                  <a:pt x="835786" y="34925"/>
                  <a:pt x="864361" y="33338"/>
                </a:cubicBezTo>
                <a:lnTo>
                  <a:pt x="1045336" y="47625"/>
                </a:lnTo>
                <a:cubicBezTo>
                  <a:pt x="1119652" y="53950"/>
                  <a:pt x="1058119" y="50104"/>
                  <a:pt x="1121536" y="57150"/>
                </a:cubicBezTo>
                <a:cubicBezTo>
                  <a:pt x="1138963" y="59086"/>
                  <a:pt x="1156461" y="60325"/>
                  <a:pt x="1173924" y="61913"/>
                </a:cubicBezTo>
                <a:cubicBezTo>
                  <a:pt x="1194742" y="70241"/>
                  <a:pt x="1212639" y="78643"/>
                  <a:pt x="1235836" y="80963"/>
                </a:cubicBezTo>
                <a:cubicBezTo>
                  <a:pt x="1270624" y="84442"/>
                  <a:pt x="1305704" y="83786"/>
                  <a:pt x="1340611" y="85725"/>
                </a:cubicBezTo>
                <a:cubicBezTo>
                  <a:pt x="1362858" y="86961"/>
                  <a:pt x="1385131" y="88114"/>
                  <a:pt x="1407286" y="90488"/>
                </a:cubicBezTo>
                <a:cubicBezTo>
                  <a:pt x="1500306" y="100455"/>
                  <a:pt x="1447012" y="97374"/>
                  <a:pt x="1535874" y="114300"/>
                </a:cubicBezTo>
                <a:cubicBezTo>
                  <a:pt x="1559492" y="118799"/>
                  <a:pt x="1617848" y="122661"/>
                  <a:pt x="1635886" y="123825"/>
                </a:cubicBezTo>
                <a:cubicBezTo>
                  <a:pt x="1819123" y="135647"/>
                  <a:pt x="1637498" y="122118"/>
                  <a:pt x="1783524" y="133350"/>
                </a:cubicBezTo>
                <a:lnTo>
                  <a:pt x="1812099" y="138113"/>
                </a:lnTo>
                <a:cubicBezTo>
                  <a:pt x="1836767" y="142598"/>
                  <a:pt x="1838201" y="144133"/>
                  <a:pt x="1864486" y="147638"/>
                </a:cubicBezTo>
                <a:cubicBezTo>
                  <a:pt x="1906142" y="153192"/>
                  <a:pt x="1929205" y="153961"/>
                  <a:pt x="1974024" y="157163"/>
                </a:cubicBezTo>
                <a:cubicBezTo>
                  <a:pt x="2000556" y="166006"/>
                  <a:pt x="1987312" y="162701"/>
                  <a:pt x="2031174" y="166688"/>
                </a:cubicBezTo>
                <a:cubicBezTo>
                  <a:pt x="2051787" y="168562"/>
                  <a:pt x="2072473" y="169576"/>
                  <a:pt x="2093086" y="171450"/>
                </a:cubicBezTo>
                <a:cubicBezTo>
                  <a:pt x="2107403" y="172752"/>
                  <a:pt x="2121718" y="174180"/>
                  <a:pt x="2135949" y="176213"/>
                </a:cubicBezTo>
                <a:cubicBezTo>
                  <a:pt x="2143962" y="177358"/>
                  <a:pt x="2151702" y="180219"/>
                  <a:pt x="2159761" y="180975"/>
                </a:cubicBezTo>
                <a:cubicBezTo>
                  <a:pt x="2202553" y="184987"/>
                  <a:pt x="2288349" y="190500"/>
                  <a:pt x="2288349" y="190500"/>
                </a:cubicBezTo>
                <a:cubicBezTo>
                  <a:pt x="2326340" y="199999"/>
                  <a:pt x="2289924" y="191797"/>
                  <a:pt x="2350261" y="200025"/>
                </a:cubicBezTo>
                <a:cubicBezTo>
                  <a:pt x="2404446" y="207414"/>
                  <a:pt x="2415738" y="212433"/>
                  <a:pt x="2469324" y="214313"/>
                </a:cubicBezTo>
                <a:cubicBezTo>
                  <a:pt x="2540735" y="216819"/>
                  <a:pt x="2612199" y="217488"/>
                  <a:pt x="2683636" y="219075"/>
                </a:cubicBezTo>
                <a:cubicBezTo>
                  <a:pt x="2704274" y="220663"/>
                  <a:pt x="2724992" y="221420"/>
                  <a:pt x="2745549" y="223838"/>
                </a:cubicBezTo>
                <a:cubicBezTo>
                  <a:pt x="2752050" y="224603"/>
                  <a:pt x="2758209" y="227180"/>
                  <a:pt x="2764599" y="228600"/>
                </a:cubicBezTo>
                <a:cubicBezTo>
                  <a:pt x="2772501" y="230356"/>
                  <a:pt x="2780447" y="231915"/>
                  <a:pt x="2788411" y="233363"/>
                </a:cubicBezTo>
                <a:cubicBezTo>
                  <a:pt x="2885941" y="251096"/>
                  <a:pt x="2765254" y="227720"/>
                  <a:pt x="2836036" y="242888"/>
                </a:cubicBezTo>
                <a:cubicBezTo>
                  <a:pt x="2851866" y="246280"/>
                  <a:pt x="2867955" y="248486"/>
                  <a:pt x="2883661" y="252413"/>
                </a:cubicBezTo>
                <a:cubicBezTo>
                  <a:pt x="2896361" y="255588"/>
                  <a:pt x="2909342" y="257799"/>
                  <a:pt x="2921761" y="261938"/>
                </a:cubicBezTo>
                <a:cubicBezTo>
                  <a:pt x="2926524" y="263525"/>
                  <a:pt x="2931110" y="265802"/>
                  <a:pt x="2936049" y="266700"/>
                </a:cubicBezTo>
                <a:cubicBezTo>
                  <a:pt x="2948641" y="268990"/>
                  <a:pt x="2961499" y="269517"/>
                  <a:pt x="2974149" y="271463"/>
                </a:cubicBezTo>
                <a:cubicBezTo>
                  <a:pt x="3010222" y="277013"/>
                  <a:pt x="2985384" y="274663"/>
                  <a:pt x="3017011" y="280988"/>
                </a:cubicBezTo>
                <a:cubicBezTo>
                  <a:pt x="3068774" y="291341"/>
                  <a:pt x="3023372" y="280285"/>
                  <a:pt x="3069399" y="290513"/>
                </a:cubicBezTo>
                <a:cubicBezTo>
                  <a:pt x="3149632" y="308342"/>
                  <a:pt x="3039050" y="284116"/>
                  <a:pt x="3102736" y="300038"/>
                </a:cubicBezTo>
                <a:cubicBezTo>
                  <a:pt x="3124418" y="305458"/>
                  <a:pt x="3185504" y="314039"/>
                  <a:pt x="3193224" y="314325"/>
                </a:cubicBezTo>
                <a:lnTo>
                  <a:pt x="3336099" y="319088"/>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Freeform 7"/>
          <p:cNvSpPr/>
          <p:nvPr/>
        </p:nvSpPr>
        <p:spPr>
          <a:xfrm>
            <a:off x="2510696" y="2962275"/>
            <a:ext cx="5009292" cy="1943100"/>
          </a:xfrm>
          <a:custGeom>
            <a:avLst/>
            <a:gdLst>
              <a:gd name="connsiteX0" fmla="*/ 2524125 w 5009292"/>
              <a:gd name="connsiteY0" fmla="*/ 0 h 1943100"/>
              <a:gd name="connsiteX1" fmla="*/ 2524125 w 5009292"/>
              <a:gd name="connsiteY1" fmla="*/ 0 h 1943100"/>
              <a:gd name="connsiteX2" fmla="*/ 2600325 w 5009292"/>
              <a:gd name="connsiteY2" fmla="*/ 9525 h 1943100"/>
              <a:gd name="connsiteX3" fmla="*/ 2819400 w 5009292"/>
              <a:gd name="connsiteY3" fmla="*/ 19050 h 1943100"/>
              <a:gd name="connsiteX4" fmla="*/ 2833687 w 5009292"/>
              <a:gd name="connsiteY4" fmla="*/ 23813 h 1943100"/>
              <a:gd name="connsiteX5" fmla="*/ 2919412 w 5009292"/>
              <a:gd name="connsiteY5" fmla="*/ 33338 h 1943100"/>
              <a:gd name="connsiteX6" fmla="*/ 3024187 w 5009292"/>
              <a:gd name="connsiteY6" fmla="*/ 42863 h 1943100"/>
              <a:gd name="connsiteX7" fmla="*/ 3333750 w 5009292"/>
              <a:gd name="connsiteY7" fmla="*/ 42863 h 1943100"/>
              <a:gd name="connsiteX8" fmla="*/ 3357562 w 5009292"/>
              <a:gd name="connsiteY8" fmla="*/ 47625 h 1943100"/>
              <a:gd name="connsiteX9" fmla="*/ 3795712 w 5009292"/>
              <a:gd name="connsiteY9" fmla="*/ 52388 h 1943100"/>
              <a:gd name="connsiteX10" fmla="*/ 4629150 w 5009292"/>
              <a:gd name="connsiteY10" fmla="*/ 47625 h 1943100"/>
              <a:gd name="connsiteX11" fmla="*/ 4905375 w 5009292"/>
              <a:gd name="connsiteY11" fmla="*/ 61913 h 1943100"/>
              <a:gd name="connsiteX12" fmla="*/ 4943475 w 5009292"/>
              <a:gd name="connsiteY12" fmla="*/ 95250 h 1943100"/>
              <a:gd name="connsiteX13" fmla="*/ 4957762 w 5009292"/>
              <a:gd name="connsiteY13" fmla="*/ 109538 h 1943100"/>
              <a:gd name="connsiteX14" fmla="*/ 4967287 w 5009292"/>
              <a:gd name="connsiteY14" fmla="*/ 128588 h 1943100"/>
              <a:gd name="connsiteX15" fmla="*/ 4981575 w 5009292"/>
              <a:gd name="connsiteY15" fmla="*/ 176213 h 1943100"/>
              <a:gd name="connsiteX16" fmla="*/ 4986337 w 5009292"/>
              <a:gd name="connsiteY16" fmla="*/ 200025 h 1943100"/>
              <a:gd name="connsiteX17" fmla="*/ 5000625 w 5009292"/>
              <a:gd name="connsiteY17" fmla="*/ 242888 h 1943100"/>
              <a:gd name="connsiteX18" fmla="*/ 5000625 w 5009292"/>
              <a:gd name="connsiteY18" fmla="*/ 490538 h 1943100"/>
              <a:gd name="connsiteX19" fmla="*/ 4995862 w 5009292"/>
              <a:gd name="connsiteY19" fmla="*/ 504825 h 1943100"/>
              <a:gd name="connsiteX20" fmla="*/ 4986337 w 5009292"/>
              <a:gd name="connsiteY20" fmla="*/ 566738 h 1943100"/>
              <a:gd name="connsiteX21" fmla="*/ 4981575 w 5009292"/>
              <a:gd name="connsiteY21" fmla="*/ 581025 h 1943100"/>
              <a:gd name="connsiteX22" fmla="*/ 4972050 w 5009292"/>
              <a:gd name="connsiteY22" fmla="*/ 623888 h 1943100"/>
              <a:gd name="connsiteX23" fmla="*/ 4967287 w 5009292"/>
              <a:gd name="connsiteY23" fmla="*/ 657225 h 1943100"/>
              <a:gd name="connsiteX24" fmla="*/ 4962525 w 5009292"/>
              <a:gd name="connsiteY24" fmla="*/ 695325 h 1943100"/>
              <a:gd name="connsiteX25" fmla="*/ 4953000 w 5009292"/>
              <a:gd name="connsiteY25" fmla="*/ 742950 h 1943100"/>
              <a:gd name="connsiteX26" fmla="*/ 4948237 w 5009292"/>
              <a:gd name="connsiteY26" fmla="*/ 776288 h 1943100"/>
              <a:gd name="connsiteX27" fmla="*/ 4943475 w 5009292"/>
              <a:gd name="connsiteY27" fmla="*/ 790575 h 1943100"/>
              <a:gd name="connsiteX28" fmla="*/ 4924425 w 5009292"/>
              <a:gd name="connsiteY28" fmla="*/ 847725 h 1943100"/>
              <a:gd name="connsiteX29" fmla="*/ 4919662 w 5009292"/>
              <a:gd name="connsiteY29" fmla="*/ 876300 h 1943100"/>
              <a:gd name="connsiteX30" fmla="*/ 4905375 w 5009292"/>
              <a:gd name="connsiteY30" fmla="*/ 909638 h 1943100"/>
              <a:gd name="connsiteX31" fmla="*/ 4900612 w 5009292"/>
              <a:gd name="connsiteY31" fmla="*/ 938213 h 1943100"/>
              <a:gd name="connsiteX32" fmla="*/ 4895850 w 5009292"/>
              <a:gd name="connsiteY32" fmla="*/ 981075 h 1943100"/>
              <a:gd name="connsiteX33" fmla="*/ 4891087 w 5009292"/>
              <a:gd name="connsiteY33" fmla="*/ 1000125 h 1943100"/>
              <a:gd name="connsiteX34" fmla="*/ 4895850 w 5009292"/>
              <a:gd name="connsiteY34" fmla="*/ 1333500 h 1943100"/>
              <a:gd name="connsiteX35" fmla="*/ 4891087 w 5009292"/>
              <a:gd name="connsiteY35" fmla="*/ 1557338 h 1943100"/>
              <a:gd name="connsiteX36" fmla="*/ 4895850 w 5009292"/>
              <a:gd name="connsiteY36" fmla="*/ 1604963 h 1943100"/>
              <a:gd name="connsiteX37" fmla="*/ 4900612 w 5009292"/>
              <a:gd name="connsiteY37" fmla="*/ 1657350 h 1943100"/>
              <a:gd name="connsiteX38" fmla="*/ 4905375 w 5009292"/>
              <a:gd name="connsiteY38" fmla="*/ 1671638 h 1943100"/>
              <a:gd name="connsiteX39" fmla="*/ 4910137 w 5009292"/>
              <a:gd name="connsiteY39" fmla="*/ 1695450 h 1943100"/>
              <a:gd name="connsiteX40" fmla="*/ 4919662 w 5009292"/>
              <a:gd name="connsiteY40" fmla="*/ 1752600 h 1943100"/>
              <a:gd name="connsiteX41" fmla="*/ 4914900 w 5009292"/>
              <a:gd name="connsiteY41" fmla="*/ 1843088 h 1943100"/>
              <a:gd name="connsiteX42" fmla="*/ 4910137 w 5009292"/>
              <a:gd name="connsiteY42" fmla="*/ 1857375 h 1943100"/>
              <a:gd name="connsiteX43" fmla="*/ 4872037 w 5009292"/>
              <a:gd name="connsiteY43" fmla="*/ 1876425 h 1943100"/>
              <a:gd name="connsiteX44" fmla="*/ 4848225 w 5009292"/>
              <a:gd name="connsiteY44" fmla="*/ 1881188 h 1943100"/>
              <a:gd name="connsiteX45" fmla="*/ 4833937 w 5009292"/>
              <a:gd name="connsiteY45" fmla="*/ 1890713 h 1943100"/>
              <a:gd name="connsiteX46" fmla="*/ 4814887 w 5009292"/>
              <a:gd name="connsiteY46" fmla="*/ 1895475 h 1943100"/>
              <a:gd name="connsiteX47" fmla="*/ 4748212 w 5009292"/>
              <a:gd name="connsiteY47" fmla="*/ 1905000 h 1943100"/>
              <a:gd name="connsiteX48" fmla="*/ 4681537 w 5009292"/>
              <a:gd name="connsiteY48" fmla="*/ 1909763 h 1943100"/>
              <a:gd name="connsiteX49" fmla="*/ 4605337 w 5009292"/>
              <a:gd name="connsiteY49" fmla="*/ 1919288 h 1943100"/>
              <a:gd name="connsiteX50" fmla="*/ 4576762 w 5009292"/>
              <a:gd name="connsiteY50" fmla="*/ 1924050 h 1943100"/>
              <a:gd name="connsiteX51" fmla="*/ 3833812 w 5009292"/>
              <a:gd name="connsiteY51" fmla="*/ 1924050 h 1943100"/>
              <a:gd name="connsiteX52" fmla="*/ 2881312 w 5009292"/>
              <a:gd name="connsiteY52" fmla="*/ 1933575 h 1943100"/>
              <a:gd name="connsiteX53" fmla="*/ 2828925 w 5009292"/>
              <a:gd name="connsiteY53" fmla="*/ 1928813 h 1943100"/>
              <a:gd name="connsiteX54" fmla="*/ 2814637 w 5009292"/>
              <a:gd name="connsiteY54" fmla="*/ 1924050 h 1943100"/>
              <a:gd name="connsiteX55" fmla="*/ 2667000 w 5009292"/>
              <a:gd name="connsiteY55" fmla="*/ 1928813 h 1943100"/>
              <a:gd name="connsiteX56" fmla="*/ 2309812 w 5009292"/>
              <a:gd name="connsiteY56" fmla="*/ 1938338 h 1943100"/>
              <a:gd name="connsiteX57" fmla="*/ 2000250 w 5009292"/>
              <a:gd name="connsiteY57" fmla="*/ 1943100 h 1943100"/>
              <a:gd name="connsiteX58" fmla="*/ 1481137 w 5009292"/>
              <a:gd name="connsiteY58" fmla="*/ 1933575 h 1943100"/>
              <a:gd name="connsiteX59" fmla="*/ 1438275 w 5009292"/>
              <a:gd name="connsiteY59" fmla="*/ 1928813 h 1943100"/>
              <a:gd name="connsiteX60" fmla="*/ 933450 w 5009292"/>
              <a:gd name="connsiteY60" fmla="*/ 1924050 h 1943100"/>
              <a:gd name="connsiteX61" fmla="*/ 923925 w 5009292"/>
              <a:gd name="connsiteY61" fmla="*/ 1909763 h 1943100"/>
              <a:gd name="connsiteX62" fmla="*/ 871537 w 5009292"/>
              <a:gd name="connsiteY62" fmla="*/ 1900238 h 1943100"/>
              <a:gd name="connsiteX63" fmla="*/ 785812 w 5009292"/>
              <a:gd name="connsiteY63" fmla="*/ 1890713 h 1943100"/>
              <a:gd name="connsiteX64" fmla="*/ 738187 w 5009292"/>
              <a:gd name="connsiteY64" fmla="*/ 1876425 h 1943100"/>
              <a:gd name="connsiteX65" fmla="*/ 723900 w 5009292"/>
              <a:gd name="connsiteY65" fmla="*/ 1881188 h 1943100"/>
              <a:gd name="connsiteX66" fmla="*/ 671512 w 5009292"/>
              <a:gd name="connsiteY66" fmla="*/ 1866900 h 1943100"/>
              <a:gd name="connsiteX67" fmla="*/ 652462 w 5009292"/>
              <a:gd name="connsiteY67" fmla="*/ 1862138 h 1943100"/>
              <a:gd name="connsiteX68" fmla="*/ 590550 w 5009292"/>
              <a:gd name="connsiteY68" fmla="*/ 1847850 h 1943100"/>
              <a:gd name="connsiteX69" fmla="*/ 500062 w 5009292"/>
              <a:gd name="connsiteY69" fmla="*/ 1824038 h 1943100"/>
              <a:gd name="connsiteX70" fmla="*/ 471487 w 5009292"/>
              <a:gd name="connsiteY70" fmla="*/ 1819275 h 1943100"/>
              <a:gd name="connsiteX71" fmla="*/ 414337 w 5009292"/>
              <a:gd name="connsiteY71" fmla="*/ 1819275 h 1943100"/>
              <a:gd name="connsiteX72" fmla="*/ 357187 w 5009292"/>
              <a:gd name="connsiteY72" fmla="*/ 1809750 h 1943100"/>
              <a:gd name="connsiteX73" fmla="*/ 323850 w 5009292"/>
              <a:gd name="connsiteY73" fmla="*/ 1804988 h 1943100"/>
              <a:gd name="connsiteX74" fmla="*/ 290512 w 5009292"/>
              <a:gd name="connsiteY74" fmla="*/ 1795463 h 1943100"/>
              <a:gd name="connsiteX75" fmla="*/ 257175 w 5009292"/>
              <a:gd name="connsiteY75" fmla="*/ 1790700 h 1943100"/>
              <a:gd name="connsiteX76" fmla="*/ 214312 w 5009292"/>
              <a:gd name="connsiteY76" fmla="*/ 1781175 h 1943100"/>
              <a:gd name="connsiteX77" fmla="*/ 190500 w 5009292"/>
              <a:gd name="connsiteY77" fmla="*/ 1766888 h 1943100"/>
              <a:gd name="connsiteX78" fmla="*/ 152400 w 5009292"/>
              <a:gd name="connsiteY78" fmla="*/ 1757363 h 1943100"/>
              <a:gd name="connsiteX79" fmla="*/ 133350 w 5009292"/>
              <a:gd name="connsiteY79" fmla="*/ 1738313 h 1943100"/>
              <a:gd name="connsiteX80" fmla="*/ 66675 w 5009292"/>
              <a:gd name="connsiteY80" fmla="*/ 1643063 h 1943100"/>
              <a:gd name="connsiteX81" fmla="*/ 47625 w 5009292"/>
              <a:gd name="connsiteY81" fmla="*/ 1619250 h 1943100"/>
              <a:gd name="connsiteX82" fmla="*/ 33337 w 5009292"/>
              <a:gd name="connsiteY82" fmla="*/ 1538288 h 1943100"/>
              <a:gd name="connsiteX83" fmla="*/ 23812 w 5009292"/>
              <a:gd name="connsiteY83" fmla="*/ 1495425 h 1943100"/>
              <a:gd name="connsiteX84" fmla="*/ 9525 w 5009292"/>
              <a:gd name="connsiteY84" fmla="*/ 1404938 h 1943100"/>
              <a:gd name="connsiteX85" fmla="*/ 0 w 5009292"/>
              <a:gd name="connsiteY85" fmla="*/ 1281113 h 1943100"/>
              <a:gd name="connsiteX86" fmla="*/ 4762 w 5009292"/>
              <a:gd name="connsiteY86" fmla="*/ 1104900 h 1943100"/>
              <a:gd name="connsiteX87" fmla="*/ 19050 w 5009292"/>
              <a:gd name="connsiteY87" fmla="*/ 1081088 h 1943100"/>
              <a:gd name="connsiteX88" fmla="*/ 23812 w 5009292"/>
              <a:gd name="connsiteY88" fmla="*/ 962025 h 1943100"/>
              <a:gd name="connsiteX89" fmla="*/ 28575 w 5009292"/>
              <a:gd name="connsiteY89" fmla="*/ 623888 h 1943100"/>
              <a:gd name="connsiteX90" fmla="*/ 33337 w 5009292"/>
              <a:gd name="connsiteY90" fmla="*/ 590550 h 1943100"/>
              <a:gd name="connsiteX91" fmla="*/ 42862 w 5009292"/>
              <a:gd name="connsiteY91" fmla="*/ 528638 h 1943100"/>
              <a:gd name="connsiteX92" fmla="*/ 47625 w 5009292"/>
              <a:gd name="connsiteY92" fmla="*/ 514350 h 1943100"/>
              <a:gd name="connsiteX93" fmla="*/ 47625 w 5009292"/>
              <a:gd name="connsiteY93" fmla="*/ 433388 h 1943100"/>
              <a:gd name="connsiteX94" fmla="*/ 57150 w 5009292"/>
              <a:gd name="connsiteY94" fmla="*/ 400050 h 1943100"/>
              <a:gd name="connsiteX95" fmla="*/ 76200 w 5009292"/>
              <a:gd name="connsiteY95" fmla="*/ 371475 h 1943100"/>
              <a:gd name="connsiteX96" fmla="*/ 90487 w 5009292"/>
              <a:gd name="connsiteY96" fmla="*/ 352425 h 1943100"/>
              <a:gd name="connsiteX97" fmla="*/ 109537 w 5009292"/>
              <a:gd name="connsiteY97" fmla="*/ 342900 h 1943100"/>
              <a:gd name="connsiteX98" fmla="*/ 123825 w 5009292"/>
              <a:gd name="connsiteY98" fmla="*/ 347663 h 1943100"/>
              <a:gd name="connsiteX99" fmla="*/ 200025 w 5009292"/>
              <a:gd name="connsiteY99" fmla="*/ 338138 h 1943100"/>
              <a:gd name="connsiteX100" fmla="*/ 233362 w 5009292"/>
              <a:gd name="connsiteY100" fmla="*/ 333375 h 1943100"/>
              <a:gd name="connsiteX101" fmla="*/ 585787 w 5009292"/>
              <a:gd name="connsiteY101" fmla="*/ 319088 h 1943100"/>
              <a:gd name="connsiteX102" fmla="*/ 647700 w 5009292"/>
              <a:gd name="connsiteY102" fmla="*/ 304800 h 1943100"/>
              <a:gd name="connsiteX103" fmla="*/ 690562 w 5009292"/>
              <a:gd name="connsiteY103" fmla="*/ 295275 h 1943100"/>
              <a:gd name="connsiteX104" fmla="*/ 962025 w 5009292"/>
              <a:gd name="connsiteY104" fmla="*/ 285750 h 1943100"/>
              <a:gd name="connsiteX105" fmla="*/ 1038225 w 5009292"/>
              <a:gd name="connsiteY105" fmla="*/ 280988 h 1943100"/>
              <a:gd name="connsiteX106" fmla="*/ 1076325 w 5009292"/>
              <a:gd name="connsiteY106" fmla="*/ 276225 h 1943100"/>
              <a:gd name="connsiteX107" fmla="*/ 1352550 w 5009292"/>
              <a:gd name="connsiteY107" fmla="*/ 266700 h 1943100"/>
              <a:gd name="connsiteX108" fmla="*/ 1438275 w 5009292"/>
              <a:gd name="connsiteY108" fmla="*/ 261938 h 1943100"/>
              <a:gd name="connsiteX109" fmla="*/ 1543050 w 5009292"/>
              <a:gd name="connsiteY109" fmla="*/ 242888 h 1943100"/>
              <a:gd name="connsiteX110" fmla="*/ 1614487 w 5009292"/>
              <a:gd name="connsiteY110" fmla="*/ 219075 h 1943100"/>
              <a:gd name="connsiteX111" fmla="*/ 1657350 w 5009292"/>
              <a:gd name="connsiteY111" fmla="*/ 200025 h 1943100"/>
              <a:gd name="connsiteX112" fmla="*/ 1685925 w 5009292"/>
              <a:gd name="connsiteY112" fmla="*/ 195263 h 1943100"/>
              <a:gd name="connsiteX113" fmla="*/ 1738312 w 5009292"/>
              <a:gd name="connsiteY113" fmla="*/ 176213 h 1943100"/>
              <a:gd name="connsiteX114" fmla="*/ 1833562 w 5009292"/>
              <a:gd name="connsiteY114" fmla="*/ 161925 h 1943100"/>
              <a:gd name="connsiteX115" fmla="*/ 1852612 w 5009292"/>
              <a:gd name="connsiteY115" fmla="*/ 157163 h 1943100"/>
              <a:gd name="connsiteX116" fmla="*/ 1895475 w 5009292"/>
              <a:gd name="connsiteY116" fmla="*/ 142875 h 1943100"/>
              <a:gd name="connsiteX117" fmla="*/ 1933575 w 5009292"/>
              <a:gd name="connsiteY117" fmla="*/ 133350 h 1943100"/>
              <a:gd name="connsiteX118" fmla="*/ 1952625 w 5009292"/>
              <a:gd name="connsiteY118" fmla="*/ 123825 h 1943100"/>
              <a:gd name="connsiteX119" fmla="*/ 1971675 w 5009292"/>
              <a:gd name="connsiteY119" fmla="*/ 119063 h 1943100"/>
              <a:gd name="connsiteX120" fmla="*/ 1985962 w 5009292"/>
              <a:gd name="connsiteY120" fmla="*/ 114300 h 1943100"/>
              <a:gd name="connsiteX121" fmla="*/ 2043112 w 5009292"/>
              <a:gd name="connsiteY121" fmla="*/ 104775 h 1943100"/>
              <a:gd name="connsiteX122" fmla="*/ 2090737 w 5009292"/>
              <a:gd name="connsiteY122" fmla="*/ 90488 h 1943100"/>
              <a:gd name="connsiteX123" fmla="*/ 2109787 w 5009292"/>
              <a:gd name="connsiteY123" fmla="*/ 85725 h 1943100"/>
              <a:gd name="connsiteX124" fmla="*/ 2205037 w 5009292"/>
              <a:gd name="connsiteY124" fmla="*/ 80963 h 1943100"/>
              <a:gd name="connsiteX125" fmla="*/ 2281237 w 5009292"/>
              <a:gd name="connsiteY125" fmla="*/ 71438 h 1943100"/>
              <a:gd name="connsiteX126" fmla="*/ 2338387 w 5009292"/>
              <a:gd name="connsiteY126" fmla="*/ 66675 h 1943100"/>
              <a:gd name="connsiteX127" fmla="*/ 2352675 w 5009292"/>
              <a:gd name="connsiteY127" fmla="*/ 61913 h 1943100"/>
              <a:gd name="connsiteX128" fmla="*/ 2419350 w 5009292"/>
              <a:gd name="connsiteY128" fmla="*/ 52388 h 1943100"/>
              <a:gd name="connsiteX129" fmla="*/ 2466975 w 5009292"/>
              <a:gd name="connsiteY129" fmla="*/ 42863 h 1943100"/>
              <a:gd name="connsiteX130" fmla="*/ 2495550 w 5009292"/>
              <a:gd name="connsiteY130" fmla="*/ 33338 h 1943100"/>
              <a:gd name="connsiteX131" fmla="*/ 2509837 w 5009292"/>
              <a:gd name="connsiteY131" fmla="*/ 28575 h 1943100"/>
              <a:gd name="connsiteX132" fmla="*/ 2524125 w 5009292"/>
              <a:gd name="connsiteY132" fmla="*/ 0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5009292" h="1943100">
                <a:moveTo>
                  <a:pt x="2524125" y="0"/>
                </a:moveTo>
                <a:lnTo>
                  <a:pt x="2524125" y="0"/>
                </a:lnTo>
                <a:cubicBezTo>
                  <a:pt x="2549525" y="3175"/>
                  <a:pt x="2574767" y="8105"/>
                  <a:pt x="2600325" y="9525"/>
                </a:cubicBezTo>
                <a:cubicBezTo>
                  <a:pt x="2875697" y="24824"/>
                  <a:pt x="2704113" y="4641"/>
                  <a:pt x="2819400" y="19050"/>
                </a:cubicBezTo>
                <a:cubicBezTo>
                  <a:pt x="2824162" y="20638"/>
                  <a:pt x="2828787" y="22724"/>
                  <a:pt x="2833687" y="23813"/>
                </a:cubicBezTo>
                <a:cubicBezTo>
                  <a:pt x="2864148" y="30582"/>
                  <a:pt x="2886233" y="30020"/>
                  <a:pt x="2919412" y="33338"/>
                </a:cubicBezTo>
                <a:cubicBezTo>
                  <a:pt x="3032291" y="44626"/>
                  <a:pt x="2853053" y="30638"/>
                  <a:pt x="3024187" y="42863"/>
                </a:cubicBezTo>
                <a:cubicBezTo>
                  <a:pt x="3168006" y="35293"/>
                  <a:pt x="3131900" y="34947"/>
                  <a:pt x="3333750" y="42863"/>
                </a:cubicBezTo>
                <a:cubicBezTo>
                  <a:pt x="3341838" y="43180"/>
                  <a:pt x="3349469" y="47458"/>
                  <a:pt x="3357562" y="47625"/>
                </a:cubicBezTo>
                <a:lnTo>
                  <a:pt x="3795712" y="52388"/>
                </a:lnTo>
                <a:lnTo>
                  <a:pt x="4629150" y="47625"/>
                </a:lnTo>
                <a:cubicBezTo>
                  <a:pt x="4721995" y="47625"/>
                  <a:pt x="4813302" y="52705"/>
                  <a:pt x="4905375" y="61913"/>
                </a:cubicBezTo>
                <a:cubicBezTo>
                  <a:pt x="4956567" y="96041"/>
                  <a:pt x="4918673" y="65487"/>
                  <a:pt x="4943475" y="95250"/>
                </a:cubicBezTo>
                <a:cubicBezTo>
                  <a:pt x="4947787" y="100424"/>
                  <a:pt x="4953847" y="104057"/>
                  <a:pt x="4957762" y="109538"/>
                </a:cubicBezTo>
                <a:cubicBezTo>
                  <a:pt x="4961888" y="115315"/>
                  <a:pt x="4964650" y="121996"/>
                  <a:pt x="4967287" y="128588"/>
                </a:cubicBezTo>
                <a:cubicBezTo>
                  <a:pt x="4973221" y="143422"/>
                  <a:pt x="4978067" y="160429"/>
                  <a:pt x="4981575" y="176213"/>
                </a:cubicBezTo>
                <a:cubicBezTo>
                  <a:pt x="4983331" y="184115"/>
                  <a:pt x="4984581" y="192123"/>
                  <a:pt x="4986337" y="200025"/>
                </a:cubicBezTo>
                <a:cubicBezTo>
                  <a:pt x="4991463" y="223092"/>
                  <a:pt x="4990903" y="218583"/>
                  <a:pt x="5000625" y="242888"/>
                </a:cubicBezTo>
                <a:cubicBezTo>
                  <a:pt x="5014958" y="343228"/>
                  <a:pt x="5009032" y="288773"/>
                  <a:pt x="5000625" y="490538"/>
                </a:cubicBezTo>
                <a:cubicBezTo>
                  <a:pt x="5000416" y="495554"/>
                  <a:pt x="4997450" y="500063"/>
                  <a:pt x="4995862" y="504825"/>
                </a:cubicBezTo>
                <a:cubicBezTo>
                  <a:pt x="4992969" y="527970"/>
                  <a:pt x="4991793" y="544914"/>
                  <a:pt x="4986337" y="566738"/>
                </a:cubicBezTo>
                <a:cubicBezTo>
                  <a:pt x="4985119" y="571608"/>
                  <a:pt x="4982664" y="576125"/>
                  <a:pt x="4981575" y="581025"/>
                </a:cubicBezTo>
                <a:cubicBezTo>
                  <a:pt x="4970399" y="631318"/>
                  <a:pt x="4982770" y="591722"/>
                  <a:pt x="4972050" y="623888"/>
                </a:cubicBezTo>
                <a:cubicBezTo>
                  <a:pt x="4970462" y="635000"/>
                  <a:pt x="4968771" y="646098"/>
                  <a:pt x="4967287" y="657225"/>
                </a:cubicBezTo>
                <a:cubicBezTo>
                  <a:pt x="4965595" y="669912"/>
                  <a:pt x="4964629" y="682700"/>
                  <a:pt x="4962525" y="695325"/>
                </a:cubicBezTo>
                <a:cubicBezTo>
                  <a:pt x="4959864" y="711294"/>
                  <a:pt x="4955290" y="726923"/>
                  <a:pt x="4953000" y="742950"/>
                </a:cubicBezTo>
                <a:cubicBezTo>
                  <a:pt x="4951412" y="754063"/>
                  <a:pt x="4950439" y="765280"/>
                  <a:pt x="4948237" y="776288"/>
                </a:cubicBezTo>
                <a:cubicBezTo>
                  <a:pt x="4947253" y="781210"/>
                  <a:pt x="4944917" y="785767"/>
                  <a:pt x="4943475" y="790575"/>
                </a:cubicBezTo>
                <a:cubicBezTo>
                  <a:pt x="4929228" y="838066"/>
                  <a:pt x="4939998" y="808794"/>
                  <a:pt x="4924425" y="847725"/>
                </a:cubicBezTo>
                <a:cubicBezTo>
                  <a:pt x="4922837" y="857250"/>
                  <a:pt x="4921757" y="866874"/>
                  <a:pt x="4919662" y="876300"/>
                </a:cubicBezTo>
                <a:cubicBezTo>
                  <a:pt x="4916858" y="888917"/>
                  <a:pt x="4911201" y="897985"/>
                  <a:pt x="4905375" y="909638"/>
                </a:cubicBezTo>
                <a:cubicBezTo>
                  <a:pt x="4903787" y="919163"/>
                  <a:pt x="4901888" y="928641"/>
                  <a:pt x="4900612" y="938213"/>
                </a:cubicBezTo>
                <a:cubicBezTo>
                  <a:pt x="4898712" y="952462"/>
                  <a:pt x="4898036" y="966867"/>
                  <a:pt x="4895850" y="981075"/>
                </a:cubicBezTo>
                <a:cubicBezTo>
                  <a:pt x="4894855" y="987544"/>
                  <a:pt x="4892675" y="993775"/>
                  <a:pt x="4891087" y="1000125"/>
                </a:cubicBezTo>
                <a:cubicBezTo>
                  <a:pt x="4892675" y="1111250"/>
                  <a:pt x="4895850" y="1222364"/>
                  <a:pt x="4895850" y="1333500"/>
                </a:cubicBezTo>
                <a:cubicBezTo>
                  <a:pt x="4895850" y="1408130"/>
                  <a:pt x="4891087" y="1482708"/>
                  <a:pt x="4891087" y="1557338"/>
                </a:cubicBezTo>
                <a:cubicBezTo>
                  <a:pt x="4891087" y="1573292"/>
                  <a:pt x="4894337" y="1589081"/>
                  <a:pt x="4895850" y="1604963"/>
                </a:cubicBezTo>
                <a:cubicBezTo>
                  <a:pt x="4897512" y="1622418"/>
                  <a:pt x="4898132" y="1639992"/>
                  <a:pt x="4900612" y="1657350"/>
                </a:cubicBezTo>
                <a:cubicBezTo>
                  <a:pt x="4901322" y="1662320"/>
                  <a:pt x="4904157" y="1666768"/>
                  <a:pt x="4905375" y="1671638"/>
                </a:cubicBezTo>
                <a:cubicBezTo>
                  <a:pt x="4907338" y="1679491"/>
                  <a:pt x="4908992" y="1687437"/>
                  <a:pt x="4910137" y="1695450"/>
                </a:cubicBezTo>
                <a:cubicBezTo>
                  <a:pt x="4918112" y="1751276"/>
                  <a:pt x="4909426" y="1721891"/>
                  <a:pt x="4919662" y="1752600"/>
                </a:cubicBezTo>
                <a:cubicBezTo>
                  <a:pt x="4918075" y="1782763"/>
                  <a:pt x="4917635" y="1813008"/>
                  <a:pt x="4914900" y="1843088"/>
                </a:cubicBezTo>
                <a:cubicBezTo>
                  <a:pt x="4914446" y="1848087"/>
                  <a:pt x="4913273" y="1853455"/>
                  <a:pt x="4910137" y="1857375"/>
                </a:cubicBezTo>
                <a:cubicBezTo>
                  <a:pt x="4903929" y="1865135"/>
                  <a:pt x="4878473" y="1874494"/>
                  <a:pt x="4872037" y="1876425"/>
                </a:cubicBezTo>
                <a:cubicBezTo>
                  <a:pt x="4864284" y="1878751"/>
                  <a:pt x="4856162" y="1879600"/>
                  <a:pt x="4848225" y="1881188"/>
                </a:cubicBezTo>
                <a:cubicBezTo>
                  <a:pt x="4843462" y="1884363"/>
                  <a:pt x="4839198" y="1888458"/>
                  <a:pt x="4833937" y="1890713"/>
                </a:cubicBezTo>
                <a:cubicBezTo>
                  <a:pt x="4827921" y="1893291"/>
                  <a:pt x="4821343" y="1894399"/>
                  <a:pt x="4814887" y="1895475"/>
                </a:cubicBezTo>
                <a:cubicBezTo>
                  <a:pt x="4792742" y="1899166"/>
                  <a:pt x="4770606" y="1903400"/>
                  <a:pt x="4748212" y="1905000"/>
                </a:cubicBezTo>
                <a:lnTo>
                  <a:pt x="4681537" y="1909763"/>
                </a:lnTo>
                <a:cubicBezTo>
                  <a:pt x="4645597" y="1921742"/>
                  <a:pt x="4680569" y="1911369"/>
                  <a:pt x="4605337" y="1919288"/>
                </a:cubicBezTo>
                <a:cubicBezTo>
                  <a:pt x="4595734" y="1920299"/>
                  <a:pt x="4586287" y="1922463"/>
                  <a:pt x="4576762" y="1924050"/>
                </a:cubicBezTo>
                <a:cubicBezTo>
                  <a:pt x="4280607" y="1905542"/>
                  <a:pt x="4509694" y="1918087"/>
                  <a:pt x="3833812" y="1924050"/>
                </a:cubicBezTo>
                <a:lnTo>
                  <a:pt x="2881312" y="1933575"/>
                </a:lnTo>
                <a:cubicBezTo>
                  <a:pt x="2863850" y="1931988"/>
                  <a:pt x="2846283" y="1931293"/>
                  <a:pt x="2828925" y="1928813"/>
                </a:cubicBezTo>
                <a:cubicBezTo>
                  <a:pt x="2823955" y="1928103"/>
                  <a:pt x="2819657" y="1924050"/>
                  <a:pt x="2814637" y="1924050"/>
                </a:cubicBezTo>
                <a:cubicBezTo>
                  <a:pt x="2765399" y="1924050"/>
                  <a:pt x="2716218" y="1927420"/>
                  <a:pt x="2667000" y="1928813"/>
                </a:cubicBezTo>
                <a:lnTo>
                  <a:pt x="2309812" y="1938338"/>
                </a:lnTo>
                <a:lnTo>
                  <a:pt x="2000250" y="1943100"/>
                </a:lnTo>
                <a:lnTo>
                  <a:pt x="1481137" y="1933575"/>
                </a:lnTo>
                <a:cubicBezTo>
                  <a:pt x="1466774" y="1932989"/>
                  <a:pt x="1452648" y="1929063"/>
                  <a:pt x="1438275" y="1928813"/>
                </a:cubicBezTo>
                <a:lnTo>
                  <a:pt x="933450" y="1924050"/>
                </a:lnTo>
                <a:cubicBezTo>
                  <a:pt x="930275" y="1919288"/>
                  <a:pt x="929267" y="1911818"/>
                  <a:pt x="923925" y="1909763"/>
                </a:cubicBezTo>
                <a:cubicBezTo>
                  <a:pt x="907359" y="1903392"/>
                  <a:pt x="889044" y="1903156"/>
                  <a:pt x="871537" y="1900238"/>
                </a:cubicBezTo>
                <a:cubicBezTo>
                  <a:pt x="836763" y="1894442"/>
                  <a:pt x="824508" y="1894230"/>
                  <a:pt x="785812" y="1890713"/>
                </a:cubicBezTo>
                <a:cubicBezTo>
                  <a:pt x="771486" y="1884982"/>
                  <a:pt x="754284" y="1876425"/>
                  <a:pt x="738187" y="1876425"/>
                </a:cubicBezTo>
                <a:cubicBezTo>
                  <a:pt x="733167" y="1876425"/>
                  <a:pt x="728662" y="1879600"/>
                  <a:pt x="723900" y="1881188"/>
                </a:cubicBezTo>
                <a:cubicBezTo>
                  <a:pt x="697195" y="1872286"/>
                  <a:pt x="714478" y="1877641"/>
                  <a:pt x="671512" y="1866900"/>
                </a:cubicBezTo>
                <a:lnTo>
                  <a:pt x="652462" y="1862138"/>
                </a:lnTo>
                <a:cubicBezTo>
                  <a:pt x="623705" y="1842966"/>
                  <a:pt x="647201" y="1855403"/>
                  <a:pt x="590550" y="1847850"/>
                </a:cubicBezTo>
                <a:cubicBezTo>
                  <a:pt x="543880" y="1841627"/>
                  <a:pt x="575066" y="1836540"/>
                  <a:pt x="500062" y="1824038"/>
                </a:cubicBezTo>
                <a:lnTo>
                  <a:pt x="471487" y="1819275"/>
                </a:lnTo>
                <a:cubicBezTo>
                  <a:pt x="444068" y="1828416"/>
                  <a:pt x="460740" y="1825075"/>
                  <a:pt x="414337" y="1819275"/>
                </a:cubicBezTo>
                <a:cubicBezTo>
                  <a:pt x="352048" y="1811489"/>
                  <a:pt x="407107" y="1818070"/>
                  <a:pt x="357187" y="1809750"/>
                </a:cubicBezTo>
                <a:cubicBezTo>
                  <a:pt x="346115" y="1807905"/>
                  <a:pt x="334962" y="1806575"/>
                  <a:pt x="323850" y="1804988"/>
                </a:cubicBezTo>
                <a:cubicBezTo>
                  <a:pt x="311604" y="1800906"/>
                  <a:pt x="303674" y="1797856"/>
                  <a:pt x="290512" y="1795463"/>
                </a:cubicBezTo>
                <a:cubicBezTo>
                  <a:pt x="279468" y="1793455"/>
                  <a:pt x="268208" y="1792769"/>
                  <a:pt x="257175" y="1790700"/>
                </a:cubicBezTo>
                <a:cubicBezTo>
                  <a:pt x="242790" y="1788003"/>
                  <a:pt x="228600" y="1784350"/>
                  <a:pt x="214312" y="1781175"/>
                </a:cubicBezTo>
                <a:cubicBezTo>
                  <a:pt x="206375" y="1776413"/>
                  <a:pt x="199139" y="1770211"/>
                  <a:pt x="190500" y="1766888"/>
                </a:cubicBezTo>
                <a:cubicBezTo>
                  <a:pt x="178282" y="1762189"/>
                  <a:pt x="164109" y="1763217"/>
                  <a:pt x="152400" y="1757363"/>
                </a:cubicBezTo>
                <a:cubicBezTo>
                  <a:pt x="144368" y="1753347"/>
                  <a:pt x="139700" y="1744663"/>
                  <a:pt x="133350" y="1738313"/>
                </a:cubicBezTo>
                <a:cubicBezTo>
                  <a:pt x="117919" y="1692024"/>
                  <a:pt x="131120" y="1726463"/>
                  <a:pt x="66675" y="1643063"/>
                </a:cubicBezTo>
                <a:cubicBezTo>
                  <a:pt x="60460" y="1635019"/>
                  <a:pt x="47625" y="1619250"/>
                  <a:pt x="47625" y="1619250"/>
                </a:cubicBezTo>
                <a:cubicBezTo>
                  <a:pt x="30846" y="1552134"/>
                  <a:pt x="43683" y="1610709"/>
                  <a:pt x="33337" y="1538288"/>
                </a:cubicBezTo>
                <a:cubicBezTo>
                  <a:pt x="25313" y="1482117"/>
                  <a:pt x="32139" y="1543303"/>
                  <a:pt x="23812" y="1495425"/>
                </a:cubicBezTo>
                <a:cubicBezTo>
                  <a:pt x="18580" y="1465341"/>
                  <a:pt x="13697" y="1435188"/>
                  <a:pt x="9525" y="1404938"/>
                </a:cubicBezTo>
                <a:cubicBezTo>
                  <a:pt x="4521" y="1368659"/>
                  <a:pt x="2102" y="1314742"/>
                  <a:pt x="0" y="1281113"/>
                </a:cubicBezTo>
                <a:cubicBezTo>
                  <a:pt x="1587" y="1222375"/>
                  <a:pt x="-809" y="1163394"/>
                  <a:pt x="4762" y="1104900"/>
                </a:cubicBezTo>
                <a:cubicBezTo>
                  <a:pt x="5640" y="1095685"/>
                  <a:pt x="17827" y="1090263"/>
                  <a:pt x="19050" y="1081088"/>
                </a:cubicBezTo>
                <a:cubicBezTo>
                  <a:pt x="24299" y="1041717"/>
                  <a:pt x="22225" y="1001713"/>
                  <a:pt x="23812" y="962025"/>
                </a:cubicBezTo>
                <a:cubicBezTo>
                  <a:pt x="14605" y="805496"/>
                  <a:pt x="16170" y="876128"/>
                  <a:pt x="28575" y="623888"/>
                </a:cubicBezTo>
                <a:cubicBezTo>
                  <a:pt x="29126" y="612676"/>
                  <a:pt x="31853" y="601677"/>
                  <a:pt x="33337" y="590550"/>
                </a:cubicBezTo>
                <a:cubicBezTo>
                  <a:pt x="36640" y="565777"/>
                  <a:pt x="37149" y="551492"/>
                  <a:pt x="42862" y="528638"/>
                </a:cubicBezTo>
                <a:cubicBezTo>
                  <a:pt x="44080" y="523768"/>
                  <a:pt x="46037" y="519113"/>
                  <a:pt x="47625" y="514350"/>
                </a:cubicBezTo>
                <a:cubicBezTo>
                  <a:pt x="38441" y="477616"/>
                  <a:pt x="40465" y="494247"/>
                  <a:pt x="47625" y="433388"/>
                </a:cubicBezTo>
                <a:cubicBezTo>
                  <a:pt x="47993" y="430256"/>
                  <a:pt x="54621" y="404603"/>
                  <a:pt x="57150" y="400050"/>
                </a:cubicBezTo>
                <a:cubicBezTo>
                  <a:pt x="62709" y="390043"/>
                  <a:pt x="69332" y="380633"/>
                  <a:pt x="76200" y="371475"/>
                </a:cubicBezTo>
                <a:cubicBezTo>
                  <a:pt x="80962" y="365125"/>
                  <a:pt x="84461" y="357591"/>
                  <a:pt x="90487" y="352425"/>
                </a:cubicBezTo>
                <a:cubicBezTo>
                  <a:pt x="95877" y="347805"/>
                  <a:pt x="103187" y="346075"/>
                  <a:pt x="109537" y="342900"/>
                </a:cubicBezTo>
                <a:cubicBezTo>
                  <a:pt x="114300" y="344488"/>
                  <a:pt x="118812" y="347927"/>
                  <a:pt x="123825" y="347663"/>
                </a:cubicBezTo>
                <a:cubicBezTo>
                  <a:pt x="149387" y="346318"/>
                  <a:pt x="174685" y="341758"/>
                  <a:pt x="200025" y="338138"/>
                </a:cubicBezTo>
                <a:cubicBezTo>
                  <a:pt x="211137" y="336550"/>
                  <a:pt x="222150" y="333929"/>
                  <a:pt x="233362" y="333375"/>
                </a:cubicBezTo>
                <a:lnTo>
                  <a:pt x="585787" y="319088"/>
                </a:lnTo>
                <a:cubicBezTo>
                  <a:pt x="616830" y="308740"/>
                  <a:pt x="590648" y="316811"/>
                  <a:pt x="647700" y="304800"/>
                </a:cubicBezTo>
                <a:cubicBezTo>
                  <a:pt x="662022" y="301785"/>
                  <a:pt x="676039" y="297090"/>
                  <a:pt x="690562" y="295275"/>
                </a:cubicBezTo>
                <a:cubicBezTo>
                  <a:pt x="748993" y="287971"/>
                  <a:pt x="960459" y="285787"/>
                  <a:pt x="962025" y="285750"/>
                </a:cubicBezTo>
                <a:cubicBezTo>
                  <a:pt x="987425" y="284163"/>
                  <a:pt x="1012863" y="283101"/>
                  <a:pt x="1038225" y="280988"/>
                </a:cubicBezTo>
                <a:cubicBezTo>
                  <a:pt x="1050980" y="279925"/>
                  <a:pt x="1063550" y="276999"/>
                  <a:pt x="1076325" y="276225"/>
                </a:cubicBezTo>
                <a:cubicBezTo>
                  <a:pt x="1144718" y="272080"/>
                  <a:pt x="1291652" y="269088"/>
                  <a:pt x="1352550" y="266700"/>
                </a:cubicBezTo>
                <a:cubicBezTo>
                  <a:pt x="1381147" y="265579"/>
                  <a:pt x="1409700" y="263525"/>
                  <a:pt x="1438275" y="261938"/>
                </a:cubicBezTo>
                <a:cubicBezTo>
                  <a:pt x="1462613" y="258461"/>
                  <a:pt x="1515413" y="253252"/>
                  <a:pt x="1543050" y="242888"/>
                </a:cubicBezTo>
                <a:cubicBezTo>
                  <a:pt x="1617114" y="215114"/>
                  <a:pt x="1546600" y="228774"/>
                  <a:pt x="1614487" y="219075"/>
                </a:cubicBezTo>
                <a:cubicBezTo>
                  <a:pt x="1627044" y="212796"/>
                  <a:pt x="1643971" y="203674"/>
                  <a:pt x="1657350" y="200025"/>
                </a:cubicBezTo>
                <a:cubicBezTo>
                  <a:pt x="1666666" y="197484"/>
                  <a:pt x="1676400" y="196850"/>
                  <a:pt x="1685925" y="195263"/>
                </a:cubicBezTo>
                <a:cubicBezTo>
                  <a:pt x="1703387" y="188913"/>
                  <a:pt x="1720446" y="181318"/>
                  <a:pt x="1738312" y="176213"/>
                </a:cubicBezTo>
                <a:cubicBezTo>
                  <a:pt x="1772378" y="166480"/>
                  <a:pt x="1798607" y="165421"/>
                  <a:pt x="1833562" y="161925"/>
                </a:cubicBezTo>
                <a:cubicBezTo>
                  <a:pt x="1839912" y="160338"/>
                  <a:pt x="1846356" y="159088"/>
                  <a:pt x="1852612" y="157163"/>
                </a:cubicBezTo>
                <a:cubicBezTo>
                  <a:pt x="1867007" y="152734"/>
                  <a:pt x="1880864" y="146528"/>
                  <a:pt x="1895475" y="142875"/>
                </a:cubicBezTo>
                <a:cubicBezTo>
                  <a:pt x="1908175" y="139700"/>
                  <a:pt x="1921866" y="139204"/>
                  <a:pt x="1933575" y="133350"/>
                </a:cubicBezTo>
                <a:cubicBezTo>
                  <a:pt x="1939925" y="130175"/>
                  <a:pt x="1945977" y="126318"/>
                  <a:pt x="1952625" y="123825"/>
                </a:cubicBezTo>
                <a:cubicBezTo>
                  <a:pt x="1958754" y="121527"/>
                  <a:pt x="1965381" y="120861"/>
                  <a:pt x="1971675" y="119063"/>
                </a:cubicBezTo>
                <a:cubicBezTo>
                  <a:pt x="1976502" y="117684"/>
                  <a:pt x="1981092" y="115518"/>
                  <a:pt x="1985962" y="114300"/>
                </a:cubicBezTo>
                <a:cubicBezTo>
                  <a:pt x="2004522" y="109660"/>
                  <a:pt x="2024310" y="107461"/>
                  <a:pt x="2043112" y="104775"/>
                </a:cubicBezTo>
                <a:cubicBezTo>
                  <a:pt x="2078695" y="90542"/>
                  <a:pt x="2054514" y="98538"/>
                  <a:pt x="2090737" y="90488"/>
                </a:cubicBezTo>
                <a:cubicBezTo>
                  <a:pt x="2097127" y="89068"/>
                  <a:pt x="2103264" y="86269"/>
                  <a:pt x="2109787" y="85725"/>
                </a:cubicBezTo>
                <a:cubicBezTo>
                  <a:pt x="2141467" y="83085"/>
                  <a:pt x="2173287" y="82550"/>
                  <a:pt x="2205037" y="80963"/>
                </a:cubicBezTo>
                <a:cubicBezTo>
                  <a:pt x="2238558" y="76174"/>
                  <a:pt x="2245207" y="74869"/>
                  <a:pt x="2281237" y="71438"/>
                </a:cubicBezTo>
                <a:cubicBezTo>
                  <a:pt x="2300267" y="69626"/>
                  <a:pt x="2319337" y="68263"/>
                  <a:pt x="2338387" y="66675"/>
                </a:cubicBezTo>
                <a:cubicBezTo>
                  <a:pt x="2343150" y="65088"/>
                  <a:pt x="2347774" y="63002"/>
                  <a:pt x="2352675" y="61913"/>
                </a:cubicBezTo>
                <a:cubicBezTo>
                  <a:pt x="2370343" y="57987"/>
                  <a:pt x="2402857" y="54449"/>
                  <a:pt x="2419350" y="52388"/>
                </a:cubicBezTo>
                <a:cubicBezTo>
                  <a:pt x="2458963" y="39182"/>
                  <a:pt x="2395848" y="59276"/>
                  <a:pt x="2466975" y="42863"/>
                </a:cubicBezTo>
                <a:cubicBezTo>
                  <a:pt x="2476758" y="40605"/>
                  <a:pt x="2486025" y="36513"/>
                  <a:pt x="2495550" y="33338"/>
                </a:cubicBezTo>
                <a:lnTo>
                  <a:pt x="2509837" y="28575"/>
                </a:lnTo>
                <a:lnTo>
                  <a:pt x="2524125" y="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Freeform 8"/>
          <p:cNvSpPr/>
          <p:nvPr/>
        </p:nvSpPr>
        <p:spPr>
          <a:xfrm>
            <a:off x="3062212" y="3867150"/>
            <a:ext cx="4558649" cy="1204913"/>
          </a:xfrm>
          <a:custGeom>
            <a:avLst/>
            <a:gdLst>
              <a:gd name="connsiteX0" fmla="*/ 2709938 w 4558649"/>
              <a:gd name="connsiteY0" fmla="*/ 9525 h 1204913"/>
              <a:gd name="connsiteX1" fmla="*/ 2709938 w 4558649"/>
              <a:gd name="connsiteY1" fmla="*/ 9525 h 1204913"/>
              <a:gd name="connsiteX2" fmla="*/ 2752801 w 4558649"/>
              <a:gd name="connsiteY2" fmla="*/ 4763 h 1204913"/>
              <a:gd name="connsiteX3" fmla="*/ 2767088 w 4558649"/>
              <a:gd name="connsiteY3" fmla="*/ 0 h 1204913"/>
              <a:gd name="connsiteX4" fmla="*/ 2781376 w 4558649"/>
              <a:gd name="connsiteY4" fmla="*/ 4763 h 1204913"/>
              <a:gd name="connsiteX5" fmla="*/ 3062363 w 4558649"/>
              <a:gd name="connsiteY5" fmla="*/ 9525 h 1204913"/>
              <a:gd name="connsiteX6" fmla="*/ 3310013 w 4558649"/>
              <a:gd name="connsiteY6" fmla="*/ 19050 h 1204913"/>
              <a:gd name="connsiteX7" fmla="*/ 3333826 w 4558649"/>
              <a:gd name="connsiteY7" fmla="*/ 28575 h 1204913"/>
              <a:gd name="connsiteX8" fmla="*/ 3667201 w 4558649"/>
              <a:gd name="connsiteY8" fmla="*/ 38100 h 1204913"/>
              <a:gd name="connsiteX9" fmla="*/ 4000576 w 4558649"/>
              <a:gd name="connsiteY9" fmla="*/ 47625 h 1204913"/>
              <a:gd name="connsiteX10" fmla="*/ 4033913 w 4558649"/>
              <a:gd name="connsiteY10" fmla="*/ 57150 h 1204913"/>
              <a:gd name="connsiteX11" fmla="*/ 4052963 w 4558649"/>
              <a:gd name="connsiteY11" fmla="*/ 66675 h 1204913"/>
              <a:gd name="connsiteX12" fmla="*/ 4110113 w 4558649"/>
              <a:gd name="connsiteY12" fmla="*/ 80963 h 1204913"/>
              <a:gd name="connsiteX13" fmla="*/ 4148213 w 4558649"/>
              <a:gd name="connsiteY13" fmla="*/ 95250 h 1204913"/>
              <a:gd name="connsiteX14" fmla="*/ 4172026 w 4558649"/>
              <a:gd name="connsiteY14" fmla="*/ 109538 h 1204913"/>
              <a:gd name="connsiteX15" fmla="*/ 4191076 w 4558649"/>
              <a:gd name="connsiteY15" fmla="*/ 123825 h 1204913"/>
              <a:gd name="connsiteX16" fmla="*/ 4205363 w 4558649"/>
              <a:gd name="connsiteY16" fmla="*/ 128588 h 1204913"/>
              <a:gd name="connsiteX17" fmla="*/ 4238701 w 4558649"/>
              <a:gd name="connsiteY17" fmla="*/ 147638 h 1204913"/>
              <a:gd name="connsiteX18" fmla="*/ 4262513 w 4558649"/>
              <a:gd name="connsiteY18" fmla="*/ 166688 h 1204913"/>
              <a:gd name="connsiteX19" fmla="*/ 4286326 w 4558649"/>
              <a:gd name="connsiteY19" fmla="*/ 190500 h 1204913"/>
              <a:gd name="connsiteX20" fmla="*/ 4319663 w 4558649"/>
              <a:gd name="connsiteY20" fmla="*/ 204788 h 1204913"/>
              <a:gd name="connsiteX21" fmla="*/ 4362526 w 4558649"/>
              <a:gd name="connsiteY21" fmla="*/ 238125 h 1204913"/>
              <a:gd name="connsiteX22" fmla="*/ 4376813 w 4558649"/>
              <a:gd name="connsiteY22" fmla="*/ 247650 h 1204913"/>
              <a:gd name="connsiteX23" fmla="*/ 4414913 w 4558649"/>
              <a:gd name="connsiteY23" fmla="*/ 276225 h 1204913"/>
              <a:gd name="connsiteX24" fmla="*/ 4443488 w 4558649"/>
              <a:gd name="connsiteY24" fmla="*/ 300038 h 1204913"/>
              <a:gd name="connsiteX25" fmla="*/ 4453013 w 4558649"/>
              <a:gd name="connsiteY25" fmla="*/ 314325 h 1204913"/>
              <a:gd name="connsiteX26" fmla="*/ 4472063 w 4558649"/>
              <a:gd name="connsiteY26" fmla="*/ 333375 h 1204913"/>
              <a:gd name="connsiteX27" fmla="*/ 4481588 w 4558649"/>
              <a:gd name="connsiteY27" fmla="*/ 352425 h 1204913"/>
              <a:gd name="connsiteX28" fmla="*/ 4519688 w 4558649"/>
              <a:gd name="connsiteY28" fmla="*/ 400050 h 1204913"/>
              <a:gd name="connsiteX29" fmla="*/ 4533976 w 4558649"/>
              <a:gd name="connsiteY29" fmla="*/ 433388 h 1204913"/>
              <a:gd name="connsiteX30" fmla="*/ 4543501 w 4558649"/>
              <a:gd name="connsiteY30" fmla="*/ 447675 h 1204913"/>
              <a:gd name="connsiteX31" fmla="*/ 4553026 w 4558649"/>
              <a:gd name="connsiteY31" fmla="*/ 466725 h 1204913"/>
              <a:gd name="connsiteX32" fmla="*/ 4553026 w 4558649"/>
              <a:gd name="connsiteY32" fmla="*/ 666750 h 1204913"/>
              <a:gd name="connsiteX33" fmla="*/ 4538738 w 4558649"/>
              <a:gd name="connsiteY33" fmla="*/ 747713 h 1204913"/>
              <a:gd name="connsiteX34" fmla="*/ 4533976 w 4558649"/>
              <a:gd name="connsiteY34" fmla="*/ 781050 h 1204913"/>
              <a:gd name="connsiteX35" fmla="*/ 4519688 w 4558649"/>
              <a:gd name="connsiteY35" fmla="*/ 838200 h 1204913"/>
              <a:gd name="connsiteX36" fmla="*/ 4510163 w 4558649"/>
              <a:gd name="connsiteY36" fmla="*/ 857250 h 1204913"/>
              <a:gd name="connsiteX37" fmla="*/ 4500638 w 4558649"/>
              <a:gd name="connsiteY37" fmla="*/ 881063 h 1204913"/>
              <a:gd name="connsiteX38" fmla="*/ 4491113 w 4558649"/>
              <a:gd name="connsiteY38" fmla="*/ 909638 h 1204913"/>
              <a:gd name="connsiteX39" fmla="*/ 4486351 w 4558649"/>
              <a:gd name="connsiteY39" fmla="*/ 947738 h 1204913"/>
              <a:gd name="connsiteX40" fmla="*/ 4472063 w 4558649"/>
              <a:gd name="connsiteY40" fmla="*/ 981075 h 1204913"/>
              <a:gd name="connsiteX41" fmla="*/ 4467301 w 4558649"/>
              <a:gd name="connsiteY41" fmla="*/ 1000125 h 1204913"/>
              <a:gd name="connsiteX42" fmla="*/ 4438726 w 4558649"/>
              <a:gd name="connsiteY42" fmla="*/ 1033463 h 1204913"/>
              <a:gd name="connsiteX43" fmla="*/ 4400626 w 4558649"/>
              <a:gd name="connsiteY43" fmla="*/ 1085850 h 1204913"/>
              <a:gd name="connsiteX44" fmla="*/ 4329188 w 4558649"/>
              <a:gd name="connsiteY44" fmla="*/ 1123950 h 1204913"/>
              <a:gd name="connsiteX45" fmla="*/ 4219651 w 4558649"/>
              <a:gd name="connsiteY45" fmla="*/ 1152525 h 1204913"/>
              <a:gd name="connsiteX46" fmla="*/ 4129163 w 4558649"/>
              <a:gd name="connsiteY46" fmla="*/ 1181100 h 1204913"/>
              <a:gd name="connsiteX47" fmla="*/ 4081538 w 4558649"/>
              <a:gd name="connsiteY47" fmla="*/ 1195388 h 1204913"/>
              <a:gd name="connsiteX48" fmla="*/ 3967238 w 4558649"/>
              <a:gd name="connsiteY48" fmla="*/ 1204913 h 1204913"/>
              <a:gd name="connsiteX49" fmla="*/ 3648151 w 4558649"/>
              <a:gd name="connsiteY49" fmla="*/ 1195388 h 1204913"/>
              <a:gd name="connsiteX50" fmla="*/ 3633863 w 4558649"/>
              <a:gd name="connsiteY50" fmla="*/ 1190625 h 1204913"/>
              <a:gd name="connsiteX51" fmla="*/ 3538613 w 4558649"/>
              <a:gd name="connsiteY51" fmla="*/ 1185863 h 1204913"/>
              <a:gd name="connsiteX52" fmla="*/ 3433838 w 4558649"/>
              <a:gd name="connsiteY52" fmla="*/ 1171575 h 1204913"/>
              <a:gd name="connsiteX53" fmla="*/ 2871863 w 4558649"/>
              <a:gd name="connsiteY53" fmla="*/ 1166813 h 1204913"/>
              <a:gd name="connsiteX54" fmla="*/ 2681363 w 4558649"/>
              <a:gd name="connsiteY54" fmla="*/ 1162050 h 1204913"/>
              <a:gd name="connsiteX55" fmla="*/ 2648026 w 4558649"/>
              <a:gd name="connsiteY55" fmla="*/ 1157288 h 1204913"/>
              <a:gd name="connsiteX56" fmla="*/ 2543251 w 4558649"/>
              <a:gd name="connsiteY56" fmla="*/ 1152525 h 1204913"/>
              <a:gd name="connsiteX57" fmla="*/ 2490863 w 4558649"/>
              <a:gd name="connsiteY57" fmla="*/ 1147763 h 1204913"/>
              <a:gd name="connsiteX58" fmla="*/ 2176538 w 4558649"/>
              <a:gd name="connsiteY58" fmla="*/ 1143000 h 1204913"/>
              <a:gd name="connsiteX59" fmla="*/ 2086051 w 4558649"/>
              <a:gd name="connsiteY59" fmla="*/ 1138238 h 1204913"/>
              <a:gd name="connsiteX60" fmla="*/ 1743151 w 4558649"/>
              <a:gd name="connsiteY60" fmla="*/ 1143000 h 1204913"/>
              <a:gd name="connsiteX61" fmla="*/ 1528838 w 4558649"/>
              <a:gd name="connsiteY61" fmla="*/ 1128713 h 1204913"/>
              <a:gd name="connsiteX62" fmla="*/ 1476451 w 4558649"/>
              <a:gd name="connsiteY62" fmla="*/ 1133475 h 1204913"/>
              <a:gd name="connsiteX63" fmla="*/ 1390726 w 4558649"/>
              <a:gd name="connsiteY63" fmla="*/ 1143000 h 1204913"/>
              <a:gd name="connsiteX64" fmla="*/ 1033538 w 4558649"/>
              <a:gd name="connsiteY64" fmla="*/ 1133475 h 1204913"/>
              <a:gd name="connsiteX65" fmla="*/ 943051 w 4558649"/>
              <a:gd name="connsiteY65" fmla="*/ 1128713 h 1204913"/>
              <a:gd name="connsiteX66" fmla="*/ 866851 w 4558649"/>
              <a:gd name="connsiteY66" fmla="*/ 1114425 h 1204913"/>
              <a:gd name="connsiteX67" fmla="*/ 795413 w 4558649"/>
              <a:gd name="connsiteY67" fmla="*/ 1104900 h 1204913"/>
              <a:gd name="connsiteX68" fmla="*/ 681113 w 4558649"/>
              <a:gd name="connsiteY68" fmla="*/ 1085850 h 1204913"/>
              <a:gd name="connsiteX69" fmla="*/ 628726 w 4558649"/>
              <a:gd name="connsiteY69" fmla="*/ 1066800 h 1204913"/>
              <a:gd name="connsiteX70" fmla="*/ 595388 w 4558649"/>
              <a:gd name="connsiteY70" fmla="*/ 1052513 h 1204913"/>
              <a:gd name="connsiteX71" fmla="*/ 543001 w 4558649"/>
              <a:gd name="connsiteY71" fmla="*/ 1047750 h 1204913"/>
              <a:gd name="connsiteX72" fmla="*/ 476326 w 4558649"/>
              <a:gd name="connsiteY72" fmla="*/ 1023938 h 1204913"/>
              <a:gd name="connsiteX73" fmla="*/ 342976 w 4558649"/>
              <a:gd name="connsiteY73" fmla="*/ 990600 h 1204913"/>
              <a:gd name="connsiteX74" fmla="*/ 195338 w 4558649"/>
              <a:gd name="connsiteY74" fmla="*/ 923925 h 1204913"/>
              <a:gd name="connsiteX75" fmla="*/ 157238 w 4558649"/>
              <a:gd name="connsiteY75" fmla="*/ 909638 h 1204913"/>
              <a:gd name="connsiteX76" fmla="*/ 95326 w 4558649"/>
              <a:gd name="connsiteY76" fmla="*/ 852488 h 1204913"/>
              <a:gd name="connsiteX77" fmla="*/ 47701 w 4558649"/>
              <a:gd name="connsiteY77" fmla="*/ 823913 h 1204913"/>
              <a:gd name="connsiteX78" fmla="*/ 33413 w 4558649"/>
              <a:gd name="connsiteY78" fmla="*/ 804863 h 1204913"/>
              <a:gd name="connsiteX79" fmla="*/ 19126 w 4558649"/>
              <a:gd name="connsiteY79" fmla="*/ 771525 h 1204913"/>
              <a:gd name="connsiteX80" fmla="*/ 9601 w 4558649"/>
              <a:gd name="connsiteY80" fmla="*/ 752475 h 1204913"/>
              <a:gd name="connsiteX81" fmla="*/ 76 w 4558649"/>
              <a:gd name="connsiteY81" fmla="*/ 704850 h 1204913"/>
              <a:gd name="connsiteX82" fmla="*/ 14363 w 4558649"/>
              <a:gd name="connsiteY82" fmla="*/ 666750 h 1204913"/>
              <a:gd name="connsiteX83" fmla="*/ 52463 w 4558649"/>
              <a:gd name="connsiteY83" fmla="*/ 623888 h 1204913"/>
              <a:gd name="connsiteX84" fmla="*/ 85801 w 4558649"/>
              <a:gd name="connsiteY84" fmla="*/ 609600 h 1204913"/>
              <a:gd name="connsiteX85" fmla="*/ 104851 w 4558649"/>
              <a:gd name="connsiteY85" fmla="*/ 595313 h 1204913"/>
              <a:gd name="connsiteX86" fmla="*/ 162001 w 4558649"/>
              <a:gd name="connsiteY86" fmla="*/ 585788 h 1204913"/>
              <a:gd name="connsiteX87" fmla="*/ 257251 w 4558649"/>
              <a:gd name="connsiteY87" fmla="*/ 576263 h 1204913"/>
              <a:gd name="connsiteX88" fmla="*/ 295351 w 4558649"/>
              <a:gd name="connsiteY88" fmla="*/ 571500 h 1204913"/>
              <a:gd name="connsiteX89" fmla="*/ 366788 w 4558649"/>
              <a:gd name="connsiteY89" fmla="*/ 557213 h 1204913"/>
              <a:gd name="connsiteX90" fmla="*/ 419176 w 4558649"/>
              <a:gd name="connsiteY90" fmla="*/ 547688 h 1204913"/>
              <a:gd name="connsiteX91" fmla="*/ 609676 w 4558649"/>
              <a:gd name="connsiteY91" fmla="*/ 557213 h 1204913"/>
              <a:gd name="connsiteX92" fmla="*/ 728738 w 4558649"/>
              <a:gd name="connsiteY92" fmla="*/ 533400 h 1204913"/>
              <a:gd name="connsiteX93" fmla="*/ 847801 w 4558649"/>
              <a:gd name="connsiteY93" fmla="*/ 523875 h 1204913"/>
              <a:gd name="connsiteX94" fmla="*/ 885901 w 4558649"/>
              <a:gd name="connsiteY94" fmla="*/ 509588 h 1204913"/>
              <a:gd name="connsiteX95" fmla="*/ 909713 w 4558649"/>
              <a:gd name="connsiteY95" fmla="*/ 504825 h 1204913"/>
              <a:gd name="connsiteX96" fmla="*/ 924001 w 4558649"/>
              <a:gd name="connsiteY96" fmla="*/ 500063 h 1204913"/>
              <a:gd name="connsiteX97" fmla="*/ 962101 w 4558649"/>
              <a:gd name="connsiteY97" fmla="*/ 490538 h 1204913"/>
              <a:gd name="connsiteX98" fmla="*/ 995438 w 4558649"/>
              <a:gd name="connsiteY98" fmla="*/ 481013 h 1204913"/>
              <a:gd name="connsiteX99" fmla="*/ 1028776 w 4558649"/>
              <a:gd name="connsiteY99" fmla="*/ 476250 h 1204913"/>
              <a:gd name="connsiteX100" fmla="*/ 1071638 w 4558649"/>
              <a:gd name="connsiteY100" fmla="*/ 466725 h 1204913"/>
              <a:gd name="connsiteX101" fmla="*/ 1162126 w 4558649"/>
              <a:gd name="connsiteY101" fmla="*/ 423863 h 1204913"/>
              <a:gd name="connsiteX102" fmla="*/ 1190701 w 4558649"/>
              <a:gd name="connsiteY102" fmla="*/ 409575 h 1204913"/>
              <a:gd name="connsiteX103" fmla="*/ 1305001 w 4558649"/>
              <a:gd name="connsiteY103" fmla="*/ 381000 h 1204913"/>
              <a:gd name="connsiteX104" fmla="*/ 1338338 w 4558649"/>
              <a:gd name="connsiteY104" fmla="*/ 361950 h 1204913"/>
              <a:gd name="connsiteX105" fmla="*/ 1433588 w 4558649"/>
              <a:gd name="connsiteY105" fmla="*/ 319088 h 1204913"/>
              <a:gd name="connsiteX106" fmla="*/ 1481213 w 4558649"/>
              <a:gd name="connsiteY106" fmla="*/ 295275 h 1204913"/>
              <a:gd name="connsiteX107" fmla="*/ 1676476 w 4558649"/>
              <a:gd name="connsiteY107" fmla="*/ 247650 h 1204913"/>
              <a:gd name="connsiteX108" fmla="*/ 1819351 w 4558649"/>
              <a:gd name="connsiteY108" fmla="*/ 180975 h 1204913"/>
              <a:gd name="connsiteX109" fmla="*/ 1862213 w 4558649"/>
              <a:gd name="connsiteY109" fmla="*/ 166688 h 1204913"/>
              <a:gd name="connsiteX110" fmla="*/ 1886026 w 4558649"/>
              <a:gd name="connsiteY110" fmla="*/ 152400 h 1204913"/>
              <a:gd name="connsiteX111" fmla="*/ 1905076 w 4558649"/>
              <a:gd name="connsiteY111" fmla="*/ 142875 h 1204913"/>
              <a:gd name="connsiteX112" fmla="*/ 1933651 w 4558649"/>
              <a:gd name="connsiteY112" fmla="*/ 128588 h 1204913"/>
              <a:gd name="connsiteX113" fmla="*/ 1962226 w 4558649"/>
              <a:gd name="connsiteY113" fmla="*/ 109538 h 1204913"/>
              <a:gd name="connsiteX114" fmla="*/ 2009851 w 4558649"/>
              <a:gd name="connsiteY114" fmla="*/ 90488 h 1204913"/>
              <a:gd name="connsiteX115" fmla="*/ 2052713 w 4558649"/>
              <a:gd name="connsiteY115" fmla="*/ 71438 h 1204913"/>
              <a:gd name="connsiteX116" fmla="*/ 2086051 w 4558649"/>
              <a:gd name="connsiteY116" fmla="*/ 57150 h 1204913"/>
              <a:gd name="connsiteX117" fmla="*/ 2109863 w 4558649"/>
              <a:gd name="connsiteY117" fmla="*/ 52388 h 1204913"/>
              <a:gd name="connsiteX118" fmla="*/ 2124151 w 4558649"/>
              <a:gd name="connsiteY118" fmla="*/ 47625 h 1204913"/>
              <a:gd name="connsiteX119" fmla="*/ 2157488 w 4558649"/>
              <a:gd name="connsiteY119" fmla="*/ 42863 h 1204913"/>
              <a:gd name="connsiteX120" fmla="*/ 2205113 w 4558649"/>
              <a:gd name="connsiteY120" fmla="*/ 33338 h 1204913"/>
              <a:gd name="connsiteX121" fmla="*/ 2367038 w 4558649"/>
              <a:gd name="connsiteY121" fmla="*/ 23813 h 1204913"/>
              <a:gd name="connsiteX122" fmla="*/ 2405138 w 4558649"/>
              <a:gd name="connsiteY122" fmla="*/ 19050 h 1204913"/>
              <a:gd name="connsiteX123" fmla="*/ 2709938 w 4558649"/>
              <a:gd name="connsiteY123" fmla="*/ 9525 h 120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558649" h="1204913">
                <a:moveTo>
                  <a:pt x="2709938" y="9525"/>
                </a:moveTo>
                <a:lnTo>
                  <a:pt x="2709938" y="9525"/>
                </a:lnTo>
                <a:cubicBezTo>
                  <a:pt x="2724226" y="7938"/>
                  <a:pt x="2738621" y="7126"/>
                  <a:pt x="2752801" y="4763"/>
                </a:cubicBezTo>
                <a:cubicBezTo>
                  <a:pt x="2757753" y="3938"/>
                  <a:pt x="2762068" y="0"/>
                  <a:pt x="2767088" y="0"/>
                </a:cubicBezTo>
                <a:cubicBezTo>
                  <a:pt x="2772108" y="0"/>
                  <a:pt x="2776358" y="4601"/>
                  <a:pt x="2781376" y="4763"/>
                </a:cubicBezTo>
                <a:cubicBezTo>
                  <a:pt x="2875003" y="7783"/>
                  <a:pt x="2968711" y="7420"/>
                  <a:pt x="3062363" y="9525"/>
                </a:cubicBezTo>
                <a:cubicBezTo>
                  <a:pt x="3156100" y="11631"/>
                  <a:pt x="3219323" y="14928"/>
                  <a:pt x="3310013" y="19050"/>
                </a:cubicBezTo>
                <a:cubicBezTo>
                  <a:pt x="3317951" y="22225"/>
                  <a:pt x="3325821" y="25573"/>
                  <a:pt x="3333826" y="28575"/>
                </a:cubicBezTo>
                <a:cubicBezTo>
                  <a:pt x="3435727" y="66789"/>
                  <a:pt x="3624932" y="37324"/>
                  <a:pt x="3667201" y="38100"/>
                </a:cubicBezTo>
                <a:cubicBezTo>
                  <a:pt x="3834756" y="41174"/>
                  <a:pt x="3851883" y="42315"/>
                  <a:pt x="4000576" y="47625"/>
                </a:cubicBezTo>
                <a:cubicBezTo>
                  <a:pt x="4010237" y="50041"/>
                  <a:pt x="4024352" y="53052"/>
                  <a:pt x="4033913" y="57150"/>
                </a:cubicBezTo>
                <a:cubicBezTo>
                  <a:pt x="4040439" y="59947"/>
                  <a:pt x="4046187" y="64557"/>
                  <a:pt x="4052963" y="66675"/>
                </a:cubicBezTo>
                <a:cubicBezTo>
                  <a:pt x="4071705" y="72532"/>
                  <a:pt x="4092550" y="72181"/>
                  <a:pt x="4110113" y="80963"/>
                </a:cubicBezTo>
                <a:cubicBezTo>
                  <a:pt x="4135017" y="93415"/>
                  <a:pt x="4122275" y="88766"/>
                  <a:pt x="4148213" y="95250"/>
                </a:cubicBezTo>
                <a:cubicBezTo>
                  <a:pt x="4156151" y="100013"/>
                  <a:pt x="4164324" y="104403"/>
                  <a:pt x="4172026" y="109538"/>
                </a:cubicBezTo>
                <a:cubicBezTo>
                  <a:pt x="4178630" y="113941"/>
                  <a:pt x="4184184" y="119887"/>
                  <a:pt x="4191076" y="123825"/>
                </a:cubicBezTo>
                <a:cubicBezTo>
                  <a:pt x="4195435" y="126316"/>
                  <a:pt x="4200749" y="126610"/>
                  <a:pt x="4205363" y="128588"/>
                </a:cubicBezTo>
                <a:cubicBezTo>
                  <a:pt x="4217667" y="133861"/>
                  <a:pt x="4228073" y="139667"/>
                  <a:pt x="4238701" y="147638"/>
                </a:cubicBezTo>
                <a:cubicBezTo>
                  <a:pt x="4246833" y="153737"/>
                  <a:pt x="4254958" y="159888"/>
                  <a:pt x="4262513" y="166688"/>
                </a:cubicBezTo>
                <a:cubicBezTo>
                  <a:pt x="4270857" y="174197"/>
                  <a:pt x="4276986" y="184273"/>
                  <a:pt x="4286326" y="190500"/>
                </a:cubicBezTo>
                <a:cubicBezTo>
                  <a:pt x="4296385" y="197206"/>
                  <a:pt x="4309411" y="198380"/>
                  <a:pt x="4319663" y="204788"/>
                </a:cubicBezTo>
                <a:cubicBezTo>
                  <a:pt x="4335012" y="214381"/>
                  <a:pt x="4347466" y="228085"/>
                  <a:pt x="4362526" y="238125"/>
                </a:cubicBezTo>
                <a:cubicBezTo>
                  <a:pt x="4367288" y="241300"/>
                  <a:pt x="4372184" y="244283"/>
                  <a:pt x="4376813" y="247650"/>
                </a:cubicBezTo>
                <a:cubicBezTo>
                  <a:pt x="4389652" y="256987"/>
                  <a:pt x="4401704" y="267419"/>
                  <a:pt x="4414913" y="276225"/>
                </a:cubicBezTo>
                <a:cubicBezTo>
                  <a:pt x="4428964" y="285592"/>
                  <a:pt x="4432027" y="286284"/>
                  <a:pt x="4443488" y="300038"/>
                </a:cubicBezTo>
                <a:cubicBezTo>
                  <a:pt x="4447152" y="304435"/>
                  <a:pt x="4449288" y="309979"/>
                  <a:pt x="4453013" y="314325"/>
                </a:cubicBezTo>
                <a:cubicBezTo>
                  <a:pt x="4458857" y="321143"/>
                  <a:pt x="4466675" y="326191"/>
                  <a:pt x="4472063" y="333375"/>
                </a:cubicBezTo>
                <a:cubicBezTo>
                  <a:pt x="4476323" y="339055"/>
                  <a:pt x="4477328" y="346745"/>
                  <a:pt x="4481588" y="352425"/>
                </a:cubicBezTo>
                <a:cubicBezTo>
                  <a:pt x="4526452" y="412243"/>
                  <a:pt x="4473069" y="322352"/>
                  <a:pt x="4519688" y="400050"/>
                </a:cubicBezTo>
                <a:cubicBezTo>
                  <a:pt x="4549420" y="449603"/>
                  <a:pt x="4514267" y="393971"/>
                  <a:pt x="4533976" y="433388"/>
                </a:cubicBezTo>
                <a:cubicBezTo>
                  <a:pt x="4536536" y="438507"/>
                  <a:pt x="4540661" y="442705"/>
                  <a:pt x="4543501" y="447675"/>
                </a:cubicBezTo>
                <a:cubicBezTo>
                  <a:pt x="4547023" y="453839"/>
                  <a:pt x="4549851" y="460375"/>
                  <a:pt x="4553026" y="466725"/>
                </a:cubicBezTo>
                <a:cubicBezTo>
                  <a:pt x="4558708" y="551959"/>
                  <a:pt x="4562146" y="566435"/>
                  <a:pt x="4553026" y="666750"/>
                </a:cubicBezTo>
                <a:cubicBezTo>
                  <a:pt x="4550545" y="694042"/>
                  <a:pt x="4542613" y="720584"/>
                  <a:pt x="4538738" y="747713"/>
                </a:cubicBezTo>
                <a:cubicBezTo>
                  <a:pt x="4537151" y="758825"/>
                  <a:pt x="4536045" y="770017"/>
                  <a:pt x="4533976" y="781050"/>
                </a:cubicBezTo>
                <a:cubicBezTo>
                  <a:pt x="4532392" y="789497"/>
                  <a:pt x="4525983" y="823513"/>
                  <a:pt x="4519688" y="838200"/>
                </a:cubicBezTo>
                <a:cubicBezTo>
                  <a:pt x="4516891" y="844725"/>
                  <a:pt x="4513046" y="850762"/>
                  <a:pt x="4510163" y="857250"/>
                </a:cubicBezTo>
                <a:cubicBezTo>
                  <a:pt x="4506691" y="865062"/>
                  <a:pt x="4503560" y="873029"/>
                  <a:pt x="4500638" y="881063"/>
                </a:cubicBezTo>
                <a:cubicBezTo>
                  <a:pt x="4497207" y="890499"/>
                  <a:pt x="4491113" y="909638"/>
                  <a:pt x="4491113" y="909638"/>
                </a:cubicBezTo>
                <a:cubicBezTo>
                  <a:pt x="4489526" y="922338"/>
                  <a:pt x="4488641" y="935146"/>
                  <a:pt x="4486351" y="947738"/>
                </a:cubicBezTo>
                <a:cubicBezTo>
                  <a:pt x="4484349" y="958747"/>
                  <a:pt x="4476752" y="971697"/>
                  <a:pt x="4472063" y="981075"/>
                </a:cubicBezTo>
                <a:cubicBezTo>
                  <a:pt x="4470476" y="987425"/>
                  <a:pt x="4470228" y="994271"/>
                  <a:pt x="4467301" y="1000125"/>
                </a:cubicBezTo>
                <a:cubicBezTo>
                  <a:pt x="4458386" y="1017955"/>
                  <a:pt x="4450638" y="1019169"/>
                  <a:pt x="4438726" y="1033463"/>
                </a:cubicBezTo>
                <a:cubicBezTo>
                  <a:pt x="4425337" y="1049530"/>
                  <a:pt x="4418928" y="1074869"/>
                  <a:pt x="4400626" y="1085850"/>
                </a:cubicBezTo>
                <a:cubicBezTo>
                  <a:pt x="4377956" y="1099452"/>
                  <a:pt x="4355281" y="1116495"/>
                  <a:pt x="4329188" y="1123950"/>
                </a:cubicBezTo>
                <a:cubicBezTo>
                  <a:pt x="4292906" y="1134316"/>
                  <a:pt x="4255634" y="1141162"/>
                  <a:pt x="4219651" y="1152525"/>
                </a:cubicBezTo>
                <a:lnTo>
                  <a:pt x="4129163" y="1181100"/>
                </a:lnTo>
                <a:cubicBezTo>
                  <a:pt x="4113334" y="1186013"/>
                  <a:pt x="4098055" y="1194012"/>
                  <a:pt x="4081538" y="1195388"/>
                </a:cubicBezTo>
                <a:lnTo>
                  <a:pt x="3967238" y="1204913"/>
                </a:lnTo>
                <a:lnTo>
                  <a:pt x="3648151" y="1195388"/>
                </a:lnTo>
                <a:cubicBezTo>
                  <a:pt x="3643143" y="1195043"/>
                  <a:pt x="3638864" y="1191060"/>
                  <a:pt x="3633863" y="1190625"/>
                </a:cubicBezTo>
                <a:cubicBezTo>
                  <a:pt x="3602193" y="1187871"/>
                  <a:pt x="3570363" y="1187450"/>
                  <a:pt x="3538613" y="1185863"/>
                </a:cubicBezTo>
                <a:cubicBezTo>
                  <a:pt x="3507801" y="1180727"/>
                  <a:pt x="3458618" y="1172130"/>
                  <a:pt x="3433838" y="1171575"/>
                </a:cubicBezTo>
                <a:cubicBezTo>
                  <a:pt x="3246553" y="1167382"/>
                  <a:pt x="3059188" y="1168400"/>
                  <a:pt x="2871863" y="1166813"/>
                </a:cubicBezTo>
                <a:lnTo>
                  <a:pt x="2681363" y="1162050"/>
                </a:lnTo>
                <a:cubicBezTo>
                  <a:pt x="2670148" y="1161573"/>
                  <a:pt x="2659225" y="1158060"/>
                  <a:pt x="2648026" y="1157288"/>
                </a:cubicBezTo>
                <a:cubicBezTo>
                  <a:pt x="2613148" y="1154883"/>
                  <a:pt x="2578148" y="1154640"/>
                  <a:pt x="2543251" y="1152525"/>
                </a:cubicBezTo>
                <a:cubicBezTo>
                  <a:pt x="2525748" y="1151464"/>
                  <a:pt x="2508392" y="1148218"/>
                  <a:pt x="2490863" y="1147763"/>
                </a:cubicBezTo>
                <a:cubicBezTo>
                  <a:pt x="2386111" y="1145042"/>
                  <a:pt x="2281313" y="1144588"/>
                  <a:pt x="2176538" y="1143000"/>
                </a:cubicBezTo>
                <a:cubicBezTo>
                  <a:pt x="2123106" y="1125189"/>
                  <a:pt x="2168736" y="1136292"/>
                  <a:pt x="2086051" y="1138238"/>
                </a:cubicBezTo>
                <a:lnTo>
                  <a:pt x="1743151" y="1143000"/>
                </a:lnTo>
                <a:cubicBezTo>
                  <a:pt x="1671713" y="1138238"/>
                  <a:pt x="1600389" y="1131268"/>
                  <a:pt x="1528838" y="1128713"/>
                </a:cubicBezTo>
                <a:cubicBezTo>
                  <a:pt x="1511315" y="1128087"/>
                  <a:pt x="1493892" y="1131671"/>
                  <a:pt x="1476451" y="1133475"/>
                </a:cubicBezTo>
                <a:lnTo>
                  <a:pt x="1390726" y="1143000"/>
                </a:lnTo>
                <a:lnTo>
                  <a:pt x="1033538" y="1133475"/>
                </a:lnTo>
                <a:cubicBezTo>
                  <a:pt x="1003349" y="1132512"/>
                  <a:pt x="973060" y="1132143"/>
                  <a:pt x="943051" y="1128713"/>
                </a:cubicBezTo>
                <a:cubicBezTo>
                  <a:pt x="917375" y="1125779"/>
                  <a:pt x="892364" y="1118540"/>
                  <a:pt x="866851" y="1114425"/>
                </a:cubicBezTo>
                <a:cubicBezTo>
                  <a:pt x="843134" y="1110600"/>
                  <a:pt x="819110" y="1108849"/>
                  <a:pt x="795413" y="1104900"/>
                </a:cubicBezTo>
                <a:cubicBezTo>
                  <a:pt x="658550" y="1082090"/>
                  <a:pt x="778498" y="1096672"/>
                  <a:pt x="681113" y="1085850"/>
                </a:cubicBezTo>
                <a:cubicBezTo>
                  <a:pt x="663651" y="1079500"/>
                  <a:pt x="646044" y="1073535"/>
                  <a:pt x="628726" y="1066800"/>
                </a:cubicBezTo>
                <a:cubicBezTo>
                  <a:pt x="617458" y="1062418"/>
                  <a:pt x="607190" y="1055136"/>
                  <a:pt x="595388" y="1052513"/>
                </a:cubicBezTo>
                <a:cubicBezTo>
                  <a:pt x="578271" y="1048709"/>
                  <a:pt x="560463" y="1049338"/>
                  <a:pt x="543001" y="1047750"/>
                </a:cubicBezTo>
                <a:cubicBezTo>
                  <a:pt x="520776" y="1039813"/>
                  <a:pt x="499076" y="1030214"/>
                  <a:pt x="476326" y="1023938"/>
                </a:cubicBezTo>
                <a:cubicBezTo>
                  <a:pt x="403847" y="1003944"/>
                  <a:pt x="410198" y="1018100"/>
                  <a:pt x="342976" y="990600"/>
                </a:cubicBezTo>
                <a:cubicBezTo>
                  <a:pt x="292998" y="970154"/>
                  <a:pt x="245899" y="942885"/>
                  <a:pt x="195338" y="923925"/>
                </a:cubicBezTo>
                <a:cubicBezTo>
                  <a:pt x="182638" y="919163"/>
                  <a:pt x="169206" y="916021"/>
                  <a:pt x="157238" y="909638"/>
                </a:cubicBezTo>
                <a:cubicBezTo>
                  <a:pt x="117054" y="888207"/>
                  <a:pt x="127362" y="884523"/>
                  <a:pt x="95326" y="852488"/>
                </a:cubicBezTo>
                <a:cubicBezTo>
                  <a:pt x="75001" y="832163"/>
                  <a:pt x="72404" y="833794"/>
                  <a:pt x="47701" y="823913"/>
                </a:cubicBezTo>
                <a:cubicBezTo>
                  <a:pt x="42938" y="817563"/>
                  <a:pt x="37214" y="811831"/>
                  <a:pt x="33413" y="804863"/>
                </a:cubicBezTo>
                <a:cubicBezTo>
                  <a:pt x="27624" y="794249"/>
                  <a:pt x="24129" y="782532"/>
                  <a:pt x="19126" y="771525"/>
                </a:cubicBezTo>
                <a:cubicBezTo>
                  <a:pt x="16188" y="765062"/>
                  <a:pt x="12776" y="758825"/>
                  <a:pt x="9601" y="752475"/>
                </a:cubicBezTo>
                <a:cubicBezTo>
                  <a:pt x="6426" y="736600"/>
                  <a:pt x="-822" y="721014"/>
                  <a:pt x="76" y="704850"/>
                </a:cubicBezTo>
                <a:cubicBezTo>
                  <a:pt x="828" y="691307"/>
                  <a:pt x="9146" y="679270"/>
                  <a:pt x="14363" y="666750"/>
                </a:cubicBezTo>
                <a:cubicBezTo>
                  <a:pt x="23675" y="644400"/>
                  <a:pt x="28489" y="638641"/>
                  <a:pt x="52463" y="623888"/>
                </a:cubicBezTo>
                <a:cubicBezTo>
                  <a:pt x="62760" y="617552"/>
                  <a:pt x="75187" y="615389"/>
                  <a:pt x="85801" y="609600"/>
                </a:cubicBezTo>
                <a:cubicBezTo>
                  <a:pt x="92769" y="605799"/>
                  <a:pt x="97275" y="597680"/>
                  <a:pt x="104851" y="595313"/>
                </a:cubicBezTo>
                <a:cubicBezTo>
                  <a:pt x="123285" y="589553"/>
                  <a:pt x="142837" y="588183"/>
                  <a:pt x="162001" y="585788"/>
                </a:cubicBezTo>
                <a:cubicBezTo>
                  <a:pt x="193663" y="581830"/>
                  <a:pt x="225524" y="579662"/>
                  <a:pt x="257251" y="576263"/>
                </a:cubicBezTo>
                <a:cubicBezTo>
                  <a:pt x="269977" y="574899"/>
                  <a:pt x="282664" y="573192"/>
                  <a:pt x="295351" y="571500"/>
                </a:cubicBezTo>
                <a:cubicBezTo>
                  <a:pt x="357426" y="563223"/>
                  <a:pt x="299397" y="571401"/>
                  <a:pt x="366788" y="557213"/>
                </a:cubicBezTo>
                <a:cubicBezTo>
                  <a:pt x="384156" y="553557"/>
                  <a:pt x="401713" y="550863"/>
                  <a:pt x="419176" y="547688"/>
                </a:cubicBezTo>
                <a:cubicBezTo>
                  <a:pt x="484106" y="554902"/>
                  <a:pt x="539701" y="562211"/>
                  <a:pt x="609676" y="557213"/>
                </a:cubicBezTo>
                <a:cubicBezTo>
                  <a:pt x="650046" y="554329"/>
                  <a:pt x="688656" y="539012"/>
                  <a:pt x="728738" y="533400"/>
                </a:cubicBezTo>
                <a:cubicBezTo>
                  <a:pt x="768168" y="527880"/>
                  <a:pt x="808113" y="527050"/>
                  <a:pt x="847801" y="523875"/>
                </a:cubicBezTo>
                <a:cubicBezTo>
                  <a:pt x="860501" y="519113"/>
                  <a:pt x="872937" y="513577"/>
                  <a:pt x="885901" y="509588"/>
                </a:cubicBezTo>
                <a:cubicBezTo>
                  <a:pt x="893638" y="507207"/>
                  <a:pt x="901860" y="506788"/>
                  <a:pt x="909713" y="504825"/>
                </a:cubicBezTo>
                <a:cubicBezTo>
                  <a:pt x="914583" y="503607"/>
                  <a:pt x="919158" y="501384"/>
                  <a:pt x="924001" y="500063"/>
                </a:cubicBezTo>
                <a:cubicBezTo>
                  <a:pt x="936631" y="496619"/>
                  <a:pt x="949514" y="494134"/>
                  <a:pt x="962101" y="490538"/>
                </a:cubicBezTo>
                <a:cubicBezTo>
                  <a:pt x="973213" y="487363"/>
                  <a:pt x="984138" y="483435"/>
                  <a:pt x="995438" y="481013"/>
                </a:cubicBezTo>
                <a:cubicBezTo>
                  <a:pt x="1006414" y="478661"/>
                  <a:pt x="1017743" y="478319"/>
                  <a:pt x="1028776" y="476250"/>
                </a:cubicBezTo>
                <a:cubicBezTo>
                  <a:pt x="1043161" y="473553"/>
                  <a:pt x="1057351" y="469900"/>
                  <a:pt x="1071638" y="466725"/>
                </a:cubicBezTo>
                <a:cubicBezTo>
                  <a:pt x="1223575" y="384914"/>
                  <a:pt x="1076539" y="459525"/>
                  <a:pt x="1162126" y="423863"/>
                </a:cubicBezTo>
                <a:cubicBezTo>
                  <a:pt x="1171956" y="419767"/>
                  <a:pt x="1180598" y="412943"/>
                  <a:pt x="1190701" y="409575"/>
                </a:cubicBezTo>
                <a:cubicBezTo>
                  <a:pt x="1254047" y="388460"/>
                  <a:pt x="1257489" y="388920"/>
                  <a:pt x="1305001" y="381000"/>
                </a:cubicBezTo>
                <a:cubicBezTo>
                  <a:pt x="1316113" y="374650"/>
                  <a:pt x="1326806" y="367502"/>
                  <a:pt x="1338338" y="361950"/>
                </a:cubicBezTo>
                <a:cubicBezTo>
                  <a:pt x="1369708" y="346846"/>
                  <a:pt x="1405735" y="339978"/>
                  <a:pt x="1433588" y="319088"/>
                </a:cubicBezTo>
                <a:cubicBezTo>
                  <a:pt x="1454025" y="303760"/>
                  <a:pt x="1453513" y="301006"/>
                  <a:pt x="1481213" y="295275"/>
                </a:cubicBezTo>
                <a:cubicBezTo>
                  <a:pt x="1629845" y="264524"/>
                  <a:pt x="1547937" y="293260"/>
                  <a:pt x="1676476" y="247650"/>
                </a:cubicBezTo>
                <a:cubicBezTo>
                  <a:pt x="1787954" y="208093"/>
                  <a:pt x="1689755" y="240789"/>
                  <a:pt x="1819351" y="180975"/>
                </a:cubicBezTo>
                <a:cubicBezTo>
                  <a:pt x="1833025" y="174664"/>
                  <a:pt x="1848371" y="172620"/>
                  <a:pt x="1862213" y="166688"/>
                </a:cubicBezTo>
                <a:cubicBezTo>
                  <a:pt x="1870721" y="163042"/>
                  <a:pt x="1877934" y="156896"/>
                  <a:pt x="1886026" y="152400"/>
                </a:cubicBezTo>
                <a:cubicBezTo>
                  <a:pt x="1892232" y="148952"/>
                  <a:pt x="1898912" y="146397"/>
                  <a:pt x="1905076" y="142875"/>
                </a:cubicBezTo>
                <a:cubicBezTo>
                  <a:pt x="1930925" y="128104"/>
                  <a:pt x="1907456" y="137319"/>
                  <a:pt x="1933651" y="128588"/>
                </a:cubicBezTo>
                <a:cubicBezTo>
                  <a:pt x="1943176" y="122238"/>
                  <a:pt x="1951987" y="114658"/>
                  <a:pt x="1962226" y="109538"/>
                </a:cubicBezTo>
                <a:cubicBezTo>
                  <a:pt x="1977519" y="101892"/>
                  <a:pt x="1995625" y="99972"/>
                  <a:pt x="2009851" y="90488"/>
                </a:cubicBezTo>
                <a:cubicBezTo>
                  <a:pt x="2051875" y="62471"/>
                  <a:pt x="1984708" y="105441"/>
                  <a:pt x="2052713" y="71438"/>
                </a:cubicBezTo>
                <a:cubicBezTo>
                  <a:pt x="2066341" y="64624"/>
                  <a:pt x="2072038" y="60653"/>
                  <a:pt x="2086051" y="57150"/>
                </a:cubicBezTo>
                <a:cubicBezTo>
                  <a:pt x="2093904" y="55187"/>
                  <a:pt x="2102010" y="54351"/>
                  <a:pt x="2109863" y="52388"/>
                </a:cubicBezTo>
                <a:cubicBezTo>
                  <a:pt x="2114733" y="51170"/>
                  <a:pt x="2119228" y="48610"/>
                  <a:pt x="2124151" y="47625"/>
                </a:cubicBezTo>
                <a:cubicBezTo>
                  <a:pt x="2135158" y="45424"/>
                  <a:pt x="2146434" y="44814"/>
                  <a:pt x="2157488" y="42863"/>
                </a:cubicBezTo>
                <a:cubicBezTo>
                  <a:pt x="2173431" y="40050"/>
                  <a:pt x="2188959" y="34415"/>
                  <a:pt x="2205113" y="33338"/>
                </a:cubicBezTo>
                <a:cubicBezTo>
                  <a:pt x="2306688" y="26566"/>
                  <a:pt x="2252718" y="29829"/>
                  <a:pt x="2367038" y="23813"/>
                </a:cubicBezTo>
                <a:cubicBezTo>
                  <a:pt x="2379738" y="22225"/>
                  <a:pt x="2392366" y="19874"/>
                  <a:pt x="2405138" y="19050"/>
                </a:cubicBezTo>
                <a:cubicBezTo>
                  <a:pt x="2519560" y="11668"/>
                  <a:pt x="2659138" y="11113"/>
                  <a:pt x="2709938" y="9525"/>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1404" t="8316" r="2507" b="4050"/>
          <a:stretch/>
        </p:blipFill>
        <p:spPr>
          <a:xfrm>
            <a:off x="1394624" y="1605134"/>
            <a:ext cx="6052144" cy="3236582"/>
          </a:xfrm>
          <a:prstGeom prst="rect">
            <a:avLst/>
          </a:prstGeom>
        </p:spPr>
      </p:pic>
      <p:sp>
        <p:nvSpPr>
          <p:cNvPr id="5" name="TextBox 4">
            <a:extLst>
              <a:ext uri="{FF2B5EF4-FFF2-40B4-BE49-F238E27FC236}">
                <a16:creationId xmlns:a16="http://schemas.microsoft.com/office/drawing/2014/main" id="{4CA1E647-1EBB-6A8D-C42E-6044949C4DC5}"/>
              </a:ext>
            </a:extLst>
          </p:cNvPr>
          <p:cNvSpPr txBox="1"/>
          <p:nvPr/>
        </p:nvSpPr>
        <p:spPr>
          <a:xfrm>
            <a:off x="545293" y="3826800"/>
            <a:ext cx="2165978" cy="338554"/>
          </a:xfrm>
          <a:prstGeom prst="rect">
            <a:avLst/>
          </a:prstGeom>
          <a:noFill/>
        </p:spPr>
        <p:txBody>
          <a:bodyPr wrap="none" rtlCol="0">
            <a:spAutoFit/>
          </a:bodyPr>
          <a:lstStyle/>
          <a:p>
            <a:r>
              <a:rPr lang="en-US" sz="1600" dirty="0"/>
              <a:t>second level domains</a:t>
            </a:r>
            <a:endParaRPr lang="nl-NL" sz="1600" dirty="0"/>
          </a:p>
        </p:txBody>
      </p:sp>
      <p:cxnSp>
        <p:nvCxnSpPr>
          <p:cNvPr id="12" name="Straight Connector 11">
            <a:extLst>
              <a:ext uri="{FF2B5EF4-FFF2-40B4-BE49-F238E27FC236}">
                <a16:creationId xmlns:a16="http://schemas.microsoft.com/office/drawing/2014/main" id="{96669CBC-A3D5-0FE4-3D3D-FAEBD8CBFF72}"/>
              </a:ext>
            </a:extLst>
          </p:cNvPr>
          <p:cNvCxnSpPr>
            <a:cxnSpLocks/>
          </p:cNvCxnSpPr>
          <p:nvPr/>
        </p:nvCxnSpPr>
        <p:spPr>
          <a:xfrm>
            <a:off x="545293" y="3337200"/>
            <a:ext cx="81000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A7E5D36-754A-D78A-AE47-AC4B1E049CF5}"/>
              </a:ext>
            </a:extLst>
          </p:cNvPr>
          <p:cNvCxnSpPr>
            <a:cxnSpLocks/>
          </p:cNvCxnSpPr>
          <p:nvPr/>
        </p:nvCxnSpPr>
        <p:spPr>
          <a:xfrm>
            <a:off x="545293" y="4205654"/>
            <a:ext cx="81000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A8D6457-12B5-6D93-A233-DD7D38C76686}"/>
              </a:ext>
            </a:extLst>
          </p:cNvPr>
          <p:cNvSpPr txBox="1"/>
          <p:nvPr/>
        </p:nvSpPr>
        <p:spPr>
          <a:xfrm>
            <a:off x="7077600" y="2091600"/>
            <a:ext cx="1779654" cy="338554"/>
          </a:xfrm>
          <a:prstGeom prst="rect">
            <a:avLst/>
          </a:prstGeom>
          <a:noFill/>
        </p:spPr>
        <p:txBody>
          <a:bodyPr wrap="none" rtlCol="0">
            <a:spAutoFit/>
          </a:bodyPr>
          <a:lstStyle/>
          <a:p>
            <a:r>
              <a:rPr lang="en-US" sz="1600" dirty="0"/>
              <a:t>top level domains</a:t>
            </a:r>
            <a:endParaRPr lang="nl-NL" sz="1600" dirty="0"/>
          </a:p>
        </p:txBody>
      </p:sp>
      <p:sp>
        <p:nvSpPr>
          <p:cNvPr id="17" name="TextBox 16">
            <a:extLst>
              <a:ext uri="{FF2B5EF4-FFF2-40B4-BE49-F238E27FC236}">
                <a16:creationId xmlns:a16="http://schemas.microsoft.com/office/drawing/2014/main" id="{37303788-526F-3B90-3C27-2E96EF09D892}"/>
              </a:ext>
            </a:extLst>
          </p:cNvPr>
          <p:cNvSpPr txBox="1"/>
          <p:nvPr/>
        </p:nvSpPr>
        <p:spPr>
          <a:xfrm>
            <a:off x="4706674" y="1497182"/>
            <a:ext cx="1268296" cy="338554"/>
          </a:xfrm>
          <a:prstGeom prst="rect">
            <a:avLst/>
          </a:prstGeom>
          <a:noFill/>
        </p:spPr>
        <p:txBody>
          <a:bodyPr wrap="none" rtlCol="0">
            <a:spAutoFit/>
          </a:bodyPr>
          <a:lstStyle/>
          <a:p>
            <a:r>
              <a:rPr lang="en-US" sz="1600" dirty="0"/>
              <a:t>domain root</a:t>
            </a:r>
            <a:endParaRPr lang="nl-NL" sz="1600" dirty="0"/>
          </a:p>
        </p:txBody>
      </p:sp>
    </p:spTree>
    <p:extLst>
      <p:ext uri="{BB962C8B-B14F-4D97-AF65-F5344CB8AC3E}">
        <p14:creationId xmlns:p14="http://schemas.microsoft.com/office/powerpoint/2010/main" val="100106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Layer>
                </a14:imgProps>
              </a:ext>
              <a:ext uri="{28A0092B-C50C-407E-A947-70E740481C1C}">
                <a14:useLocalDpi xmlns:a14="http://schemas.microsoft.com/office/drawing/2010/main" val="0"/>
              </a:ext>
            </a:extLst>
          </a:blip>
          <a:srcRect l="1404" t="8316" r="2507" b="4050"/>
          <a:stretch/>
        </p:blipFill>
        <p:spPr>
          <a:xfrm>
            <a:off x="1393200" y="1605600"/>
            <a:ext cx="6051804" cy="3236400"/>
          </a:xfrm>
          <a:prstGeom prst="rect">
            <a:avLst/>
          </a:prstGeom>
          <a:effectLst/>
        </p:spPr>
      </p:pic>
      <p:cxnSp>
        <p:nvCxnSpPr>
          <p:cNvPr id="18" name="Straight Connector 17">
            <a:extLst>
              <a:ext uri="{FF2B5EF4-FFF2-40B4-BE49-F238E27FC236}">
                <a16:creationId xmlns:a16="http://schemas.microsoft.com/office/drawing/2014/main" id="{C5D3B44A-C4EB-4F56-A655-71BC3AB9F71D}"/>
              </a:ext>
            </a:extLst>
          </p:cNvPr>
          <p:cNvCxnSpPr>
            <a:cxnSpLocks/>
          </p:cNvCxnSpPr>
          <p:nvPr/>
        </p:nvCxnSpPr>
        <p:spPr>
          <a:xfrm>
            <a:off x="545293" y="4205654"/>
            <a:ext cx="81000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BC75FF8-21BC-2B9D-655F-C698F1A0B9D2}"/>
              </a:ext>
            </a:extLst>
          </p:cNvPr>
          <p:cNvCxnSpPr>
            <a:cxnSpLocks/>
          </p:cNvCxnSpPr>
          <p:nvPr/>
        </p:nvCxnSpPr>
        <p:spPr>
          <a:xfrm>
            <a:off x="545293" y="3337200"/>
            <a:ext cx="81000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2" name="Freeform: Shape 21">
            <a:extLst>
              <a:ext uri="{FF2B5EF4-FFF2-40B4-BE49-F238E27FC236}">
                <a16:creationId xmlns:a16="http://schemas.microsoft.com/office/drawing/2014/main" id="{31E0DF95-4813-AA00-2E07-95953DC3971E}"/>
              </a:ext>
            </a:extLst>
          </p:cNvPr>
          <p:cNvSpPr/>
          <p:nvPr/>
        </p:nvSpPr>
        <p:spPr>
          <a:xfrm>
            <a:off x="452673" y="1457608"/>
            <a:ext cx="8437830" cy="3558012"/>
          </a:xfrm>
          <a:custGeom>
            <a:avLst/>
            <a:gdLst>
              <a:gd name="connsiteX0" fmla="*/ 9054 w 8437830"/>
              <a:gd name="connsiteY0" fmla="*/ 0 h 3558012"/>
              <a:gd name="connsiteX1" fmla="*/ 0 w 8437830"/>
              <a:gd name="connsiteY1" fmla="*/ 3168713 h 3558012"/>
              <a:gd name="connsiteX2" fmla="*/ 461727 w 8437830"/>
              <a:gd name="connsiteY2" fmla="*/ 3168713 h 3558012"/>
              <a:gd name="connsiteX3" fmla="*/ 452674 w 8437830"/>
              <a:gd name="connsiteY3" fmla="*/ 3548958 h 3558012"/>
              <a:gd name="connsiteX4" fmla="*/ 7921782 w 8437830"/>
              <a:gd name="connsiteY4" fmla="*/ 3558012 h 3558012"/>
              <a:gd name="connsiteX5" fmla="*/ 7912729 w 8437830"/>
              <a:gd name="connsiteY5" fmla="*/ 2996697 h 3558012"/>
              <a:gd name="connsiteX6" fmla="*/ 8437830 w 8437830"/>
              <a:gd name="connsiteY6" fmla="*/ 2996697 h 3558012"/>
              <a:gd name="connsiteX7" fmla="*/ 8428777 w 8437830"/>
              <a:gd name="connsiteY7" fmla="*/ 117695 h 3558012"/>
              <a:gd name="connsiteX8" fmla="*/ 9054 w 8437830"/>
              <a:gd name="connsiteY8" fmla="*/ 0 h 355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37830" h="3558012">
                <a:moveTo>
                  <a:pt x="9054" y="0"/>
                </a:moveTo>
                <a:lnTo>
                  <a:pt x="0" y="3168713"/>
                </a:lnTo>
                <a:lnTo>
                  <a:pt x="461727" y="3168713"/>
                </a:lnTo>
                <a:lnTo>
                  <a:pt x="452674" y="3548958"/>
                </a:lnTo>
                <a:lnTo>
                  <a:pt x="7921782" y="3558012"/>
                </a:lnTo>
                <a:lnTo>
                  <a:pt x="7912729" y="2996697"/>
                </a:lnTo>
                <a:lnTo>
                  <a:pt x="8437830" y="2996697"/>
                </a:lnTo>
                <a:cubicBezTo>
                  <a:pt x="8434812" y="2037030"/>
                  <a:pt x="8431795" y="1077362"/>
                  <a:pt x="8428777" y="117695"/>
                </a:cubicBezTo>
                <a:lnTo>
                  <a:pt x="9054" y="0"/>
                </a:lnTo>
                <a:close/>
              </a:path>
            </a:pathLst>
          </a:custGeom>
          <a:solidFill>
            <a:schemeClr val="bg1">
              <a:alpha val="81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0" name="Oval 39"/>
          <p:cNvSpPr/>
          <p:nvPr/>
        </p:nvSpPr>
        <p:spPr>
          <a:xfrm>
            <a:off x="1074019" y="1623455"/>
            <a:ext cx="2434827" cy="67675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1" name="Oval 40"/>
          <p:cNvSpPr/>
          <p:nvPr/>
        </p:nvSpPr>
        <p:spPr>
          <a:xfrm>
            <a:off x="5898249" y="1426402"/>
            <a:ext cx="2434827" cy="91829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59" name="Text Placeholder 2"/>
          <p:cNvSpPr txBox="1">
            <a:spLocks/>
          </p:cNvSpPr>
          <p:nvPr/>
        </p:nvSpPr>
        <p:spPr>
          <a:xfrm>
            <a:off x="1500403" y="1588622"/>
            <a:ext cx="3194605" cy="2238801"/>
          </a:xfrm>
          <a:prstGeom prst="rect">
            <a:avLst/>
          </a:prstGeom>
        </p:spPr>
        <p:txBody>
          <a:bodyPr vert="horz" wrap="square" lIns="0" tIns="0" rIns="0" bIns="0" rtlCol="0" anchor="t" anchorCtr="0">
            <a:noAutofit/>
          </a:bodyPr>
          <a:lstStyle>
            <a:lvl1pPr marL="342900" indent="-342900" algn="l" defTabSz="457200" rtl="0" eaLnBrk="1" latinLnBrk="0" hangingPunct="1">
              <a:lnSpc>
                <a:spcPts val="2400"/>
              </a:lnSpc>
              <a:spcBef>
                <a:spcPts val="0"/>
              </a:spcBef>
              <a:buClr>
                <a:schemeClr val="accent1"/>
              </a:buClr>
              <a:buFont typeface="Arial" charset="0"/>
              <a:buChar char="•"/>
              <a:defRPr sz="2000" b="0" kern="1200">
                <a:solidFill>
                  <a:schemeClr val="tx1"/>
                </a:solidFill>
                <a:latin typeface="+mn-lt"/>
                <a:ea typeface="+mn-ea"/>
                <a:cs typeface="+mn-cs"/>
              </a:defRPr>
            </a:lvl1pPr>
            <a:lvl2pPr marL="4572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2pPr>
            <a:lvl3pPr marL="9144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Font typeface="Arial" charset="0"/>
              <a:buNone/>
            </a:pPr>
            <a:r>
              <a:rPr lang="nl-NL" sz="1200" dirty="0">
                <a:latin typeface="Consolas" panose="020B0609020204030204" pitchFamily="49" charset="0"/>
              </a:rPr>
              <a:t>.  33785  IN  NS  c.root-servers.net.</a:t>
            </a:r>
          </a:p>
          <a:p>
            <a:pPr marL="0" indent="0">
              <a:lnSpc>
                <a:spcPct val="100000"/>
              </a:lnSpc>
              <a:buFont typeface="Arial" charset="0"/>
              <a:buNone/>
            </a:pPr>
            <a:r>
              <a:rPr lang="nl-NL" sz="1200" dirty="0">
                <a:latin typeface="Consolas" panose="020B0609020204030204" pitchFamily="49" charset="0"/>
              </a:rPr>
              <a:t>.  33785  IN  NS  d.root-servers.net.</a:t>
            </a:r>
          </a:p>
          <a:p>
            <a:pPr marL="0" indent="0">
              <a:lnSpc>
                <a:spcPct val="100000"/>
              </a:lnSpc>
              <a:buFont typeface="Arial" charset="0"/>
              <a:buNone/>
            </a:pPr>
            <a:r>
              <a:rPr lang="nl-NL" sz="1200" dirty="0">
                <a:latin typeface="Consolas" panose="020B0609020204030204" pitchFamily="49" charset="0"/>
              </a:rPr>
              <a:t>.  33785  IN  NS  i.root-servers.net.</a:t>
            </a:r>
          </a:p>
          <a:p>
            <a:pPr marL="0" indent="0">
              <a:lnSpc>
                <a:spcPct val="100000"/>
              </a:lnSpc>
              <a:buFont typeface="Arial" charset="0"/>
              <a:buNone/>
            </a:pPr>
            <a:r>
              <a:rPr lang="nl-NL" sz="1200" dirty="0">
                <a:latin typeface="Consolas" panose="020B0609020204030204" pitchFamily="49" charset="0"/>
              </a:rPr>
              <a:t>.  33785  IN  NS  l.root-servers.net.</a:t>
            </a:r>
          </a:p>
          <a:p>
            <a:pPr marL="0" indent="0">
              <a:lnSpc>
                <a:spcPct val="100000"/>
              </a:lnSpc>
              <a:buFont typeface="Arial" charset="0"/>
              <a:buNone/>
            </a:pPr>
            <a:r>
              <a:rPr lang="nl-NL" sz="1200" dirty="0">
                <a:latin typeface="Consolas" panose="020B0609020204030204" pitchFamily="49" charset="0"/>
              </a:rPr>
              <a:t>.  33785  IN  NS  h.root-servers.net.</a:t>
            </a:r>
          </a:p>
          <a:p>
            <a:pPr marL="0" indent="0">
              <a:lnSpc>
                <a:spcPct val="100000"/>
              </a:lnSpc>
              <a:buFont typeface="Arial" charset="0"/>
              <a:buNone/>
            </a:pPr>
            <a:r>
              <a:rPr lang="nl-NL" sz="1200" dirty="0">
                <a:latin typeface="Consolas" panose="020B0609020204030204" pitchFamily="49" charset="0"/>
              </a:rPr>
              <a:t>.  33785  IN  NS  j.root-servers.net.</a:t>
            </a:r>
          </a:p>
          <a:p>
            <a:pPr marL="0" indent="0">
              <a:lnSpc>
                <a:spcPct val="100000"/>
              </a:lnSpc>
              <a:buFont typeface="Arial" charset="0"/>
              <a:buNone/>
            </a:pPr>
            <a:r>
              <a:rPr lang="nl-NL" sz="1200" dirty="0">
                <a:latin typeface="Consolas" panose="020B0609020204030204" pitchFamily="49" charset="0"/>
              </a:rPr>
              <a:t>.  33785  IN  NS  a.root-servers.net.</a:t>
            </a:r>
          </a:p>
          <a:p>
            <a:pPr marL="0" indent="0">
              <a:lnSpc>
                <a:spcPct val="100000"/>
              </a:lnSpc>
              <a:buFont typeface="Arial" charset="0"/>
              <a:buNone/>
            </a:pPr>
            <a:r>
              <a:rPr lang="nl-NL" sz="1200" dirty="0">
                <a:latin typeface="Consolas" panose="020B0609020204030204" pitchFamily="49" charset="0"/>
              </a:rPr>
              <a:t>.  33785  IN  NS  e.root-servers.net.</a:t>
            </a:r>
          </a:p>
          <a:p>
            <a:pPr marL="0" indent="0">
              <a:lnSpc>
                <a:spcPct val="100000"/>
              </a:lnSpc>
              <a:buFont typeface="Arial" charset="0"/>
              <a:buNone/>
            </a:pPr>
            <a:r>
              <a:rPr lang="nl-NL" sz="1200" dirty="0">
                <a:latin typeface="Consolas" panose="020B0609020204030204" pitchFamily="49" charset="0"/>
              </a:rPr>
              <a:t>.  33785  IN  NS  k.root-servers.net.</a:t>
            </a:r>
          </a:p>
          <a:p>
            <a:pPr marL="0" indent="0">
              <a:lnSpc>
                <a:spcPct val="100000"/>
              </a:lnSpc>
              <a:buFont typeface="Arial" charset="0"/>
              <a:buNone/>
            </a:pPr>
            <a:r>
              <a:rPr lang="nl-NL" sz="1200" dirty="0">
                <a:latin typeface="Consolas" panose="020B0609020204030204" pitchFamily="49" charset="0"/>
              </a:rPr>
              <a:t>.  33785  IN  NS  f.root-servers.net.</a:t>
            </a:r>
          </a:p>
          <a:p>
            <a:pPr marL="0" indent="0">
              <a:lnSpc>
                <a:spcPct val="100000"/>
              </a:lnSpc>
              <a:buFont typeface="Arial" charset="0"/>
              <a:buNone/>
            </a:pPr>
            <a:r>
              <a:rPr lang="nl-NL" sz="1200" dirty="0">
                <a:latin typeface="Consolas" panose="020B0609020204030204" pitchFamily="49" charset="0"/>
              </a:rPr>
              <a:t>.  33785  IN  NS  m.root-servers.net.</a:t>
            </a:r>
          </a:p>
          <a:p>
            <a:pPr marL="0" indent="0">
              <a:lnSpc>
                <a:spcPct val="100000"/>
              </a:lnSpc>
              <a:buFont typeface="Arial" charset="0"/>
              <a:buNone/>
            </a:pPr>
            <a:r>
              <a:rPr lang="nl-NL" sz="1200" dirty="0">
                <a:latin typeface="Consolas" panose="020B0609020204030204" pitchFamily="49" charset="0"/>
              </a:rPr>
              <a:t>.  33785  IN  NS  b.root-servers.net.</a:t>
            </a:r>
            <a:endParaRPr lang="nl-NL" sz="1200" dirty="0"/>
          </a:p>
          <a:p>
            <a:pPr marL="0" indent="0">
              <a:lnSpc>
                <a:spcPct val="100000"/>
              </a:lnSpc>
              <a:buFont typeface="Arial" charset="0"/>
              <a:buNone/>
            </a:pPr>
            <a:endParaRPr lang="nl-NL" sz="1200" dirty="0">
              <a:latin typeface="Consolas" panose="020B0609020204030204" pitchFamily="49" charset="0"/>
            </a:endParaRPr>
          </a:p>
        </p:txBody>
      </p:sp>
      <p:sp>
        <p:nvSpPr>
          <p:cNvPr id="23" name="Rectangle 22"/>
          <p:cNvSpPr/>
          <p:nvPr/>
        </p:nvSpPr>
        <p:spPr>
          <a:xfrm>
            <a:off x="3063240" y="1295400"/>
            <a:ext cx="3048000" cy="16002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3" name="Text Placeholder 2"/>
          <p:cNvSpPr>
            <a:spLocks noGrp="1"/>
          </p:cNvSpPr>
          <p:nvPr>
            <p:ph type="body" sz="quarter" idx="11"/>
          </p:nvPr>
        </p:nvSpPr>
        <p:spPr>
          <a:xfrm>
            <a:off x="720000" y="1195200"/>
            <a:ext cx="7553716" cy="3292316"/>
          </a:xfrm>
        </p:spPr>
        <p:txBody>
          <a:bodyPr/>
          <a:lstStyle/>
          <a:p>
            <a:pPr marL="0" indent="0">
              <a:buNone/>
            </a:pPr>
            <a:r>
              <a:rPr lang="nl-NL" sz="1200" dirty="0"/>
              <a:t>Verloop van een query (output van </a:t>
            </a:r>
            <a:r>
              <a:rPr lang="nl-NL" sz="1200" dirty="0" err="1">
                <a:latin typeface="Consolas" panose="020B0609020204030204" pitchFamily="49" charset="0"/>
              </a:rPr>
              <a:t>dig</a:t>
            </a:r>
            <a:r>
              <a:rPr lang="nl-NL" sz="1200" dirty="0">
                <a:latin typeface="Consolas" panose="020B0609020204030204" pitchFamily="49" charset="0"/>
              </a:rPr>
              <a:t> lists.dnssec.nl +</a:t>
            </a:r>
            <a:r>
              <a:rPr lang="nl-NL" sz="1200" dirty="0" err="1">
                <a:latin typeface="Consolas" panose="020B0609020204030204" pitchFamily="49" charset="0"/>
              </a:rPr>
              <a:t>trace</a:t>
            </a:r>
            <a:r>
              <a:rPr lang="nl-NL" sz="1200" dirty="0">
                <a:latin typeface="Consolas" panose="020B0609020204030204" pitchFamily="49" charset="0"/>
              </a:rPr>
              <a:t> +</a:t>
            </a:r>
            <a:r>
              <a:rPr lang="nl-NL" sz="1200" dirty="0" err="1">
                <a:latin typeface="Consolas" panose="020B0609020204030204" pitchFamily="49" charset="0"/>
              </a:rPr>
              <a:t>nodnssec</a:t>
            </a:r>
            <a:r>
              <a:rPr lang="nl-NL" sz="1200" dirty="0"/>
              <a:t>):</a:t>
            </a:r>
          </a:p>
          <a:p>
            <a:pPr marL="0" indent="0">
              <a:buNone/>
            </a:pPr>
            <a:r>
              <a:rPr lang="en-US" sz="1200" dirty="0" err="1"/>
              <a:t>Lokaal</a:t>
            </a:r>
            <a:endParaRPr lang="en-US" sz="1200" dirty="0"/>
          </a:p>
          <a:p>
            <a:pPr marL="0" indent="0">
              <a:lnSpc>
                <a:spcPct val="100000"/>
              </a:lnSpc>
              <a:buNone/>
            </a:pPr>
            <a:endParaRPr lang="nl-NL" sz="1200" dirty="0">
              <a:latin typeface="Consolas" panose="020B0609020204030204" pitchFamily="49" charset="0"/>
            </a:endParaRPr>
          </a:p>
        </p:txBody>
      </p:sp>
      <p:cxnSp>
        <p:nvCxnSpPr>
          <p:cNvPr id="16" name="Straight Arrow Connector 15"/>
          <p:cNvCxnSpPr>
            <a:stCxn id="8" idx="3"/>
            <a:endCxn id="9" idx="1"/>
          </p:cNvCxnSpPr>
          <p:nvPr/>
        </p:nvCxnSpPr>
        <p:spPr>
          <a:xfrm>
            <a:off x="4620043" y="2424010"/>
            <a:ext cx="281962" cy="477358"/>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10"/>
          </p:nvPr>
        </p:nvSpPr>
        <p:spPr/>
        <p:txBody>
          <a:bodyPr/>
          <a:lstStyle/>
          <a:p>
            <a:r>
              <a:rPr lang="en-US" dirty="0"/>
              <a:t>DNS: Domain Name System</a:t>
            </a:r>
            <a:endParaRPr lang="nl-NL" dirty="0"/>
          </a:p>
        </p:txBody>
      </p:sp>
      <p:sp>
        <p:nvSpPr>
          <p:cNvPr id="4" name="Text Placeholder 2"/>
          <p:cNvSpPr txBox="1">
            <a:spLocks/>
          </p:cNvSpPr>
          <p:nvPr/>
        </p:nvSpPr>
        <p:spPr>
          <a:xfrm>
            <a:off x="4966805" y="2518343"/>
            <a:ext cx="3115459" cy="794384"/>
          </a:xfrm>
          <a:prstGeom prst="rect">
            <a:avLst/>
          </a:prstGeom>
        </p:spPr>
        <p:txBody>
          <a:bodyPr vert="horz" wrap="square" lIns="0" tIns="0" rIns="0" bIns="0" rtlCol="0" anchor="t" anchorCtr="0">
            <a:noAutofit/>
          </a:bodyPr>
          <a:lstStyle>
            <a:lvl1pPr marL="342900" indent="-342900" algn="l" defTabSz="457200" rtl="0" eaLnBrk="1" latinLnBrk="0" hangingPunct="1">
              <a:lnSpc>
                <a:spcPts val="2400"/>
              </a:lnSpc>
              <a:spcBef>
                <a:spcPts val="0"/>
              </a:spcBef>
              <a:buClr>
                <a:schemeClr val="accent1"/>
              </a:buClr>
              <a:buFont typeface="Arial" charset="0"/>
              <a:buChar char="•"/>
              <a:defRPr sz="2000" b="0" kern="1200">
                <a:solidFill>
                  <a:schemeClr val="tx1"/>
                </a:solidFill>
                <a:latin typeface="+mn-lt"/>
                <a:ea typeface="+mn-ea"/>
                <a:cs typeface="+mn-cs"/>
              </a:defRPr>
            </a:lvl1pPr>
            <a:lvl2pPr marL="4572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2pPr>
            <a:lvl3pPr marL="9144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nl-NL" sz="1200" dirty="0">
                <a:latin typeface="Consolas" panose="020B0609020204030204" pitchFamily="49" charset="0"/>
              </a:rPr>
              <a:t>nl.  172800  IN  NS  ns1.dns.nl.</a:t>
            </a:r>
          </a:p>
          <a:p>
            <a:pPr marL="0" indent="0">
              <a:lnSpc>
                <a:spcPct val="100000"/>
              </a:lnSpc>
              <a:buNone/>
            </a:pPr>
            <a:r>
              <a:rPr lang="nl-NL" sz="1200" dirty="0">
                <a:latin typeface="Consolas" panose="020B0609020204030204" pitchFamily="49" charset="0"/>
              </a:rPr>
              <a:t>nl.  172800  IN  NS  ns2.dns.nl.</a:t>
            </a:r>
          </a:p>
          <a:p>
            <a:pPr marL="0" indent="0">
              <a:lnSpc>
                <a:spcPct val="100000"/>
              </a:lnSpc>
              <a:buNone/>
            </a:pPr>
            <a:r>
              <a:rPr lang="nl-NL" sz="1200" dirty="0">
                <a:latin typeface="Consolas" panose="020B0609020204030204" pitchFamily="49" charset="0"/>
              </a:rPr>
              <a:t>nl.  172800  IN  NS  ns3.dns.nl.</a:t>
            </a:r>
          </a:p>
          <a:p>
            <a:pPr marL="0" indent="0">
              <a:lnSpc>
                <a:spcPct val="100000"/>
              </a:lnSpc>
              <a:buNone/>
            </a:pPr>
            <a:r>
              <a:rPr lang="nl-NL" sz="1200" dirty="0">
                <a:latin typeface="Consolas" panose="020B0609020204030204" pitchFamily="49" charset="0"/>
              </a:rPr>
              <a:t>nl.  172800  IN  NS  sns-pb.isc.org.</a:t>
            </a:r>
          </a:p>
        </p:txBody>
      </p:sp>
      <p:sp>
        <p:nvSpPr>
          <p:cNvPr id="5" name="Text Placeholder 2"/>
          <p:cNvSpPr txBox="1">
            <a:spLocks/>
          </p:cNvSpPr>
          <p:nvPr/>
        </p:nvSpPr>
        <p:spPr>
          <a:xfrm>
            <a:off x="5296837" y="3549459"/>
            <a:ext cx="3261847" cy="383618"/>
          </a:xfrm>
          <a:prstGeom prst="rect">
            <a:avLst/>
          </a:prstGeom>
        </p:spPr>
        <p:txBody>
          <a:bodyPr vert="horz" wrap="square" lIns="0" tIns="0" rIns="0" bIns="0" rtlCol="0" anchor="t" anchorCtr="0">
            <a:noAutofit/>
          </a:bodyPr>
          <a:lstStyle>
            <a:lvl1pPr marL="342900" indent="-342900" algn="l" defTabSz="457200" rtl="0" eaLnBrk="1" latinLnBrk="0" hangingPunct="1">
              <a:lnSpc>
                <a:spcPts val="2400"/>
              </a:lnSpc>
              <a:spcBef>
                <a:spcPts val="0"/>
              </a:spcBef>
              <a:buClr>
                <a:schemeClr val="accent1"/>
              </a:buClr>
              <a:buFont typeface="Arial" charset="0"/>
              <a:buChar char="•"/>
              <a:defRPr sz="2000" b="0" kern="1200">
                <a:solidFill>
                  <a:schemeClr val="tx1"/>
                </a:solidFill>
                <a:latin typeface="+mn-lt"/>
                <a:ea typeface="+mn-ea"/>
                <a:cs typeface="+mn-cs"/>
              </a:defRPr>
            </a:lvl1pPr>
            <a:lvl2pPr marL="4572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2pPr>
            <a:lvl3pPr marL="9144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nl-NL" sz="1200" dirty="0">
                <a:latin typeface="Consolas" panose="020B0609020204030204" pitchFamily="49" charset="0"/>
              </a:rPr>
              <a:t>dnssec.nl.  3600  IN  NS  ns1.sidn.nl.</a:t>
            </a:r>
          </a:p>
          <a:p>
            <a:pPr marL="0" indent="0">
              <a:lnSpc>
                <a:spcPct val="100000"/>
              </a:lnSpc>
              <a:buNone/>
            </a:pPr>
            <a:r>
              <a:rPr lang="nl-NL" sz="1200" dirty="0">
                <a:latin typeface="Consolas" panose="020B0609020204030204" pitchFamily="49" charset="0"/>
              </a:rPr>
              <a:t>dnssec.nl.  3600  IN  NS  ns2.sidn.nl.</a:t>
            </a:r>
          </a:p>
        </p:txBody>
      </p:sp>
      <p:sp>
        <p:nvSpPr>
          <p:cNvPr id="7" name="Text Placeholder 2"/>
          <p:cNvSpPr txBox="1">
            <a:spLocks/>
          </p:cNvSpPr>
          <p:nvPr/>
        </p:nvSpPr>
        <p:spPr>
          <a:xfrm>
            <a:off x="4200933" y="4406522"/>
            <a:ext cx="4133850" cy="578999"/>
          </a:xfrm>
          <a:prstGeom prst="rect">
            <a:avLst/>
          </a:prstGeom>
        </p:spPr>
        <p:txBody>
          <a:bodyPr vert="horz" wrap="square" lIns="0" tIns="0" rIns="0" bIns="0" rtlCol="0" anchor="t" anchorCtr="0">
            <a:noAutofit/>
          </a:bodyPr>
          <a:lstStyle>
            <a:lvl1pPr marL="342900" indent="-342900" algn="l" defTabSz="457200" rtl="0" eaLnBrk="1" latinLnBrk="0" hangingPunct="1">
              <a:lnSpc>
                <a:spcPts val="2400"/>
              </a:lnSpc>
              <a:spcBef>
                <a:spcPts val="0"/>
              </a:spcBef>
              <a:buClr>
                <a:schemeClr val="accent1"/>
              </a:buClr>
              <a:buFont typeface="Arial" charset="0"/>
              <a:buChar char="•"/>
              <a:defRPr sz="2000" b="0" kern="1200">
                <a:solidFill>
                  <a:schemeClr val="tx1"/>
                </a:solidFill>
                <a:latin typeface="+mn-lt"/>
                <a:ea typeface="+mn-ea"/>
                <a:cs typeface="+mn-cs"/>
              </a:defRPr>
            </a:lvl1pPr>
            <a:lvl2pPr marL="4572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2pPr>
            <a:lvl3pPr marL="9144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sz="1200" dirty="0">
                <a:latin typeface="Consolas" panose="020B0609020204030204" pitchFamily="49" charset="0"/>
              </a:rPr>
              <a:t>lists.dnssec.nl.  14400   IN  A   145.100.189.76</a:t>
            </a:r>
          </a:p>
          <a:p>
            <a:pPr marL="0" indent="0">
              <a:lnSpc>
                <a:spcPct val="100000"/>
              </a:lnSpc>
              <a:buNone/>
            </a:pPr>
            <a:r>
              <a:rPr lang="en-US" sz="1200" dirty="0">
                <a:latin typeface="Consolas" panose="020B0609020204030204" pitchFamily="49" charset="0"/>
              </a:rPr>
              <a:t>dnssec.nl.        14400   IN  NS  ns1.sidn.nl.</a:t>
            </a:r>
          </a:p>
          <a:p>
            <a:pPr marL="0" indent="0">
              <a:lnSpc>
                <a:spcPct val="100000"/>
              </a:lnSpc>
              <a:buNone/>
            </a:pPr>
            <a:r>
              <a:rPr lang="en-US" sz="1200" dirty="0">
                <a:latin typeface="Consolas" panose="020B0609020204030204" pitchFamily="49" charset="0"/>
              </a:rPr>
              <a:t>dnssec.nl.        14400   IN  NS  ns2.sidn.nl.</a:t>
            </a:r>
            <a:endParaRPr lang="nl-NL" sz="1200" dirty="0">
              <a:latin typeface="Consolas" panose="020B0609020204030204" pitchFamily="49" charset="0"/>
            </a:endParaRPr>
          </a:p>
        </p:txBody>
      </p:sp>
      <p:sp>
        <p:nvSpPr>
          <p:cNvPr id="8" name="Rectangle 7"/>
          <p:cNvSpPr/>
          <p:nvPr/>
        </p:nvSpPr>
        <p:spPr>
          <a:xfrm>
            <a:off x="2644141" y="2330069"/>
            <a:ext cx="1975902" cy="187882"/>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Rectangle 8"/>
          <p:cNvSpPr/>
          <p:nvPr/>
        </p:nvSpPr>
        <p:spPr>
          <a:xfrm>
            <a:off x="4902005" y="2504176"/>
            <a:ext cx="3119894" cy="794384"/>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0" name="Rectangle 9"/>
          <p:cNvSpPr/>
          <p:nvPr/>
        </p:nvSpPr>
        <p:spPr>
          <a:xfrm>
            <a:off x="6370320" y="2893627"/>
            <a:ext cx="1294708" cy="187882"/>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1" name="Rectangle 10"/>
          <p:cNvSpPr/>
          <p:nvPr/>
        </p:nvSpPr>
        <p:spPr>
          <a:xfrm>
            <a:off x="5232037" y="3535292"/>
            <a:ext cx="3326647" cy="397785"/>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Rectangle 11"/>
          <p:cNvSpPr/>
          <p:nvPr/>
        </p:nvSpPr>
        <p:spPr>
          <a:xfrm>
            <a:off x="7117080" y="3562793"/>
            <a:ext cx="1373279" cy="187882"/>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Rectangle 12"/>
          <p:cNvSpPr/>
          <p:nvPr/>
        </p:nvSpPr>
        <p:spPr>
          <a:xfrm>
            <a:off x="4137183" y="4383422"/>
            <a:ext cx="4170930" cy="602099"/>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Rectangle 13"/>
          <p:cNvSpPr/>
          <p:nvPr/>
        </p:nvSpPr>
        <p:spPr>
          <a:xfrm>
            <a:off x="6690361" y="4407954"/>
            <a:ext cx="1583826" cy="187882"/>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cxnSp>
        <p:nvCxnSpPr>
          <p:cNvPr id="17" name="Straight Arrow Connector 16"/>
          <p:cNvCxnSpPr>
            <a:stCxn id="10" idx="2"/>
            <a:endCxn id="11" idx="0"/>
          </p:cNvCxnSpPr>
          <p:nvPr/>
        </p:nvCxnSpPr>
        <p:spPr>
          <a:xfrm flipH="1">
            <a:off x="6895361" y="3081509"/>
            <a:ext cx="122313" cy="453783"/>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12" idx="2"/>
            <a:endCxn id="13" idx="0"/>
          </p:cNvCxnSpPr>
          <p:nvPr/>
        </p:nvCxnSpPr>
        <p:spPr>
          <a:xfrm flipH="1">
            <a:off x="6222648" y="3750675"/>
            <a:ext cx="1581072" cy="63274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458469" y="1558579"/>
            <a:ext cx="3216043" cy="2268731"/>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cxnSp>
        <p:nvCxnSpPr>
          <p:cNvPr id="26" name="Straight Arrow Connector 25"/>
          <p:cNvCxnSpPr>
            <a:stCxn id="36" idx="2"/>
            <a:endCxn id="25" idx="1"/>
          </p:cNvCxnSpPr>
          <p:nvPr/>
        </p:nvCxnSpPr>
        <p:spPr>
          <a:xfrm>
            <a:off x="937059" y="1769033"/>
            <a:ext cx="521410" cy="92391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70157" y="1581151"/>
            <a:ext cx="533803" cy="187882"/>
          </a:xfrm>
          <a:prstGeom prst="rect">
            <a:avLst/>
          </a:prstGeom>
          <a:noFill/>
          <a:ln w="190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6" name="TextBox 5">
            <a:extLst>
              <a:ext uri="{FF2B5EF4-FFF2-40B4-BE49-F238E27FC236}">
                <a16:creationId xmlns:a16="http://schemas.microsoft.com/office/drawing/2014/main" id="{F8F9DC74-2D12-2B5C-D9CE-3DBE7EC7E259}"/>
              </a:ext>
            </a:extLst>
          </p:cNvPr>
          <p:cNvSpPr txBox="1"/>
          <p:nvPr/>
        </p:nvSpPr>
        <p:spPr>
          <a:xfrm>
            <a:off x="545293" y="3827310"/>
            <a:ext cx="2052165" cy="338554"/>
          </a:xfrm>
          <a:prstGeom prst="rect">
            <a:avLst/>
          </a:prstGeom>
          <a:noFill/>
        </p:spPr>
        <p:txBody>
          <a:bodyPr wrap="none" rtlCol="0">
            <a:spAutoFit/>
          </a:bodyPr>
          <a:lstStyle/>
          <a:p>
            <a:r>
              <a:rPr lang="en-US" sz="1600" dirty="0"/>
              <a:t>second level domain</a:t>
            </a:r>
            <a:endParaRPr lang="nl-NL" sz="1600" dirty="0"/>
          </a:p>
        </p:txBody>
      </p:sp>
      <p:sp>
        <p:nvSpPr>
          <p:cNvPr id="19" name="TextBox 18">
            <a:extLst>
              <a:ext uri="{FF2B5EF4-FFF2-40B4-BE49-F238E27FC236}">
                <a16:creationId xmlns:a16="http://schemas.microsoft.com/office/drawing/2014/main" id="{473DC23D-D583-15DB-9041-0D02AAB03D76}"/>
              </a:ext>
            </a:extLst>
          </p:cNvPr>
          <p:cNvSpPr txBox="1"/>
          <p:nvPr/>
        </p:nvSpPr>
        <p:spPr>
          <a:xfrm>
            <a:off x="7077140" y="2092968"/>
            <a:ext cx="1677062" cy="338554"/>
          </a:xfrm>
          <a:prstGeom prst="rect">
            <a:avLst/>
          </a:prstGeom>
          <a:noFill/>
        </p:spPr>
        <p:txBody>
          <a:bodyPr wrap="none" rtlCol="0">
            <a:spAutoFit/>
          </a:bodyPr>
          <a:lstStyle/>
          <a:p>
            <a:r>
              <a:rPr lang="en-US" sz="1600" dirty="0"/>
              <a:t>top level domain</a:t>
            </a:r>
            <a:endParaRPr lang="nl-NL" sz="1600" dirty="0"/>
          </a:p>
        </p:txBody>
      </p:sp>
      <p:sp>
        <p:nvSpPr>
          <p:cNvPr id="24" name="TextBox 23">
            <a:extLst>
              <a:ext uri="{FF2B5EF4-FFF2-40B4-BE49-F238E27FC236}">
                <a16:creationId xmlns:a16="http://schemas.microsoft.com/office/drawing/2014/main" id="{1690F409-2348-9247-BBC5-8C3A0B2534DF}"/>
              </a:ext>
            </a:extLst>
          </p:cNvPr>
          <p:cNvSpPr txBox="1"/>
          <p:nvPr/>
        </p:nvSpPr>
        <p:spPr>
          <a:xfrm>
            <a:off x="4706674" y="1497182"/>
            <a:ext cx="1268296" cy="338554"/>
          </a:xfrm>
          <a:prstGeom prst="rect">
            <a:avLst/>
          </a:prstGeom>
          <a:noFill/>
        </p:spPr>
        <p:txBody>
          <a:bodyPr wrap="none" rtlCol="0">
            <a:spAutoFit/>
          </a:bodyPr>
          <a:lstStyle/>
          <a:p>
            <a:r>
              <a:rPr lang="en-US" sz="1600" dirty="0"/>
              <a:t>domain root</a:t>
            </a:r>
            <a:endParaRPr lang="nl-NL" sz="1600" dirty="0"/>
          </a:p>
        </p:txBody>
      </p:sp>
    </p:spTree>
    <p:extLst>
      <p:ext uri="{BB962C8B-B14F-4D97-AF65-F5344CB8AC3E}">
        <p14:creationId xmlns:p14="http://schemas.microsoft.com/office/powerpoint/2010/main" val="189503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50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par>
                          <p:cTn id="11" fill="hold">
                            <p:stCondLst>
                              <p:cond delay="1000"/>
                            </p:stCondLst>
                            <p:childTnLst>
                              <p:par>
                                <p:cTn id="12" presetID="22" presetClass="entr" presetSubtype="1"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500"/>
                                        <p:tgtEl>
                                          <p:spTgt spid="26"/>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par>
                                <p:cTn id="18" presetID="10" presetClass="entr" presetSubtype="0" fill="hold" grpId="1"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59">
                                            <p:txEl>
                                              <p:pRg st="0" end="0"/>
                                            </p:txEl>
                                          </p:spTgt>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grpId="0" nodeType="afterEffect">
                                  <p:stCondLst>
                                    <p:cond delay="50"/>
                                  </p:stCondLst>
                                  <p:childTnLst>
                                    <p:set>
                                      <p:cBhvr>
                                        <p:cTn id="25" dur="1" fill="hold">
                                          <p:stCondLst>
                                            <p:cond delay="0"/>
                                          </p:stCondLst>
                                        </p:cTn>
                                        <p:tgtEl>
                                          <p:spTgt spid="59">
                                            <p:txEl>
                                              <p:pRg st="1" end="1"/>
                                            </p:txEl>
                                          </p:spTgt>
                                        </p:tgtEl>
                                        <p:attrNameLst>
                                          <p:attrName>style.visibility</p:attrName>
                                        </p:attrNameLst>
                                      </p:cBhvr>
                                      <p:to>
                                        <p:strVal val="visible"/>
                                      </p:to>
                                    </p:set>
                                  </p:childTnLst>
                                </p:cTn>
                              </p:par>
                            </p:childTnLst>
                          </p:cTn>
                        </p:par>
                        <p:par>
                          <p:cTn id="26" fill="hold">
                            <p:stCondLst>
                              <p:cond delay="2050"/>
                            </p:stCondLst>
                            <p:childTnLst>
                              <p:par>
                                <p:cTn id="27" presetID="1" presetClass="entr" presetSubtype="0" fill="hold" grpId="0" nodeType="afterEffect">
                                  <p:stCondLst>
                                    <p:cond delay="50"/>
                                  </p:stCondLst>
                                  <p:childTnLst>
                                    <p:set>
                                      <p:cBhvr>
                                        <p:cTn id="28" dur="1" fill="hold">
                                          <p:stCondLst>
                                            <p:cond delay="0"/>
                                          </p:stCondLst>
                                        </p:cTn>
                                        <p:tgtEl>
                                          <p:spTgt spid="59">
                                            <p:txEl>
                                              <p:pRg st="2" end="2"/>
                                            </p:txEl>
                                          </p:spTgt>
                                        </p:tgtEl>
                                        <p:attrNameLst>
                                          <p:attrName>style.visibility</p:attrName>
                                        </p:attrNameLst>
                                      </p:cBhvr>
                                      <p:to>
                                        <p:strVal val="visible"/>
                                      </p:to>
                                    </p:set>
                                  </p:childTnLst>
                                </p:cTn>
                              </p:par>
                            </p:childTnLst>
                          </p:cTn>
                        </p:par>
                        <p:par>
                          <p:cTn id="29" fill="hold">
                            <p:stCondLst>
                              <p:cond delay="2100"/>
                            </p:stCondLst>
                            <p:childTnLst>
                              <p:par>
                                <p:cTn id="30" presetID="1" presetClass="entr" presetSubtype="0" fill="hold" grpId="0" nodeType="afterEffect">
                                  <p:stCondLst>
                                    <p:cond delay="50"/>
                                  </p:stCondLst>
                                  <p:childTnLst>
                                    <p:set>
                                      <p:cBhvr>
                                        <p:cTn id="31" dur="1" fill="hold">
                                          <p:stCondLst>
                                            <p:cond delay="0"/>
                                          </p:stCondLst>
                                        </p:cTn>
                                        <p:tgtEl>
                                          <p:spTgt spid="59">
                                            <p:txEl>
                                              <p:pRg st="3" end="3"/>
                                            </p:txEl>
                                          </p:spTgt>
                                        </p:tgtEl>
                                        <p:attrNameLst>
                                          <p:attrName>style.visibility</p:attrName>
                                        </p:attrNameLst>
                                      </p:cBhvr>
                                      <p:to>
                                        <p:strVal val="visible"/>
                                      </p:to>
                                    </p:set>
                                  </p:childTnLst>
                                </p:cTn>
                              </p:par>
                            </p:childTnLst>
                          </p:cTn>
                        </p:par>
                        <p:par>
                          <p:cTn id="32" fill="hold">
                            <p:stCondLst>
                              <p:cond delay="2150"/>
                            </p:stCondLst>
                            <p:childTnLst>
                              <p:par>
                                <p:cTn id="33" presetID="1" presetClass="entr" presetSubtype="0" fill="hold" grpId="0" nodeType="afterEffect">
                                  <p:stCondLst>
                                    <p:cond delay="50"/>
                                  </p:stCondLst>
                                  <p:childTnLst>
                                    <p:set>
                                      <p:cBhvr>
                                        <p:cTn id="34" dur="1" fill="hold">
                                          <p:stCondLst>
                                            <p:cond delay="0"/>
                                          </p:stCondLst>
                                        </p:cTn>
                                        <p:tgtEl>
                                          <p:spTgt spid="59">
                                            <p:txEl>
                                              <p:pRg st="4" end="4"/>
                                            </p:txEl>
                                          </p:spTgt>
                                        </p:tgtEl>
                                        <p:attrNameLst>
                                          <p:attrName>style.visibility</p:attrName>
                                        </p:attrNameLst>
                                      </p:cBhvr>
                                      <p:to>
                                        <p:strVal val="visible"/>
                                      </p:to>
                                    </p:set>
                                  </p:childTnLst>
                                </p:cTn>
                              </p:par>
                            </p:childTnLst>
                          </p:cTn>
                        </p:par>
                        <p:par>
                          <p:cTn id="35" fill="hold">
                            <p:stCondLst>
                              <p:cond delay="2200"/>
                            </p:stCondLst>
                            <p:childTnLst>
                              <p:par>
                                <p:cTn id="36" presetID="1" presetClass="entr" presetSubtype="0" fill="hold" grpId="0" nodeType="afterEffect">
                                  <p:stCondLst>
                                    <p:cond delay="50"/>
                                  </p:stCondLst>
                                  <p:childTnLst>
                                    <p:set>
                                      <p:cBhvr>
                                        <p:cTn id="37" dur="1" fill="hold">
                                          <p:stCondLst>
                                            <p:cond delay="0"/>
                                          </p:stCondLst>
                                        </p:cTn>
                                        <p:tgtEl>
                                          <p:spTgt spid="59">
                                            <p:txEl>
                                              <p:pRg st="5" end="5"/>
                                            </p:txEl>
                                          </p:spTgt>
                                        </p:tgtEl>
                                        <p:attrNameLst>
                                          <p:attrName>style.visibility</p:attrName>
                                        </p:attrNameLst>
                                      </p:cBhvr>
                                      <p:to>
                                        <p:strVal val="visible"/>
                                      </p:to>
                                    </p:set>
                                  </p:childTnLst>
                                </p:cTn>
                              </p:par>
                            </p:childTnLst>
                          </p:cTn>
                        </p:par>
                        <p:par>
                          <p:cTn id="38" fill="hold">
                            <p:stCondLst>
                              <p:cond delay="2250"/>
                            </p:stCondLst>
                            <p:childTnLst>
                              <p:par>
                                <p:cTn id="39" presetID="1" presetClass="entr" presetSubtype="0" fill="hold" grpId="0" nodeType="afterEffect">
                                  <p:stCondLst>
                                    <p:cond delay="50"/>
                                  </p:stCondLst>
                                  <p:childTnLst>
                                    <p:set>
                                      <p:cBhvr>
                                        <p:cTn id="40" dur="1" fill="hold">
                                          <p:stCondLst>
                                            <p:cond delay="0"/>
                                          </p:stCondLst>
                                        </p:cTn>
                                        <p:tgtEl>
                                          <p:spTgt spid="59">
                                            <p:txEl>
                                              <p:pRg st="6" end="6"/>
                                            </p:txEl>
                                          </p:spTgt>
                                        </p:tgtEl>
                                        <p:attrNameLst>
                                          <p:attrName>style.visibility</p:attrName>
                                        </p:attrNameLst>
                                      </p:cBhvr>
                                      <p:to>
                                        <p:strVal val="visible"/>
                                      </p:to>
                                    </p:set>
                                  </p:childTnLst>
                                </p:cTn>
                              </p:par>
                            </p:childTnLst>
                          </p:cTn>
                        </p:par>
                        <p:par>
                          <p:cTn id="41" fill="hold">
                            <p:stCondLst>
                              <p:cond delay="2300"/>
                            </p:stCondLst>
                            <p:childTnLst>
                              <p:par>
                                <p:cTn id="42" presetID="1" presetClass="entr" presetSubtype="0" fill="hold" grpId="0" nodeType="afterEffect">
                                  <p:stCondLst>
                                    <p:cond delay="50"/>
                                  </p:stCondLst>
                                  <p:childTnLst>
                                    <p:set>
                                      <p:cBhvr>
                                        <p:cTn id="43" dur="1" fill="hold">
                                          <p:stCondLst>
                                            <p:cond delay="0"/>
                                          </p:stCondLst>
                                        </p:cTn>
                                        <p:tgtEl>
                                          <p:spTgt spid="59">
                                            <p:txEl>
                                              <p:pRg st="7" end="7"/>
                                            </p:txEl>
                                          </p:spTgt>
                                        </p:tgtEl>
                                        <p:attrNameLst>
                                          <p:attrName>style.visibility</p:attrName>
                                        </p:attrNameLst>
                                      </p:cBhvr>
                                      <p:to>
                                        <p:strVal val="visible"/>
                                      </p:to>
                                    </p:set>
                                  </p:childTnLst>
                                </p:cTn>
                              </p:par>
                            </p:childTnLst>
                          </p:cTn>
                        </p:par>
                        <p:par>
                          <p:cTn id="44" fill="hold">
                            <p:stCondLst>
                              <p:cond delay="2350"/>
                            </p:stCondLst>
                            <p:childTnLst>
                              <p:par>
                                <p:cTn id="45" presetID="1" presetClass="entr" presetSubtype="0" fill="hold" grpId="0" nodeType="afterEffect">
                                  <p:stCondLst>
                                    <p:cond delay="50"/>
                                  </p:stCondLst>
                                  <p:childTnLst>
                                    <p:set>
                                      <p:cBhvr>
                                        <p:cTn id="46" dur="1" fill="hold">
                                          <p:stCondLst>
                                            <p:cond delay="0"/>
                                          </p:stCondLst>
                                        </p:cTn>
                                        <p:tgtEl>
                                          <p:spTgt spid="59">
                                            <p:txEl>
                                              <p:pRg st="8" end="8"/>
                                            </p:txEl>
                                          </p:spTgt>
                                        </p:tgtEl>
                                        <p:attrNameLst>
                                          <p:attrName>style.visibility</p:attrName>
                                        </p:attrNameLst>
                                      </p:cBhvr>
                                      <p:to>
                                        <p:strVal val="visible"/>
                                      </p:to>
                                    </p:set>
                                  </p:childTnLst>
                                </p:cTn>
                              </p:par>
                            </p:childTnLst>
                          </p:cTn>
                        </p:par>
                        <p:par>
                          <p:cTn id="47" fill="hold">
                            <p:stCondLst>
                              <p:cond delay="2400"/>
                            </p:stCondLst>
                            <p:childTnLst>
                              <p:par>
                                <p:cTn id="48" presetID="1" presetClass="entr" presetSubtype="0" fill="hold" grpId="0" nodeType="afterEffect">
                                  <p:stCondLst>
                                    <p:cond delay="50"/>
                                  </p:stCondLst>
                                  <p:childTnLst>
                                    <p:set>
                                      <p:cBhvr>
                                        <p:cTn id="49" dur="1" fill="hold">
                                          <p:stCondLst>
                                            <p:cond delay="0"/>
                                          </p:stCondLst>
                                        </p:cTn>
                                        <p:tgtEl>
                                          <p:spTgt spid="59">
                                            <p:txEl>
                                              <p:pRg st="9" end="9"/>
                                            </p:txEl>
                                          </p:spTgt>
                                        </p:tgtEl>
                                        <p:attrNameLst>
                                          <p:attrName>style.visibility</p:attrName>
                                        </p:attrNameLst>
                                      </p:cBhvr>
                                      <p:to>
                                        <p:strVal val="visible"/>
                                      </p:to>
                                    </p:set>
                                  </p:childTnLst>
                                </p:cTn>
                              </p:par>
                            </p:childTnLst>
                          </p:cTn>
                        </p:par>
                        <p:par>
                          <p:cTn id="50" fill="hold">
                            <p:stCondLst>
                              <p:cond delay="2450"/>
                            </p:stCondLst>
                            <p:childTnLst>
                              <p:par>
                                <p:cTn id="51" presetID="1" presetClass="entr" presetSubtype="0" fill="hold" grpId="0" nodeType="afterEffect">
                                  <p:stCondLst>
                                    <p:cond delay="50"/>
                                  </p:stCondLst>
                                  <p:childTnLst>
                                    <p:set>
                                      <p:cBhvr>
                                        <p:cTn id="52" dur="1" fill="hold">
                                          <p:stCondLst>
                                            <p:cond delay="0"/>
                                          </p:stCondLst>
                                        </p:cTn>
                                        <p:tgtEl>
                                          <p:spTgt spid="59">
                                            <p:txEl>
                                              <p:pRg st="10" end="10"/>
                                            </p:txEl>
                                          </p:spTgt>
                                        </p:tgtEl>
                                        <p:attrNameLst>
                                          <p:attrName>style.visibility</p:attrName>
                                        </p:attrNameLst>
                                      </p:cBhvr>
                                      <p:to>
                                        <p:strVal val="visible"/>
                                      </p:to>
                                    </p:set>
                                  </p:childTnLst>
                                </p:cTn>
                              </p:par>
                            </p:childTnLst>
                          </p:cTn>
                        </p:par>
                        <p:par>
                          <p:cTn id="53" fill="hold">
                            <p:stCondLst>
                              <p:cond delay="2500"/>
                            </p:stCondLst>
                            <p:childTnLst>
                              <p:par>
                                <p:cTn id="54" presetID="1" presetClass="entr" presetSubtype="0" fill="hold" grpId="0" nodeType="afterEffect">
                                  <p:stCondLst>
                                    <p:cond delay="50"/>
                                  </p:stCondLst>
                                  <p:childTnLst>
                                    <p:set>
                                      <p:cBhvr>
                                        <p:cTn id="55" dur="1" fill="hold">
                                          <p:stCondLst>
                                            <p:cond delay="0"/>
                                          </p:stCondLst>
                                        </p:cTn>
                                        <p:tgtEl>
                                          <p:spTgt spid="59">
                                            <p:txEl>
                                              <p:pRg st="11" end="11"/>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500"/>
                                        <p:tgtEl>
                                          <p:spTgt spid="36"/>
                                        </p:tgtEl>
                                      </p:cBhvr>
                                    </p:animEffect>
                                    <p:set>
                                      <p:cBhvr>
                                        <p:cTn id="60" dur="1" fill="hold">
                                          <p:stCondLst>
                                            <p:cond delay="499"/>
                                          </p:stCondLst>
                                        </p:cTn>
                                        <p:tgtEl>
                                          <p:spTgt spid="36"/>
                                        </p:tgtEl>
                                        <p:attrNameLst>
                                          <p:attrName>style.visibility</p:attrName>
                                        </p:attrNameLst>
                                      </p:cBhvr>
                                      <p:to>
                                        <p:strVal val="hidden"/>
                                      </p:to>
                                    </p:set>
                                  </p:childTnLst>
                                </p:cTn>
                              </p:par>
                            </p:childTnLst>
                          </p:cTn>
                        </p:par>
                        <p:par>
                          <p:cTn id="61" fill="hold">
                            <p:stCondLst>
                              <p:cond delay="500"/>
                            </p:stCondLst>
                            <p:childTnLst>
                              <p:par>
                                <p:cTn id="62" presetID="22" presetClass="exit" presetSubtype="1" fill="hold" nodeType="afterEffect">
                                  <p:stCondLst>
                                    <p:cond delay="0"/>
                                  </p:stCondLst>
                                  <p:childTnLst>
                                    <p:animEffect transition="out" filter="wipe(up)">
                                      <p:cBhvr>
                                        <p:cTn id="63" dur="500"/>
                                        <p:tgtEl>
                                          <p:spTgt spid="26"/>
                                        </p:tgtEl>
                                      </p:cBhvr>
                                    </p:animEffect>
                                    <p:set>
                                      <p:cBhvr>
                                        <p:cTn id="64" dur="1" fill="hold">
                                          <p:stCondLst>
                                            <p:cond delay="499"/>
                                          </p:stCondLst>
                                        </p:cTn>
                                        <p:tgtEl>
                                          <p:spTgt spid="26"/>
                                        </p:tgtEl>
                                        <p:attrNameLst>
                                          <p:attrName>style.visibility</p:attrName>
                                        </p:attrNameLst>
                                      </p:cBhvr>
                                      <p:to>
                                        <p:strVal val="hidden"/>
                                      </p:to>
                                    </p:set>
                                  </p:childTnLst>
                                </p:cTn>
                              </p:par>
                            </p:childTnLst>
                          </p:cTn>
                        </p:par>
                        <p:par>
                          <p:cTn id="65" fill="hold">
                            <p:stCondLst>
                              <p:cond delay="1000"/>
                            </p:stCondLst>
                            <p:childTnLst>
                              <p:par>
                                <p:cTn id="66" presetID="10" presetClass="exit" presetSubtype="0" fill="hold" grpId="1" nodeType="afterEffect">
                                  <p:stCondLst>
                                    <p:cond delay="0"/>
                                  </p:stCondLst>
                                  <p:childTnLst>
                                    <p:animEffect transition="out" filter="fade">
                                      <p:cBhvr>
                                        <p:cTn id="67" dur="500"/>
                                        <p:tgtEl>
                                          <p:spTgt spid="25"/>
                                        </p:tgtEl>
                                      </p:cBhvr>
                                    </p:animEffect>
                                    <p:set>
                                      <p:cBhvr>
                                        <p:cTn id="68" dur="1" fill="hold">
                                          <p:stCondLst>
                                            <p:cond delay="499"/>
                                          </p:stCondLst>
                                        </p:cTn>
                                        <p:tgtEl>
                                          <p:spTgt spid="25"/>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500"/>
                                        <p:tgtEl>
                                          <p:spTgt spid="24"/>
                                        </p:tgtEl>
                                      </p:cBhvr>
                                    </p:animEffect>
                                    <p:set>
                                      <p:cBhvr>
                                        <p:cTn id="71" dur="1" fill="hold">
                                          <p:stCondLst>
                                            <p:cond delay="499"/>
                                          </p:stCondLst>
                                        </p:cTn>
                                        <p:tgtEl>
                                          <p:spTgt spid="24"/>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500"/>
                                        <p:tgtEl>
                                          <p:spTgt spid="8"/>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wipe(left)">
                                      <p:cBhvr>
                                        <p:cTn id="80" dur="500"/>
                                        <p:tgtEl>
                                          <p:spTgt spid="16"/>
                                        </p:tgtEl>
                                      </p:cBhvr>
                                    </p:animEffect>
                                  </p:childTnLst>
                                </p:cTn>
                              </p:par>
                            </p:childTnLst>
                          </p:cTn>
                        </p:par>
                        <p:par>
                          <p:cTn id="81" fill="hold">
                            <p:stCondLst>
                              <p:cond delay="1000"/>
                            </p:stCondLst>
                            <p:childTnLst>
                              <p:par>
                                <p:cTn id="82" presetID="1" presetClass="entr" presetSubtype="0" fill="hold" grpId="0" nodeType="afterEffect">
                                  <p:stCondLst>
                                    <p:cond delay="0"/>
                                  </p:stCondLst>
                                  <p:childTnLst>
                                    <p:set>
                                      <p:cBhvr>
                                        <p:cTn id="83" dur="1" fill="hold">
                                          <p:stCondLst>
                                            <p:cond delay="0"/>
                                          </p:stCondLst>
                                        </p:cTn>
                                        <p:tgtEl>
                                          <p:spTgt spid="9"/>
                                        </p:tgtEl>
                                        <p:attrNameLst>
                                          <p:attrName>style.visibility</p:attrName>
                                        </p:attrNameLst>
                                      </p:cBhvr>
                                      <p:to>
                                        <p:strVal val="visible"/>
                                      </p:to>
                                    </p:set>
                                  </p:childTnLst>
                                </p:cTn>
                              </p:par>
                              <p:par>
                                <p:cTn id="84" presetID="10"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childTnLst>
                          </p:cTn>
                        </p:par>
                        <p:par>
                          <p:cTn id="87" fill="hold">
                            <p:stCondLst>
                              <p:cond delay="1500"/>
                            </p:stCondLst>
                            <p:childTnLst>
                              <p:par>
                                <p:cTn id="88" presetID="1" presetClass="entr" presetSubtype="0" fill="hold" nodeType="afterEffect">
                                  <p:stCondLst>
                                    <p:cond delay="50"/>
                                  </p:stCondLst>
                                  <p:childTnLst>
                                    <p:set>
                                      <p:cBhvr>
                                        <p:cTn id="89" dur="1" fill="hold">
                                          <p:stCondLst>
                                            <p:cond delay="0"/>
                                          </p:stCondLst>
                                        </p:cTn>
                                        <p:tgtEl>
                                          <p:spTgt spid="4">
                                            <p:txEl>
                                              <p:pRg st="0" end="0"/>
                                            </p:txEl>
                                          </p:spTgt>
                                        </p:tgtEl>
                                        <p:attrNameLst>
                                          <p:attrName>style.visibility</p:attrName>
                                        </p:attrNameLst>
                                      </p:cBhvr>
                                      <p:to>
                                        <p:strVal val="visible"/>
                                      </p:to>
                                    </p:set>
                                  </p:childTnLst>
                                </p:cTn>
                              </p:par>
                            </p:childTnLst>
                          </p:cTn>
                        </p:par>
                        <p:par>
                          <p:cTn id="90" fill="hold">
                            <p:stCondLst>
                              <p:cond delay="1550"/>
                            </p:stCondLst>
                            <p:childTnLst>
                              <p:par>
                                <p:cTn id="91" presetID="1" presetClass="entr" presetSubtype="0" fill="hold" nodeType="afterEffect">
                                  <p:stCondLst>
                                    <p:cond delay="50"/>
                                  </p:stCondLst>
                                  <p:childTnLst>
                                    <p:set>
                                      <p:cBhvr>
                                        <p:cTn id="92" dur="1" fill="hold">
                                          <p:stCondLst>
                                            <p:cond delay="0"/>
                                          </p:stCondLst>
                                        </p:cTn>
                                        <p:tgtEl>
                                          <p:spTgt spid="4">
                                            <p:txEl>
                                              <p:pRg st="1" end="1"/>
                                            </p:txEl>
                                          </p:spTgt>
                                        </p:tgtEl>
                                        <p:attrNameLst>
                                          <p:attrName>style.visibility</p:attrName>
                                        </p:attrNameLst>
                                      </p:cBhvr>
                                      <p:to>
                                        <p:strVal val="visible"/>
                                      </p:to>
                                    </p:set>
                                  </p:childTnLst>
                                </p:cTn>
                              </p:par>
                            </p:childTnLst>
                          </p:cTn>
                        </p:par>
                        <p:par>
                          <p:cTn id="93" fill="hold">
                            <p:stCondLst>
                              <p:cond delay="1600"/>
                            </p:stCondLst>
                            <p:childTnLst>
                              <p:par>
                                <p:cTn id="94" presetID="1" presetClass="entr" presetSubtype="0" fill="hold" nodeType="afterEffect">
                                  <p:stCondLst>
                                    <p:cond delay="50"/>
                                  </p:stCondLst>
                                  <p:childTnLst>
                                    <p:set>
                                      <p:cBhvr>
                                        <p:cTn id="95" dur="1" fill="hold">
                                          <p:stCondLst>
                                            <p:cond delay="0"/>
                                          </p:stCondLst>
                                        </p:cTn>
                                        <p:tgtEl>
                                          <p:spTgt spid="4">
                                            <p:txEl>
                                              <p:pRg st="2" end="2"/>
                                            </p:txEl>
                                          </p:spTgt>
                                        </p:tgtEl>
                                        <p:attrNameLst>
                                          <p:attrName>style.visibility</p:attrName>
                                        </p:attrNameLst>
                                      </p:cBhvr>
                                      <p:to>
                                        <p:strVal val="visible"/>
                                      </p:to>
                                    </p:set>
                                  </p:childTnLst>
                                </p:cTn>
                              </p:par>
                            </p:childTnLst>
                          </p:cTn>
                        </p:par>
                        <p:par>
                          <p:cTn id="96" fill="hold">
                            <p:stCondLst>
                              <p:cond delay="1650"/>
                            </p:stCondLst>
                            <p:childTnLst>
                              <p:par>
                                <p:cTn id="97" presetID="1" presetClass="entr" presetSubtype="0" fill="hold" nodeType="afterEffect">
                                  <p:stCondLst>
                                    <p:cond delay="50"/>
                                  </p:stCondLst>
                                  <p:childTnLst>
                                    <p:set>
                                      <p:cBhvr>
                                        <p:cTn id="9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500"/>
                                        <p:tgtEl>
                                          <p:spTgt spid="8"/>
                                        </p:tgtEl>
                                      </p:cBhvr>
                                    </p:animEffect>
                                    <p:set>
                                      <p:cBhvr>
                                        <p:cTn id="103" dur="1" fill="hold">
                                          <p:stCondLst>
                                            <p:cond delay="499"/>
                                          </p:stCondLst>
                                        </p:cTn>
                                        <p:tgtEl>
                                          <p:spTgt spid="8"/>
                                        </p:tgtEl>
                                        <p:attrNameLst>
                                          <p:attrName>style.visibility</p:attrName>
                                        </p:attrNameLst>
                                      </p:cBhvr>
                                      <p:to>
                                        <p:strVal val="hidden"/>
                                      </p:to>
                                    </p:set>
                                  </p:childTnLst>
                                </p:cTn>
                              </p:par>
                            </p:childTnLst>
                          </p:cTn>
                        </p:par>
                        <p:par>
                          <p:cTn id="104" fill="hold">
                            <p:stCondLst>
                              <p:cond delay="500"/>
                            </p:stCondLst>
                            <p:childTnLst>
                              <p:par>
                                <p:cTn id="105" presetID="22" presetClass="exit" presetSubtype="8" fill="hold" nodeType="afterEffect">
                                  <p:stCondLst>
                                    <p:cond delay="0"/>
                                  </p:stCondLst>
                                  <p:childTnLst>
                                    <p:animEffect transition="out" filter="wipe(left)">
                                      <p:cBhvr>
                                        <p:cTn id="106" dur="500"/>
                                        <p:tgtEl>
                                          <p:spTgt spid="16"/>
                                        </p:tgtEl>
                                      </p:cBhvr>
                                    </p:animEffect>
                                    <p:set>
                                      <p:cBhvr>
                                        <p:cTn id="107" dur="1" fill="hold">
                                          <p:stCondLst>
                                            <p:cond delay="499"/>
                                          </p:stCondLst>
                                        </p:cTn>
                                        <p:tgtEl>
                                          <p:spTgt spid="16"/>
                                        </p:tgtEl>
                                        <p:attrNameLst>
                                          <p:attrName>style.visibility</p:attrName>
                                        </p:attrNameLst>
                                      </p:cBhvr>
                                      <p:to>
                                        <p:strVal val="hidden"/>
                                      </p:to>
                                    </p:set>
                                  </p:childTnLst>
                                </p:cTn>
                              </p:par>
                            </p:childTnLst>
                          </p:cTn>
                        </p:par>
                        <p:par>
                          <p:cTn id="108" fill="hold">
                            <p:stCondLst>
                              <p:cond delay="1000"/>
                            </p:stCondLst>
                            <p:childTnLst>
                              <p:par>
                                <p:cTn id="109" presetID="10" presetClass="exit" presetSubtype="0" fill="hold" grpId="1" nodeType="afterEffect">
                                  <p:stCondLst>
                                    <p:cond delay="0"/>
                                  </p:stCondLst>
                                  <p:childTnLst>
                                    <p:animEffect transition="out" filter="fade">
                                      <p:cBhvr>
                                        <p:cTn id="110" dur="500"/>
                                        <p:tgtEl>
                                          <p:spTgt spid="9"/>
                                        </p:tgtEl>
                                      </p:cBhvr>
                                    </p:animEffect>
                                    <p:set>
                                      <p:cBhvr>
                                        <p:cTn id="111" dur="1" fill="hold">
                                          <p:stCondLst>
                                            <p:cond delay="499"/>
                                          </p:stCondLst>
                                        </p:cTn>
                                        <p:tgtEl>
                                          <p:spTgt spid="9"/>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19"/>
                                        </p:tgtEl>
                                      </p:cBhvr>
                                    </p:animEffect>
                                    <p:set>
                                      <p:cBhvr>
                                        <p:cTn id="114" dur="1" fill="hold">
                                          <p:stCondLst>
                                            <p:cond delay="499"/>
                                          </p:stCondLst>
                                        </p:cTn>
                                        <p:tgtEl>
                                          <p:spTgt spid="19"/>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10"/>
                                        </p:tgtEl>
                                        <p:attrNameLst>
                                          <p:attrName>style.visibility</p:attrName>
                                        </p:attrNameLst>
                                      </p:cBhvr>
                                      <p:to>
                                        <p:strVal val="visible"/>
                                      </p:to>
                                    </p:set>
                                    <p:animEffect transition="in" filter="fade">
                                      <p:cBhvr>
                                        <p:cTn id="119" dur="500"/>
                                        <p:tgtEl>
                                          <p:spTgt spid="10"/>
                                        </p:tgtEl>
                                      </p:cBhvr>
                                    </p:animEffect>
                                  </p:childTnLst>
                                </p:cTn>
                              </p:par>
                            </p:childTnLst>
                          </p:cTn>
                        </p:par>
                        <p:par>
                          <p:cTn id="120" fill="hold">
                            <p:stCondLst>
                              <p:cond delay="500"/>
                            </p:stCondLst>
                            <p:childTnLst>
                              <p:par>
                                <p:cTn id="121" presetID="22" presetClass="entr" presetSubtype="1" fill="hold" nodeType="afterEffect">
                                  <p:stCondLst>
                                    <p:cond delay="0"/>
                                  </p:stCondLst>
                                  <p:childTnLst>
                                    <p:set>
                                      <p:cBhvr>
                                        <p:cTn id="122" dur="1" fill="hold">
                                          <p:stCondLst>
                                            <p:cond delay="0"/>
                                          </p:stCondLst>
                                        </p:cTn>
                                        <p:tgtEl>
                                          <p:spTgt spid="17"/>
                                        </p:tgtEl>
                                        <p:attrNameLst>
                                          <p:attrName>style.visibility</p:attrName>
                                        </p:attrNameLst>
                                      </p:cBhvr>
                                      <p:to>
                                        <p:strVal val="visible"/>
                                      </p:to>
                                    </p:set>
                                    <p:animEffect transition="in" filter="wipe(up)">
                                      <p:cBhvr>
                                        <p:cTn id="123" dur="500"/>
                                        <p:tgtEl>
                                          <p:spTgt spid="17"/>
                                        </p:tgtEl>
                                      </p:cBhvr>
                                    </p:animEffect>
                                  </p:childTnLst>
                                </p:cTn>
                              </p:par>
                            </p:childTnLst>
                          </p:cTn>
                        </p:par>
                        <p:par>
                          <p:cTn id="124" fill="hold">
                            <p:stCondLst>
                              <p:cond delay="1000"/>
                            </p:stCondLst>
                            <p:childTnLst>
                              <p:par>
                                <p:cTn id="125" presetID="1" presetClass="entr" presetSubtype="0" fill="hold" grpId="0" nodeType="afterEffect">
                                  <p:stCondLst>
                                    <p:cond delay="0"/>
                                  </p:stCondLst>
                                  <p:childTnLst>
                                    <p:set>
                                      <p:cBhvr>
                                        <p:cTn id="126" dur="1" fill="hold">
                                          <p:stCondLst>
                                            <p:cond delay="0"/>
                                          </p:stCondLst>
                                        </p:cTn>
                                        <p:tgtEl>
                                          <p:spTgt spid="11"/>
                                        </p:tgtEl>
                                        <p:attrNameLst>
                                          <p:attrName>style.visibility</p:attrName>
                                        </p:attrNameLst>
                                      </p:cBhvr>
                                      <p:to>
                                        <p:strVal val="visible"/>
                                      </p:to>
                                    </p:set>
                                  </p:childTnLst>
                                </p:cTn>
                              </p:par>
                              <p:par>
                                <p:cTn id="127" presetID="10" presetClass="entr" presetSubtype="0" fill="hold" grpId="0" nodeType="with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fade">
                                      <p:cBhvr>
                                        <p:cTn id="129" dur="500"/>
                                        <p:tgtEl>
                                          <p:spTgt spid="6"/>
                                        </p:tgtEl>
                                      </p:cBhvr>
                                    </p:animEffect>
                                  </p:childTnLst>
                                </p:cTn>
                              </p:par>
                            </p:childTnLst>
                          </p:cTn>
                        </p:par>
                        <p:par>
                          <p:cTn id="130" fill="hold">
                            <p:stCondLst>
                              <p:cond delay="1500"/>
                            </p:stCondLst>
                            <p:childTnLst>
                              <p:par>
                                <p:cTn id="131" presetID="1" presetClass="entr" presetSubtype="0" fill="hold" nodeType="afterEffect">
                                  <p:stCondLst>
                                    <p:cond delay="50"/>
                                  </p:stCondLst>
                                  <p:childTnLst>
                                    <p:set>
                                      <p:cBhvr>
                                        <p:cTn id="132" dur="1" fill="hold">
                                          <p:stCondLst>
                                            <p:cond delay="0"/>
                                          </p:stCondLst>
                                        </p:cTn>
                                        <p:tgtEl>
                                          <p:spTgt spid="5">
                                            <p:txEl>
                                              <p:pRg st="0" end="0"/>
                                            </p:txEl>
                                          </p:spTgt>
                                        </p:tgtEl>
                                        <p:attrNameLst>
                                          <p:attrName>style.visibility</p:attrName>
                                        </p:attrNameLst>
                                      </p:cBhvr>
                                      <p:to>
                                        <p:strVal val="visible"/>
                                      </p:to>
                                    </p:set>
                                  </p:childTnLst>
                                </p:cTn>
                              </p:par>
                            </p:childTnLst>
                          </p:cTn>
                        </p:par>
                        <p:par>
                          <p:cTn id="133" fill="hold">
                            <p:stCondLst>
                              <p:cond delay="1550"/>
                            </p:stCondLst>
                            <p:childTnLst>
                              <p:par>
                                <p:cTn id="134" presetID="1" presetClass="entr" presetSubtype="0" fill="hold" nodeType="afterEffect">
                                  <p:stCondLst>
                                    <p:cond delay="50"/>
                                  </p:stCondLst>
                                  <p:childTnLst>
                                    <p:set>
                                      <p:cBhvr>
                                        <p:cTn id="135"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0" presetClass="exit" presetSubtype="0" fill="hold" grpId="1" nodeType="clickEffect">
                                  <p:stCondLst>
                                    <p:cond delay="0"/>
                                  </p:stCondLst>
                                  <p:childTnLst>
                                    <p:animEffect transition="out" filter="fade">
                                      <p:cBhvr>
                                        <p:cTn id="139" dur="500"/>
                                        <p:tgtEl>
                                          <p:spTgt spid="10"/>
                                        </p:tgtEl>
                                      </p:cBhvr>
                                    </p:animEffect>
                                    <p:set>
                                      <p:cBhvr>
                                        <p:cTn id="140" dur="1" fill="hold">
                                          <p:stCondLst>
                                            <p:cond delay="499"/>
                                          </p:stCondLst>
                                        </p:cTn>
                                        <p:tgtEl>
                                          <p:spTgt spid="10"/>
                                        </p:tgtEl>
                                        <p:attrNameLst>
                                          <p:attrName>style.visibility</p:attrName>
                                        </p:attrNameLst>
                                      </p:cBhvr>
                                      <p:to>
                                        <p:strVal val="hidden"/>
                                      </p:to>
                                    </p:set>
                                  </p:childTnLst>
                                </p:cTn>
                              </p:par>
                              <p:par>
                                <p:cTn id="141" presetID="10" presetClass="exit" presetSubtype="0" fill="hold" grpId="1" nodeType="withEffect">
                                  <p:stCondLst>
                                    <p:cond delay="0"/>
                                  </p:stCondLst>
                                  <p:childTnLst>
                                    <p:animEffect transition="out" filter="fade">
                                      <p:cBhvr>
                                        <p:cTn id="142" dur="500"/>
                                        <p:tgtEl>
                                          <p:spTgt spid="6"/>
                                        </p:tgtEl>
                                      </p:cBhvr>
                                    </p:animEffect>
                                    <p:set>
                                      <p:cBhvr>
                                        <p:cTn id="143" dur="1" fill="hold">
                                          <p:stCondLst>
                                            <p:cond delay="499"/>
                                          </p:stCondLst>
                                        </p:cTn>
                                        <p:tgtEl>
                                          <p:spTgt spid="6"/>
                                        </p:tgtEl>
                                        <p:attrNameLst>
                                          <p:attrName>style.visibility</p:attrName>
                                        </p:attrNameLst>
                                      </p:cBhvr>
                                      <p:to>
                                        <p:strVal val="hidden"/>
                                      </p:to>
                                    </p:set>
                                  </p:childTnLst>
                                </p:cTn>
                              </p:par>
                            </p:childTnLst>
                          </p:cTn>
                        </p:par>
                        <p:par>
                          <p:cTn id="144" fill="hold">
                            <p:stCondLst>
                              <p:cond delay="500"/>
                            </p:stCondLst>
                            <p:childTnLst>
                              <p:par>
                                <p:cTn id="145" presetID="22" presetClass="exit" presetSubtype="1" fill="hold" nodeType="afterEffect">
                                  <p:stCondLst>
                                    <p:cond delay="0"/>
                                  </p:stCondLst>
                                  <p:childTnLst>
                                    <p:animEffect transition="out" filter="wipe(up)">
                                      <p:cBhvr>
                                        <p:cTn id="146" dur="500"/>
                                        <p:tgtEl>
                                          <p:spTgt spid="17"/>
                                        </p:tgtEl>
                                      </p:cBhvr>
                                    </p:animEffect>
                                    <p:set>
                                      <p:cBhvr>
                                        <p:cTn id="147" dur="1" fill="hold">
                                          <p:stCondLst>
                                            <p:cond delay="499"/>
                                          </p:stCondLst>
                                        </p:cTn>
                                        <p:tgtEl>
                                          <p:spTgt spid="17"/>
                                        </p:tgtEl>
                                        <p:attrNameLst>
                                          <p:attrName>style.visibility</p:attrName>
                                        </p:attrNameLst>
                                      </p:cBhvr>
                                      <p:to>
                                        <p:strVal val="hidden"/>
                                      </p:to>
                                    </p:set>
                                  </p:childTnLst>
                                </p:cTn>
                              </p:par>
                            </p:childTnLst>
                          </p:cTn>
                        </p:par>
                        <p:par>
                          <p:cTn id="148" fill="hold">
                            <p:stCondLst>
                              <p:cond delay="1000"/>
                            </p:stCondLst>
                            <p:childTnLst>
                              <p:par>
                                <p:cTn id="149" presetID="10" presetClass="exit" presetSubtype="0" fill="hold" grpId="1" nodeType="afterEffect">
                                  <p:stCondLst>
                                    <p:cond delay="0"/>
                                  </p:stCondLst>
                                  <p:childTnLst>
                                    <p:animEffect transition="out" filter="fade">
                                      <p:cBhvr>
                                        <p:cTn id="150" dur="500"/>
                                        <p:tgtEl>
                                          <p:spTgt spid="11"/>
                                        </p:tgtEl>
                                      </p:cBhvr>
                                    </p:animEffect>
                                    <p:set>
                                      <p:cBhvr>
                                        <p:cTn id="151" dur="1" fill="hold">
                                          <p:stCondLst>
                                            <p:cond delay="499"/>
                                          </p:stCondLst>
                                        </p:cTn>
                                        <p:tgtEl>
                                          <p:spTgt spid="11"/>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grpId="0" nodeType="clickEffect">
                                  <p:stCondLst>
                                    <p:cond delay="0"/>
                                  </p:stCondLst>
                                  <p:childTnLst>
                                    <p:set>
                                      <p:cBhvr>
                                        <p:cTn id="155" dur="1" fill="hold">
                                          <p:stCondLst>
                                            <p:cond delay="0"/>
                                          </p:stCondLst>
                                        </p:cTn>
                                        <p:tgtEl>
                                          <p:spTgt spid="12"/>
                                        </p:tgtEl>
                                        <p:attrNameLst>
                                          <p:attrName>style.visibility</p:attrName>
                                        </p:attrNameLst>
                                      </p:cBhvr>
                                      <p:to>
                                        <p:strVal val="visible"/>
                                      </p:to>
                                    </p:set>
                                    <p:animEffect transition="in" filter="fade">
                                      <p:cBhvr>
                                        <p:cTn id="156" dur="500"/>
                                        <p:tgtEl>
                                          <p:spTgt spid="12"/>
                                        </p:tgtEl>
                                      </p:cBhvr>
                                    </p:animEffect>
                                  </p:childTnLst>
                                </p:cTn>
                              </p:par>
                            </p:childTnLst>
                          </p:cTn>
                        </p:par>
                        <p:par>
                          <p:cTn id="157" fill="hold">
                            <p:stCondLst>
                              <p:cond delay="500"/>
                            </p:stCondLst>
                            <p:childTnLst>
                              <p:par>
                                <p:cTn id="158" presetID="22" presetClass="entr" presetSubtype="1" fill="hold" nodeType="afterEffect">
                                  <p:stCondLst>
                                    <p:cond delay="0"/>
                                  </p:stCondLst>
                                  <p:childTnLst>
                                    <p:set>
                                      <p:cBhvr>
                                        <p:cTn id="159" dur="1" fill="hold">
                                          <p:stCondLst>
                                            <p:cond delay="0"/>
                                          </p:stCondLst>
                                        </p:cTn>
                                        <p:tgtEl>
                                          <p:spTgt spid="20"/>
                                        </p:tgtEl>
                                        <p:attrNameLst>
                                          <p:attrName>style.visibility</p:attrName>
                                        </p:attrNameLst>
                                      </p:cBhvr>
                                      <p:to>
                                        <p:strVal val="visible"/>
                                      </p:to>
                                    </p:set>
                                    <p:animEffect transition="in" filter="wipe(up)">
                                      <p:cBhvr>
                                        <p:cTn id="160" dur="500"/>
                                        <p:tgtEl>
                                          <p:spTgt spid="20"/>
                                        </p:tgtEl>
                                      </p:cBhvr>
                                    </p:animEffect>
                                  </p:childTnLst>
                                </p:cTn>
                              </p:par>
                            </p:childTnLst>
                          </p:cTn>
                        </p:par>
                        <p:par>
                          <p:cTn id="161" fill="hold">
                            <p:stCondLst>
                              <p:cond delay="1000"/>
                            </p:stCondLst>
                            <p:childTnLst>
                              <p:par>
                                <p:cTn id="162" presetID="1" presetClass="entr" presetSubtype="0" fill="hold" grpId="0" nodeType="afterEffect">
                                  <p:stCondLst>
                                    <p:cond delay="0"/>
                                  </p:stCondLst>
                                  <p:childTnLst>
                                    <p:set>
                                      <p:cBhvr>
                                        <p:cTn id="163" dur="1" fill="hold">
                                          <p:stCondLst>
                                            <p:cond delay="0"/>
                                          </p:stCondLst>
                                        </p:cTn>
                                        <p:tgtEl>
                                          <p:spTgt spid="13"/>
                                        </p:tgtEl>
                                        <p:attrNameLst>
                                          <p:attrName>style.visibility</p:attrName>
                                        </p:attrNameLst>
                                      </p:cBhvr>
                                      <p:to>
                                        <p:strVal val="visible"/>
                                      </p:to>
                                    </p:set>
                                  </p:childTnLst>
                                </p:cTn>
                              </p:par>
                            </p:childTnLst>
                          </p:cTn>
                        </p:par>
                        <p:par>
                          <p:cTn id="164" fill="hold">
                            <p:stCondLst>
                              <p:cond delay="1000"/>
                            </p:stCondLst>
                            <p:childTnLst>
                              <p:par>
                                <p:cTn id="165" presetID="1" presetClass="entr" presetSubtype="0" fill="hold" nodeType="afterEffect">
                                  <p:stCondLst>
                                    <p:cond delay="50"/>
                                  </p:stCondLst>
                                  <p:childTnLst>
                                    <p:set>
                                      <p:cBhvr>
                                        <p:cTn id="166" dur="1" fill="hold">
                                          <p:stCondLst>
                                            <p:cond delay="0"/>
                                          </p:stCondLst>
                                        </p:cTn>
                                        <p:tgtEl>
                                          <p:spTgt spid="7">
                                            <p:txEl>
                                              <p:pRg st="0" end="0"/>
                                            </p:txEl>
                                          </p:spTgt>
                                        </p:tgtEl>
                                        <p:attrNameLst>
                                          <p:attrName>style.visibility</p:attrName>
                                        </p:attrNameLst>
                                      </p:cBhvr>
                                      <p:to>
                                        <p:strVal val="visible"/>
                                      </p:to>
                                    </p:set>
                                  </p:childTnLst>
                                </p:cTn>
                              </p:par>
                            </p:childTnLst>
                          </p:cTn>
                        </p:par>
                        <p:par>
                          <p:cTn id="167" fill="hold">
                            <p:stCondLst>
                              <p:cond delay="1050"/>
                            </p:stCondLst>
                            <p:childTnLst>
                              <p:par>
                                <p:cTn id="168" presetID="1" presetClass="entr" presetSubtype="0" fill="hold" nodeType="afterEffect">
                                  <p:stCondLst>
                                    <p:cond delay="0"/>
                                  </p:stCondLst>
                                  <p:childTnLst>
                                    <p:set>
                                      <p:cBhvr>
                                        <p:cTn id="169" dur="1" fill="hold">
                                          <p:stCondLst>
                                            <p:cond delay="0"/>
                                          </p:stCondLst>
                                        </p:cTn>
                                        <p:tgtEl>
                                          <p:spTgt spid="7">
                                            <p:txEl>
                                              <p:pRg st="1" end="1"/>
                                            </p:txEl>
                                          </p:spTgt>
                                        </p:tgtEl>
                                        <p:attrNameLst>
                                          <p:attrName>style.visibility</p:attrName>
                                        </p:attrNameLst>
                                      </p:cBhvr>
                                      <p:to>
                                        <p:strVal val="visible"/>
                                      </p:to>
                                    </p:set>
                                  </p:childTnLst>
                                </p:cTn>
                              </p:par>
                            </p:childTnLst>
                          </p:cTn>
                        </p:par>
                        <p:par>
                          <p:cTn id="170" fill="hold">
                            <p:stCondLst>
                              <p:cond delay="1050"/>
                            </p:stCondLst>
                            <p:childTnLst>
                              <p:par>
                                <p:cTn id="171" presetID="1" presetClass="entr" presetSubtype="0" fill="hold" nodeType="afterEffect">
                                  <p:stCondLst>
                                    <p:cond delay="50"/>
                                  </p:stCondLst>
                                  <p:childTnLst>
                                    <p:set>
                                      <p:cBhvr>
                                        <p:cTn id="17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14"/>
                                        </p:tgtEl>
                                        <p:attrNameLst>
                                          <p:attrName>style.visibility</p:attrName>
                                        </p:attrNameLst>
                                      </p:cBhvr>
                                      <p:to>
                                        <p:strVal val="visible"/>
                                      </p:to>
                                    </p:set>
                                    <p:animEffect transition="in" filter="fade">
                                      <p:cBhvr>
                                        <p:cTn id="177" dur="500"/>
                                        <p:tgtEl>
                                          <p:spTgt spid="14"/>
                                        </p:tgtEl>
                                      </p:cBhvr>
                                    </p:animEffect>
                                  </p:childTnLst>
                                </p:cTn>
                              </p:par>
                            </p:childTnLst>
                          </p:cTn>
                        </p:par>
                        <p:par>
                          <p:cTn id="178" fill="hold">
                            <p:stCondLst>
                              <p:cond delay="500"/>
                            </p:stCondLst>
                            <p:childTnLst>
                              <p:par>
                                <p:cTn id="179" presetID="10" presetClass="exit" presetSubtype="0" fill="hold" grpId="1" nodeType="afterEffect">
                                  <p:stCondLst>
                                    <p:cond delay="0"/>
                                  </p:stCondLst>
                                  <p:childTnLst>
                                    <p:animEffect transition="out" filter="fade">
                                      <p:cBhvr>
                                        <p:cTn id="180" dur="500"/>
                                        <p:tgtEl>
                                          <p:spTgt spid="12"/>
                                        </p:tgtEl>
                                      </p:cBhvr>
                                    </p:animEffect>
                                    <p:set>
                                      <p:cBhvr>
                                        <p:cTn id="181" dur="1" fill="hold">
                                          <p:stCondLst>
                                            <p:cond delay="499"/>
                                          </p:stCondLst>
                                        </p:cTn>
                                        <p:tgtEl>
                                          <p:spTgt spid="12"/>
                                        </p:tgtEl>
                                        <p:attrNameLst>
                                          <p:attrName>style.visibility</p:attrName>
                                        </p:attrNameLst>
                                      </p:cBhvr>
                                      <p:to>
                                        <p:strVal val="hidden"/>
                                      </p:to>
                                    </p:set>
                                  </p:childTnLst>
                                </p:cTn>
                              </p:par>
                            </p:childTnLst>
                          </p:cTn>
                        </p:par>
                        <p:par>
                          <p:cTn id="182" fill="hold">
                            <p:stCondLst>
                              <p:cond delay="1000"/>
                            </p:stCondLst>
                            <p:childTnLst>
                              <p:par>
                                <p:cTn id="183" presetID="22" presetClass="exit" presetSubtype="1" fill="hold" nodeType="afterEffect">
                                  <p:stCondLst>
                                    <p:cond delay="0"/>
                                  </p:stCondLst>
                                  <p:childTnLst>
                                    <p:animEffect transition="out" filter="wipe(up)">
                                      <p:cBhvr>
                                        <p:cTn id="184" dur="500"/>
                                        <p:tgtEl>
                                          <p:spTgt spid="20"/>
                                        </p:tgtEl>
                                      </p:cBhvr>
                                    </p:animEffect>
                                    <p:set>
                                      <p:cBhvr>
                                        <p:cTn id="185" dur="1" fill="hold">
                                          <p:stCondLst>
                                            <p:cond delay="499"/>
                                          </p:stCondLst>
                                        </p:cTn>
                                        <p:tgtEl>
                                          <p:spTgt spid="20"/>
                                        </p:tgtEl>
                                        <p:attrNameLst>
                                          <p:attrName>style.visibility</p:attrName>
                                        </p:attrNameLst>
                                      </p:cBhvr>
                                      <p:to>
                                        <p:strVal val="hidden"/>
                                      </p:to>
                                    </p:set>
                                  </p:childTnLst>
                                </p:cTn>
                              </p:par>
                            </p:childTnLst>
                          </p:cTn>
                        </p:par>
                        <p:par>
                          <p:cTn id="186" fill="hold">
                            <p:stCondLst>
                              <p:cond delay="1500"/>
                            </p:stCondLst>
                            <p:childTnLst>
                              <p:par>
                                <p:cTn id="187" presetID="10" presetClass="exit" presetSubtype="0" fill="hold" grpId="1" nodeType="afterEffect">
                                  <p:stCondLst>
                                    <p:cond delay="0"/>
                                  </p:stCondLst>
                                  <p:childTnLst>
                                    <p:animEffect transition="out" filter="fade">
                                      <p:cBhvr>
                                        <p:cTn id="188" dur="500"/>
                                        <p:tgtEl>
                                          <p:spTgt spid="13"/>
                                        </p:tgtEl>
                                      </p:cBhvr>
                                    </p:animEffect>
                                    <p:set>
                                      <p:cBhvr>
                                        <p:cTn id="18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uiExpand="1" build="p"/>
      <p:bldP spid="3" grpId="0" uiExpand="1" build="p"/>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25" grpId="0" animBg="1"/>
      <p:bldP spid="25" grpId="1" animBg="1"/>
      <p:bldP spid="36" grpId="0" animBg="1"/>
      <p:bldP spid="36" grpId="1" animBg="1"/>
      <p:bldP spid="6" grpId="0"/>
      <p:bldP spid="6" grpId="1"/>
      <p:bldP spid="19" grpId="0"/>
      <p:bldP spid="19" grpId="1"/>
      <p:bldP spid="24" grpId="0"/>
      <p:bldP spid="2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421843" y="4451021"/>
            <a:ext cx="1824802" cy="507831"/>
          </a:xfrm>
          <a:prstGeom prst="rect">
            <a:avLst/>
          </a:prstGeom>
          <a:noFill/>
        </p:spPr>
        <p:txBody>
          <a:bodyPr wrap="square" rtlCol="0">
            <a:spAutoFit/>
          </a:bodyPr>
          <a:lstStyle/>
          <a:p>
            <a:pPr algn="ctr"/>
            <a:r>
              <a:rPr lang="nl-NL" sz="1350" dirty="0"/>
              <a:t>Check Client Cache</a:t>
            </a:r>
          </a:p>
          <a:p>
            <a:r>
              <a:rPr lang="nl-NL" sz="1350" dirty="0"/>
              <a:t>Check hosts file</a:t>
            </a:r>
          </a:p>
        </p:txBody>
      </p:sp>
      <p:cxnSp>
        <p:nvCxnSpPr>
          <p:cNvPr id="7" name="Straight Arrow Connector 6"/>
          <p:cNvCxnSpPr>
            <a:stCxn id="5" idx="0"/>
            <a:endCxn id="47" idx="2"/>
          </p:cNvCxnSpPr>
          <p:nvPr/>
        </p:nvCxnSpPr>
        <p:spPr bwMode="auto">
          <a:xfrm flipV="1">
            <a:off x="5334244" y="4263445"/>
            <a:ext cx="1681" cy="187576"/>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 name="Title 1"/>
          <p:cNvSpPr>
            <a:spLocks noGrp="1"/>
          </p:cNvSpPr>
          <p:nvPr>
            <p:ph type="title"/>
          </p:nvPr>
        </p:nvSpPr>
        <p:spPr/>
        <p:txBody>
          <a:bodyPr/>
          <a:lstStyle/>
          <a:p>
            <a:r>
              <a:rPr lang="nl-NL" dirty="0"/>
              <a:t>DNS </a:t>
            </a:r>
            <a:r>
              <a:rPr lang="nl-NL" dirty="0" err="1"/>
              <a:t>resolve</a:t>
            </a:r>
            <a:r>
              <a:rPr lang="nl-NL" dirty="0"/>
              <a:t> </a:t>
            </a:r>
            <a:r>
              <a:rPr lang="nl-NL" dirty="0" err="1"/>
              <a:t>names</a:t>
            </a:r>
            <a:endParaRPr lang="nl-NL" dirty="0"/>
          </a:p>
        </p:txBody>
      </p:sp>
      <p:sp>
        <p:nvSpPr>
          <p:cNvPr id="13" name="Oval 6"/>
          <p:cNvSpPr>
            <a:spLocks noChangeArrowheads="1"/>
          </p:cNvSpPr>
          <p:nvPr/>
        </p:nvSpPr>
        <p:spPr bwMode="auto">
          <a:xfrm>
            <a:off x="2042267" y="1509001"/>
            <a:ext cx="2537032" cy="2972139"/>
          </a:xfrm>
          <a:prstGeom prst="ellipse">
            <a:avLst/>
          </a:prstGeom>
          <a:gradFill rotWithShape="1">
            <a:gsLst>
              <a:gs pos="0">
                <a:srgbClr val="F0F1FF"/>
              </a:gs>
              <a:gs pos="100000">
                <a:srgbClr val="B3C8DF"/>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nl-NL" sz="1350"/>
          </a:p>
        </p:txBody>
      </p:sp>
      <p:sp>
        <p:nvSpPr>
          <p:cNvPr id="14" name="AutoShape 8"/>
          <p:cNvSpPr>
            <a:spLocks noChangeArrowheads="1"/>
          </p:cNvSpPr>
          <p:nvPr/>
        </p:nvSpPr>
        <p:spPr bwMode="auto">
          <a:xfrm>
            <a:off x="6565831" y="3592106"/>
            <a:ext cx="1548125" cy="273750"/>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200"/>
              <a:t>Nwtraders.com</a:t>
            </a:r>
          </a:p>
        </p:txBody>
      </p:sp>
      <p:pic>
        <p:nvPicPr>
          <p:cNvPr id="15" name="Picture 9" descr="Internet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841" y="1340840"/>
            <a:ext cx="1498306" cy="1564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0" descr="Server01"/>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5723890" y="940645"/>
            <a:ext cx="693729" cy="85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1" descr="Server01"/>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5844701" y="1893554"/>
            <a:ext cx="693730" cy="853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2" descr="Server01"/>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6644296" y="2699161"/>
            <a:ext cx="693730" cy="853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AutoShape 13"/>
          <p:cNvSpPr>
            <a:spLocks noChangeArrowheads="1"/>
          </p:cNvSpPr>
          <p:nvPr/>
        </p:nvSpPr>
        <p:spPr bwMode="auto">
          <a:xfrm>
            <a:off x="6345382" y="1173984"/>
            <a:ext cx="1292803" cy="273750"/>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200"/>
              <a:t>Root Hint (.)</a:t>
            </a:r>
          </a:p>
        </p:txBody>
      </p:sp>
      <p:sp>
        <p:nvSpPr>
          <p:cNvPr id="20" name="AutoShape 14"/>
          <p:cNvSpPr>
            <a:spLocks noChangeArrowheads="1"/>
          </p:cNvSpPr>
          <p:nvPr/>
        </p:nvSpPr>
        <p:spPr bwMode="auto">
          <a:xfrm>
            <a:off x="6456230" y="1905287"/>
            <a:ext cx="587864" cy="273750"/>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200"/>
              <a:t>.com</a:t>
            </a:r>
          </a:p>
        </p:txBody>
      </p:sp>
      <p:sp>
        <p:nvSpPr>
          <p:cNvPr id="21" name="Line 15"/>
          <p:cNvSpPr>
            <a:spLocks noChangeShapeType="1"/>
          </p:cNvSpPr>
          <p:nvPr/>
        </p:nvSpPr>
        <p:spPr bwMode="auto">
          <a:xfrm>
            <a:off x="3854432" y="1163555"/>
            <a:ext cx="1731210" cy="1304"/>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nl-NL" sz="1350"/>
          </a:p>
        </p:txBody>
      </p:sp>
      <p:sp>
        <p:nvSpPr>
          <p:cNvPr id="22" name="Line 16"/>
          <p:cNvSpPr>
            <a:spLocks noChangeShapeType="1"/>
          </p:cNvSpPr>
          <p:nvPr/>
        </p:nvSpPr>
        <p:spPr bwMode="auto">
          <a:xfrm>
            <a:off x="3881833" y="1670644"/>
            <a:ext cx="1866967" cy="411928"/>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nl-NL" sz="1350"/>
          </a:p>
        </p:txBody>
      </p:sp>
      <p:sp>
        <p:nvSpPr>
          <p:cNvPr id="23" name="Line 17"/>
          <p:cNvSpPr>
            <a:spLocks noChangeShapeType="1"/>
          </p:cNvSpPr>
          <p:nvPr/>
        </p:nvSpPr>
        <p:spPr bwMode="auto">
          <a:xfrm>
            <a:off x="3533100" y="1936572"/>
            <a:ext cx="3050168" cy="1371355"/>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nl-NL" sz="1350"/>
          </a:p>
        </p:txBody>
      </p:sp>
      <p:sp>
        <p:nvSpPr>
          <p:cNvPr id="24" name="Rectangle 18"/>
          <p:cNvSpPr>
            <a:spLocks noChangeArrowheads="1"/>
          </p:cNvSpPr>
          <p:nvPr/>
        </p:nvSpPr>
        <p:spPr bwMode="auto">
          <a:xfrm>
            <a:off x="4000153" y="853305"/>
            <a:ext cx="1402405" cy="323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350" dirty="0"/>
              <a:t>Iterative Query</a:t>
            </a:r>
          </a:p>
        </p:txBody>
      </p:sp>
      <p:sp>
        <p:nvSpPr>
          <p:cNvPr id="25" name="Rectangle 19"/>
          <p:cNvSpPr>
            <a:spLocks noChangeArrowheads="1"/>
          </p:cNvSpPr>
          <p:nvPr/>
        </p:nvSpPr>
        <p:spPr bwMode="auto">
          <a:xfrm rot="1361310">
            <a:off x="4787293" y="2478857"/>
            <a:ext cx="1383722" cy="368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350" dirty="0"/>
              <a:t>Iterative Query</a:t>
            </a:r>
          </a:p>
        </p:txBody>
      </p:sp>
      <p:sp>
        <p:nvSpPr>
          <p:cNvPr id="26" name="Rectangle 20"/>
          <p:cNvSpPr>
            <a:spLocks noChangeArrowheads="1"/>
          </p:cNvSpPr>
          <p:nvPr/>
        </p:nvSpPr>
        <p:spPr bwMode="auto">
          <a:xfrm rot="690929">
            <a:off x="4150855" y="1555930"/>
            <a:ext cx="1355077" cy="34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350" dirty="0"/>
              <a:t>Iterative Query</a:t>
            </a:r>
          </a:p>
        </p:txBody>
      </p:sp>
      <p:sp>
        <p:nvSpPr>
          <p:cNvPr id="27" name="Text Box 21"/>
          <p:cNvSpPr txBox="1">
            <a:spLocks noChangeArrowheads="1"/>
          </p:cNvSpPr>
          <p:nvPr/>
        </p:nvSpPr>
        <p:spPr bwMode="auto">
          <a:xfrm>
            <a:off x="4281631" y="1245680"/>
            <a:ext cx="10698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350" b="0" dirty="0"/>
              <a:t>.com</a:t>
            </a:r>
          </a:p>
        </p:txBody>
      </p:sp>
      <p:sp>
        <p:nvSpPr>
          <p:cNvPr id="28" name="Line 22"/>
          <p:cNvSpPr>
            <a:spLocks noChangeShapeType="1"/>
          </p:cNvSpPr>
          <p:nvPr/>
        </p:nvSpPr>
        <p:spPr bwMode="auto">
          <a:xfrm flipH="1" flipV="1">
            <a:off x="3844468" y="1282181"/>
            <a:ext cx="1723738" cy="1303"/>
          </a:xfrm>
          <a:prstGeom prst="line">
            <a:avLst/>
          </a:prstGeom>
          <a:noFill/>
          <a:ln w="5080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nl-NL" sz="1350"/>
          </a:p>
        </p:txBody>
      </p:sp>
      <p:sp>
        <p:nvSpPr>
          <p:cNvPr id="29" name="Line 23"/>
          <p:cNvSpPr>
            <a:spLocks noChangeShapeType="1"/>
          </p:cNvSpPr>
          <p:nvPr/>
        </p:nvSpPr>
        <p:spPr bwMode="auto">
          <a:xfrm flipH="1" flipV="1">
            <a:off x="3499472" y="2020000"/>
            <a:ext cx="3076323" cy="1376570"/>
          </a:xfrm>
          <a:prstGeom prst="line">
            <a:avLst/>
          </a:prstGeom>
          <a:noFill/>
          <a:ln w="5080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nl-NL" sz="1350"/>
          </a:p>
        </p:txBody>
      </p:sp>
      <p:sp>
        <p:nvSpPr>
          <p:cNvPr id="30" name="Line 24"/>
          <p:cNvSpPr>
            <a:spLocks noChangeShapeType="1"/>
          </p:cNvSpPr>
          <p:nvPr/>
        </p:nvSpPr>
        <p:spPr bwMode="auto">
          <a:xfrm flipH="1" flipV="1">
            <a:off x="3825786" y="1763197"/>
            <a:ext cx="1888140" cy="434089"/>
          </a:xfrm>
          <a:prstGeom prst="line">
            <a:avLst/>
          </a:prstGeom>
          <a:noFill/>
          <a:ln w="5080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nl-NL" sz="1350"/>
          </a:p>
        </p:txBody>
      </p:sp>
      <p:sp>
        <p:nvSpPr>
          <p:cNvPr id="31" name="Text Box 25"/>
          <p:cNvSpPr txBox="1">
            <a:spLocks noChangeArrowheads="1"/>
          </p:cNvSpPr>
          <p:nvPr/>
        </p:nvSpPr>
        <p:spPr bwMode="auto">
          <a:xfrm rot="775546">
            <a:off x="4035549" y="1951432"/>
            <a:ext cx="157323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350" b="0" dirty="0"/>
              <a:t>nwtraders.com</a:t>
            </a:r>
          </a:p>
        </p:txBody>
      </p:sp>
      <p:sp>
        <p:nvSpPr>
          <p:cNvPr id="32" name="Text Box 26"/>
          <p:cNvSpPr txBox="1">
            <a:spLocks noChangeArrowheads="1"/>
          </p:cNvSpPr>
          <p:nvPr/>
        </p:nvSpPr>
        <p:spPr bwMode="auto">
          <a:xfrm rot="1280207">
            <a:off x="4131502" y="2846984"/>
            <a:ext cx="23366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350" b="0" dirty="0"/>
              <a:t>Authoritative Response</a:t>
            </a:r>
          </a:p>
        </p:txBody>
      </p:sp>
      <p:pic>
        <p:nvPicPr>
          <p:cNvPr id="33" name="Picture 27" descr="Computer_DesktopComputerSansKeyboard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3470" y="3375713"/>
            <a:ext cx="614019" cy="78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8" descr="Server01"/>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3010000" y="1034502"/>
            <a:ext cx="716149" cy="8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AutoShape 29"/>
          <p:cNvSpPr>
            <a:spLocks noChangeArrowheads="1"/>
          </p:cNvSpPr>
          <p:nvPr/>
        </p:nvSpPr>
        <p:spPr bwMode="auto">
          <a:xfrm>
            <a:off x="1730897" y="1097074"/>
            <a:ext cx="1149573" cy="315464"/>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200"/>
              <a:t>Forwarder</a:t>
            </a:r>
          </a:p>
        </p:txBody>
      </p:sp>
      <p:pic>
        <p:nvPicPr>
          <p:cNvPr id="36" name="Picture 30" descr="Server01"/>
          <p:cNvPicPr>
            <a:picLocks noChangeAspect="1" noChangeArrowheads="1"/>
          </p:cNvPicPr>
          <p:nvPr/>
        </p:nvPicPr>
        <p:blipFill>
          <a:blip r:embed="rId7">
            <a:grayscl/>
            <a:extLst>
              <a:ext uri="{28A0092B-C50C-407E-A947-70E740481C1C}">
                <a14:useLocalDpi xmlns:a14="http://schemas.microsoft.com/office/drawing/2010/main" val="0"/>
              </a:ext>
            </a:extLst>
          </a:blip>
          <a:srcRect/>
          <a:stretch>
            <a:fillRect/>
          </a:stretch>
        </p:blipFill>
        <p:spPr bwMode="auto">
          <a:xfrm>
            <a:off x="1745843" y="2953357"/>
            <a:ext cx="752267" cy="92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Line 31"/>
          <p:cNvSpPr>
            <a:spLocks noChangeShapeType="1"/>
          </p:cNvSpPr>
          <p:nvPr/>
        </p:nvSpPr>
        <p:spPr bwMode="auto">
          <a:xfrm rot="21295383" flipH="1" flipV="1">
            <a:off x="2585293" y="3180177"/>
            <a:ext cx="1776048" cy="645267"/>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nl-NL" sz="1350"/>
          </a:p>
        </p:txBody>
      </p:sp>
      <p:sp>
        <p:nvSpPr>
          <p:cNvPr id="38" name="Line 32"/>
          <p:cNvSpPr>
            <a:spLocks noChangeShapeType="1"/>
          </p:cNvSpPr>
          <p:nvPr/>
        </p:nvSpPr>
        <p:spPr bwMode="auto">
          <a:xfrm rot="21294043">
            <a:off x="2647567" y="3082409"/>
            <a:ext cx="1724983" cy="641356"/>
          </a:xfrm>
          <a:prstGeom prst="line">
            <a:avLst/>
          </a:prstGeom>
          <a:noFill/>
          <a:ln w="5080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nl-NL" sz="1350"/>
          </a:p>
        </p:txBody>
      </p:sp>
      <p:sp>
        <p:nvSpPr>
          <p:cNvPr id="39" name="Rectangle 33"/>
          <p:cNvSpPr>
            <a:spLocks noChangeArrowheads="1"/>
          </p:cNvSpPr>
          <p:nvPr/>
        </p:nvSpPr>
        <p:spPr bwMode="auto">
          <a:xfrm>
            <a:off x="2263961" y="2699160"/>
            <a:ext cx="717394" cy="75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endParaRPr lang="nl-NL" sz="1350"/>
          </a:p>
        </p:txBody>
      </p:sp>
      <p:sp>
        <p:nvSpPr>
          <p:cNvPr id="40" name="Rectangle 34"/>
          <p:cNvSpPr>
            <a:spLocks noChangeArrowheads="1"/>
          </p:cNvSpPr>
          <p:nvPr/>
        </p:nvSpPr>
        <p:spPr bwMode="auto">
          <a:xfrm rot="722950">
            <a:off x="2523020" y="3453928"/>
            <a:ext cx="1855758" cy="621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350" dirty="0"/>
              <a:t>Recursive Query for </a:t>
            </a:r>
          </a:p>
          <a:p>
            <a:r>
              <a:rPr lang="en-US" sz="1350" dirty="0"/>
              <a:t>www.nwtraders.com</a:t>
            </a:r>
          </a:p>
        </p:txBody>
      </p:sp>
      <p:sp>
        <p:nvSpPr>
          <p:cNvPr id="41" name="Rectangle 35"/>
          <p:cNvSpPr>
            <a:spLocks noChangeArrowheads="1"/>
          </p:cNvSpPr>
          <p:nvPr/>
        </p:nvSpPr>
        <p:spPr bwMode="auto">
          <a:xfrm rot="862126">
            <a:off x="2934027" y="3034178"/>
            <a:ext cx="1297785" cy="417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350" dirty="0"/>
              <a:t>172.16.64.11</a:t>
            </a:r>
          </a:p>
        </p:txBody>
      </p:sp>
      <p:sp>
        <p:nvSpPr>
          <p:cNvPr id="42" name="Line 36"/>
          <p:cNvSpPr>
            <a:spLocks noChangeShapeType="1"/>
          </p:cNvSpPr>
          <p:nvPr/>
        </p:nvSpPr>
        <p:spPr bwMode="auto">
          <a:xfrm flipV="1">
            <a:off x="2201687" y="1774930"/>
            <a:ext cx="716148" cy="1132802"/>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nl-NL" sz="1350"/>
          </a:p>
        </p:txBody>
      </p:sp>
      <p:sp>
        <p:nvSpPr>
          <p:cNvPr id="43" name="Line 37"/>
          <p:cNvSpPr>
            <a:spLocks noChangeShapeType="1"/>
          </p:cNvSpPr>
          <p:nvPr/>
        </p:nvSpPr>
        <p:spPr bwMode="auto">
          <a:xfrm flipH="1">
            <a:off x="2332462" y="1885733"/>
            <a:ext cx="682520" cy="1076749"/>
          </a:xfrm>
          <a:prstGeom prst="line">
            <a:avLst/>
          </a:prstGeom>
          <a:noFill/>
          <a:ln w="5080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nl-NL" sz="1350"/>
          </a:p>
        </p:txBody>
      </p:sp>
      <p:sp>
        <p:nvSpPr>
          <p:cNvPr id="44" name="Text Box 38"/>
          <p:cNvSpPr txBox="1">
            <a:spLocks noChangeArrowheads="1"/>
          </p:cNvSpPr>
          <p:nvPr/>
        </p:nvSpPr>
        <p:spPr bwMode="auto">
          <a:xfrm rot="18034437">
            <a:off x="2159148" y="2297200"/>
            <a:ext cx="1433927" cy="28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350" b="0" dirty="0"/>
              <a:t>172.16.64.11</a:t>
            </a:r>
          </a:p>
        </p:txBody>
      </p:sp>
      <p:sp>
        <p:nvSpPr>
          <p:cNvPr id="45" name="Text Box 39"/>
          <p:cNvSpPr txBox="1">
            <a:spLocks noChangeArrowheads="1"/>
          </p:cNvSpPr>
          <p:nvPr/>
        </p:nvSpPr>
        <p:spPr bwMode="auto">
          <a:xfrm rot="18276063">
            <a:off x="1589080" y="2033881"/>
            <a:ext cx="1697248" cy="28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350" b="0"/>
              <a:t>Recursive Query</a:t>
            </a:r>
          </a:p>
        </p:txBody>
      </p:sp>
      <p:sp>
        <p:nvSpPr>
          <p:cNvPr id="46" name="AutoShape 48"/>
          <p:cNvSpPr>
            <a:spLocks noChangeArrowheads="1"/>
          </p:cNvSpPr>
          <p:nvPr/>
        </p:nvSpPr>
        <p:spPr bwMode="auto">
          <a:xfrm>
            <a:off x="1307436" y="3931034"/>
            <a:ext cx="1705055" cy="311553"/>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200"/>
              <a:t>Local DNS Server</a:t>
            </a:r>
          </a:p>
        </p:txBody>
      </p:sp>
      <p:sp>
        <p:nvSpPr>
          <p:cNvPr id="47" name="AutoShape 7"/>
          <p:cNvSpPr>
            <a:spLocks noChangeArrowheads="1"/>
          </p:cNvSpPr>
          <p:nvPr/>
        </p:nvSpPr>
        <p:spPr bwMode="auto">
          <a:xfrm>
            <a:off x="4957923" y="3989695"/>
            <a:ext cx="756004" cy="273750"/>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200" dirty="0"/>
              <a:t>Client</a:t>
            </a:r>
          </a:p>
        </p:txBody>
      </p:sp>
    </p:spTree>
    <p:extLst>
      <p:ext uri="{BB962C8B-B14F-4D97-AF65-F5344CB8AC3E}">
        <p14:creationId xmlns:p14="http://schemas.microsoft.com/office/powerpoint/2010/main" val="1661307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right)">
                                      <p:cBhvr>
                                        <p:cTn id="7" dur="500"/>
                                        <p:tgtEl>
                                          <p:spTgt spid="3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right)">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down)">
                                      <p:cBhvr>
                                        <p:cTn id="15" dur="500"/>
                                        <p:tgtEl>
                                          <p:spTgt spid="4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wipe(down)">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right)">
                                      <p:cBhvr>
                                        <p:cTn id="31" dur="500"/>
                                        <p:tgtEl>
                                          <p:spTgt spid="28"/>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right)">
                                      <p:cBhvr>
                                        <p:cTn id="34" dur="5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right)">
                                      <p:cBhvr>
                                        <p:cTn id="53" dur="500"/>
                                        <p:tgtEl>
                                          <p:spTgt spid="31"/>
                                        </p:tgtEl>
                                      </p:cBhvr>
                                    </p:animEffect>
                                  </p:childTnLst>
                                </p:cTn>
                              </p:par>
                              <p:par>
                                <p:cTn id="54" presetID="22" presetClass="entr" presetSubtype="2"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wipe(right)">
                                      <p:cBhvr>
                                        <p:cTn id="56" dur="500"/>
                                        <p:tgtEl>
                                          <p:spTgt spid="30"/>
                                        </p:tgtEl>
                                      </p:cBhvr>
                                    </p:animEffect>
                                  </p:childTnLst>
                                </p:cTn>
                              </p:par>
                              <p:par>
                                <p:cTn id="57" presetID="10" presetClass="entr" presetSubtype="0"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00"/>
                                        <p:tgtEl>
                                          <p:spTgt spid="25"/>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right)">
                                      <p:cBhvr>
                                        <p:cTn id="75" dur="500"/>
                                        <p:tgtEl>
                                          <p:spTgt spid="29"/>
                                        </p:tgtEl>
                                      </p:cBhvr>
                                    </p:animEffect>
                                  </p:childTnLst>
                                </p:cTn>
                              </p:par>
                              <p:par>
                                <p:cTn id="76" presetID="22" presetClass="entr" presetSubtype="2"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wipe(right)">
                                      <p:cBhvr>
                                        <p:cTn id="78" dur="50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up)">
                                      <p:cBhvr>
                                        <p:cTn id="83" dur="500"/>
                                        <p:tgtEl>
                                          <p:spTgt spid="44"/>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wipe(up)">
                                      <p:cBhvr>
                                        <p:cTn id="86" dur="500"/>
                                        <p:tgtEl>
                                          <p:spTgt spid="43"/>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wipe(left)">
                                      <p:cBhvr>
                                        <p:cTn id="91" dur="500"/>
                                        <p:tgtEl>
                                          <p:spTgt spid="41"/>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wipe(left)">
                                      <p:cBhvr>
                                        <p:cTn id="9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P spid="21" grpId="0" animBg="1"/>
      <p:bldP spid="22" grpId="0" animBg="1"/>
      <p:bldP spid="23" grpId="0" animBg="1"/>
      <p:bldP spid="24" grpId="0"/>
      <p:bldP spid="25" grpId="0"/>
      <p:bldP spid="26" grpId="0"/>
      <p:bldP spid="27" grpId="0"/>
      <p:bldP spid="28" grpId="0" animBg="1"/>
      <p:bldP spid="29" grpId="0" animBg="1"/>
      <p:bldP spid="30" grpId="0" animBg="1"/>
      <p:bldP spid="31" grpId="0"/>
      <p:bldP spid="32" grpId="0"/>
      <p:bldP spid="37" grpId="0" animBg="1"/>
      <p:bldP spid="38" grpId="0" animBg="1"/>
      <p:bldP spid="40" grpId="0"/>
      <p:bldP spid="41" grpId="0"/>
      <p:bldP spid="42" grpId="0" animBg="1"/>
      <p:bldP spid="43" grpId="0" animBg="1"/>
      <p:bldP spid="44" grpId="0"/>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i-technet.sec.s-msft.com/dynimg/IC1950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5656" y="1741713"/>
            <a:ext cx="4132125" cy="314052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type="body" sz="quarter" idx="11"/>
          </p:nvPr>
        </p:nvSpPr>
        <p:spPr/>
        <p:txBody>
          <a:bodyPr/>
          <a:lstStyle/>
          <a:p>
            <a:r>
              <a:rPr lang="nl-NL" dirty="0"/>
              <a:t>197x:	HOSTS.TXT</a:t>
            </a:r>
          </a:p>
          <a:p>
            <a:r>
              <a:rPr lang="nl-NL" dirty="0"/>
              <a:t>1984: 	Berkeley Internet Name Domain server (BIND)</a:t>
            </a:r>
          </a:p>
          <a:p>
            <a:r>
              <a:rPr lang="nl-NL" dirty="0"/>
              <a:t>Recent:	Implementatie van DNSSEC</a:t>
            </a:r>
          </a:p>
          <a:p>
            <a:endParaRPr lang="en-US" dirty="0"/>
          </a:p>
          <a:p>
            <a:pPr marL="0" indent="0">
              <a:buNone/>
            </a:pPr>
            <a:r>
              <a:rPr lang="en-US" b="1" dirty="0"/>
              <a:t>Zones</a:t>
            </a:r>
            <a:endParaRPr lang="en-US" dirty="0"/>
          </a:p>
          <a:p>
            <a:r>
              <a:rPr lang="en-US" dirty="0"/>
              <a:t>DNS Servers:</a:t>
            </a:r>
          </a:p>
          <a:p>
            <a:pPr marL="914400" lvl="2" indent="0">
              <a:buNone/>
            </a:pPr>
            <a:r>
              <a:rPr lang="en-US" dirty="0" err="1"/>
              <a:t>Opslag</a:t>
            </a:r>
            <a:r>
              <a:rPr lang="en-US" dirty="0"/>
              <a:t> van </a:t>
            </a:r>
            <a:r>
              <a:rPr lang="en-US" dirty="0" err="1"/>
              <a:t>een</a:t>
            </a:r>
            <a:r>
              <a:rPr lang="en-US" dirty="0"/>
              <a:t> zone</a:t>
            </a:r>
            <a:endParaRPr lang="nl-NL" dirty="0"/>
          </a:p>
        </p:txBody>
      </p:sp>
      <p:sp>
        <p:nvSpPr>
          <p:cNvPr id="2" name="Title 1"/>
          <p:cNvSpPr>
            <a:spLocks noGrp="1"/>
          </p:cNvSpPr>
          <p:nvPr>
            <p:ph type="title"/>
          </p:nvPr>
        </p:nvSpPr>
        <p:spPr/>
        <p:txBody>
          <a:bodyPr/>
          <a:lstStyle/>
          <a:p>
            <a:r>
              <a:rPr lang="nl-NL" dirty="0"/>
              <a:t>Implementatie</a:t>
            </a:r>
          </a:p>
        </p:txBody>
      </p:sp>
    </p:spTree>
    <p:extLst>
      <p:ext uri="{BB962C8B-B14F-4D97-AF65-F5344CB8AC3E}">
        <p14:creationId xmlns:p14="http://schemas.microsoft.com/office/powerpoint/2010/main" val="354491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 calcmode="lin" valueType="num">
                                      <p:cBhvr additive="base">
                                        <p:cTn id="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70"/>
                                        </p:tgtEl>
                                        <p:attrNameLst>
                                          <p:attrName>style.visibility</p:attrName>
                                        </p:attrNameLst>
                                      </p:cBhvr>
                                      <p:to>
                                        <p:strVal val="visible"/>
                                      </p:to>
                                    </p:set>
                                    <p:anim calcmode="lin" valueType="num">
                                      <p:cBhvr additive="base">
                                        <p:cTn id="11" dur="500" fill="hold"/>
                                        <p:tgtEl>
                                          <p:spTgt spid="7170"/>
                                        </p:tgtEl>
                                        <p:attrNameLst>
                                          <p:attrName>ppt_x</p:attrName>
                                        </p:attrNameLst>
                                      </p:cBhvr>
                                      <p:tavLst>
                                        <p:tav tm="0">
                                          <p:val>
                                            <p:strVal val="#ppt_x"/>
                                          </p:val>
                                        </p:tav>
                                        <p:tav tm="100000">
                                          <p:val>
                                            <p:strVal val="#ppt_x"/>
                                          </p:val>
                                        </p:tav>
                                      </p:tavLst>
                                    </p:anim>
                                    <p:anim calcmode="lin" valueType="num">
                                      <p:cBhvr additive="base">
                                        <p:cTn id="12" dur="500" fill="hold"/>
                                        <p:tgtEl>
                                          <p:spTgt spid="717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 calcmode="lin" valueType="num">
                                      <p:cBhvr additive="base">
                                        <p:cTn id="1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 calcmode="lin" valueType="num">
                                      <p:cBhvr additive="base">
                                        <p:cTn id="19"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a:lnSpc>
                <a:spcPct val="150000"/>
              </a:lnSpc>
            </a:pPr>
            <a:r>
              <a:rPr lang="nl-NL" dirty="0"/>
              <a:t>Een deel van de DNS Name Space</a:t>
            </a:r>
          </a:p>
          <a:p>
            <a:pPr>
              <a:lnSpc>
                <a:spcPct val="150000"/>
              </a:lnSpc>
            </a:pPr>
            <a:r>
              <a:rPr lang="nl-NL" dirty="0"/>
              <a:t>Types</a:t>
            </a:r>
          </a:p>
          <a:p>
            <a:pPr marL="800100" lvl="1">
              <a:lnSpc>
                <a:spcPct val="100000"/>
              </a:lnSpc>
              <a:buFont typeface="Courier New" panose="02070309020205020404" pitchFamily="49" charset="0"/>
              <a:buChar char="o"/>
            </a:pPr>
            <a:r>
              <a:rPr lang="nl-NL" dirty="0" err="1"/>
              <a:t>Primary</a:t>
            </a:r>
            <a:r>
              <a:rPr lang="nl-NL" dirty="0"/>
              <a:t>: Read/Write (slechts 1 op 1 server)</a:t>
            </a:r>
          </a:p>
          <a:p>
            <a:pPr marL="800100" lvl="1">
              <a:lnSpc>
                <a:spcPct val="100000"/>
              </a:lnSpc>
              <a:buFont typeface="Courier New" panose="02070309020205020404" pitchFamily="49" charset="0"/>
              <a:buChar char="o"/>
            </a:pPr>
            <a:r>
              <a:rPr lang="nl-NL" dirty="0" err="1"/>
              <a:t>Secondary</a:t>
            </a:r>
            <a:r>
              <a:rPr lang="nl-NL" dirty="0"/>
              <a:t>: </a:t>
            </a:r>
            <a:r>
              <a:rPr lang="nl-NL" dirty="0" err="1"/>
              <a:t>ReadOnly</a:t>
            </a:r>
            <a:r>
              <a:rPr lang="nl-NL" dirty="0"/>
              <a:t> copy (van </a:t>
            </a:r>
            <a:r>
              <a:rPr lang="nl-NL" dirty="0" err="1"/>
              <a:t>prim</a:t>
            </a:r>
            <a:r>
              <a:rPr lang="nl-NL" dirty="0"/>
              <a:t>. sec. of AD)</a:t>
            </a:r>
          </a:p>
          <a:p>
            <a:pPr marL="800100" lvl="1">
              <a:lnSpc>
                <a:spcPct val="100000"/>
              </a:lnSpc>
              <a:buFont typeface="Courier New" panose="02070309020205020404" pitchFamily="49" charset="0"/>
              <a:buChar char="o"/>
            </a:pPr>
            <a:r>
              <a:rPr lang="nl-NL" dirty="0"/>
              <a:t>Active Directory </a:t>
            </a:r>
            <a:r>
              <a:rPr lang="nl-NL" dirty="0" err="1"/>
              <a:t>Integrated</a:t>
            </a:r>
            <a:r>
              <a:rPr lang="nl-NL" dirty="0"/>
              <a:t> (</a:t>
            </a:r>
            <a:r>
              <a:rPr lang="nl-NL" dirty="0" err="1"/>
              <a:t>multimaster</a:t>
            </a:r>
            <a:r>
              <a:rPr lang="nl-NL" dirty="0"/>
              <a:t>, DC: HA)</a:t>
            </a:r>
          </a:p>
          <a:p>
            <a:pPr marL="800100" lvl="1">
              <a:lnSpc>
                <a:spcPct val="100000"/>
              </a:lnSpc>
              <a:buFont typeface="Courier New" panose="02070309020205020404" pitchFamily="49" charset="0"/>
              <a:buChar char="o"/>
            </a:pPr>
            <a:r>
              <a:rPr lang="nl-NL" dirty="0" err="1"/>
              <a:t>Stub</a:t>
            </a:r>
            <a:r>
              <a:rPr lang="nl-NL" dirty="0"/>
              <a:t>: bevat alleen records die nodig zijn: </a:t>
            </a:r>
            <a:r>
              <a:rPr lang="nl-NL" i="1" dirty="0" err="1"/>
              <a:t>redirection</a:t>
            </a:r>
            <a:endParaRPr lang="nl-NL" i="1" dirty="0"/>
          </a:p>
          <a:p>
            <a:pPr>
              <a:lnSpc>
                <a:spcPct val="150000"/>
              </a:lnSpc>
            </a:pPr>
            <a:endParaRPr lang="nl-NL" dirty="0"/>
          </a:p>
          <a:p>
            <a:pPr>
              <a:lnSpc>
                <a:spcPct val="150000"/>
              </a:lnSpc>
            </a:pPr>
            <a:r>
              <a:rPr lang="nl-NL" dirty="0" err="1"/>
              <a:t>Authority</a:t>
            </a:r>
            <a:r>
              <a:rPr lang="nl-NL" dirty="0"/>
              <a:t> zone: Heeft een volledige copy van alle records.</a:t>
            </a:r>
          </a:p>
        </p:txBody>
      </p:sp>
      <p:sp>
        <p:nvSpPr>
          <p:cNvPr id="2" name="Title 1"/>
          <p:cNvSpPr>
            <a:spLocks noGrp="1"/>
          </p:cNvSpPr>
          <p:nvPr>
            <p:ph type="title"/>
          </p:nvPr>
        </p:nvSpPr>
        <p:spPr/>
        <p:txBody>
          <a:bodyPr/>
          <a:lstStyle/>
          <a:p>
            <a:r>
              <a:rPr lang="nl-NL" dirty="0"/>
              <a:t>Zones</a:t>
            </a:r>
          </a:p>
        </p:txBody>
      </p:sp>
    </p:spTree>
    <p:extLst>
      <p:ext uri="{BB962C8B-B14F-4D97-AF65-F5344CB8AC3E}">
        <p14:creationId xmlns:p14="http://schemas.microsoft.com/office/powerpoint/2010/main" val="2194688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sz="1800" dirty="0"/>
              <a:t>Voor DNS zelf:</a:t>
            </a:r>
          </a:p>
          <a:p>
            <a:pPr marL="800100" lvl="1">
              <a:buFont typeface="Courier New" panose="02070309020205020404" pitchFamily="49" charset="0"/>
              <a:buChar char="o"/>
            </a:pPr>
            <a:r>
              <a:rPr lang="nl-NL" sz="1800" dirty="0" err="1"/>
              <a:t>Authority</a:t>
            </a:r>
            <a:r>
              <a:rPr lang="nl-NL" sz="1800" dirty="0"/>
              <a:t>: NS, SOA</a:t>
            </a:r>
          </a:p>
          <a:p>
            <a:pPr marL="1162050" lvl="2"/>
            <a:r>
              <a:rPr lang="nl-NL" sz="1600" dirty="0"/>
              <a:t>Namen van Name Servers (NS) voor zone</a:t>
            </a:r>
          </a:p>
          <a:p>
            <a:pPr marL="1162050" lvl="2"/>
            <a:r>
              <a:rPr lang="nl-NL" sz="1600" dirty="0"/>
              <a:t>Start Of </a:t>
            </a:r>
            <a:r>
              <a:rPr lang="nl-NL" sz="1600" dirty="0" err="1"/>
              <a:t>Authority</a:t>
            </a:r>
            <a:r>
              <a:rPr lang="nl-NL" sz="1600" dirty="0"/>
              <a:t> (instellingen voor zone) (SOA)</a:t>
            </a:r>
            <a:endParaRPr lang="nl-NL" sz="1800" dirty="0"/>
          </a:p>
          <a:p>
            <a:pPr marL="800100" lvl="1">
              <a:buFont typeface="Courier New" panose="02070309020205020404" pitchFamily="49" charset="0"/>
              <a:buChar char="o"/>
            </a:pPr>
            <a:r>
              <a:rPr lang="nl-NL" sz="1800" dirty="0"/>
              <a:t>DNSSEC: DS, DNSKEY, RRSIG, NSEC</a:t>
            </a:r>
          </a:p>
          <a:p>
            <a:pPr marL="1162050" lvl="2"/>
            <a:r>
              <a:rPr lang="nl-NL" sz="1600" dirty="0"/>
              <a:t>Gebruikt voor DNSSEC</a:t>
            </a:r>
          </a:p>
          <a:p>
            <a:pPr marL="800100" lvl="1">
              <a:buFont typeface="Courier New" panose="02070309020205020404" pitchFamily="49" charset="0"/>
              <a:buChar char="o"/>
            </a:pPr>
            <a:r>
              <a:rPr lang="nl-NL" sz="1800" dirty="0"/>
              <a:t>Indirect: CNAME, DNAME</a:t>
            </a:r>
          </a:p>
          <a:p>
            <a:r>
              <a:rPr lang="nl-NL" sz="1800" dirty="0"/>
              <a:t>Terminal RR:</a:t>
            </a:r>
          </a:p>
          <a:p>
            <a:pPr marL="800100" lvl="1">
              <a:buFont typeface="Courier New" panose="02070309020205020404" pitchFamily="49" charset="0"/>
              <a:buChar char="o"/>
            </a:pPr>
            <a:r>
              <a:rPr lang="nl-NL" sz="1800" dirty="0" err="1"/>
              <a:t>Address</a:t>
            </a:r>
            <a:r>
              <a:rPr lang="nl-NL" sz="1800" dirty="0"/>
              <a:t> records (</a:t>
            </a:r>
            <a:r>
              <a:rPr lang="nl-NL" sz="1800" dirty="0" err="1"/>
              <a:t>hostnames</a:t>
            </a:r>
            <a:r>
              <a:rPr lang="nl-NL" sz="1800" dirty="0"/>
              <a:t>):  A, AAAA  (naam -&gt; IP)</a:t>
            </a:r>
          </a:p>
          <a:p>
            <a:r>
              <a:rPr lang="nl-NL" sz="1800" dirty="0"/>
              <a:t>Non Terminal RR: </a:t>
            </a:r>
          </a:p>
          <a:p>
            <a:pPr marL="800100" lvl="1">
              <a:buFont typeface="Courier New" panose="02070309020205020404" pitchFamily="49" charset="0"/>
              <a:buChar char="o"/>
            </a:pPr>
            <a:r>
              <a:rPr lang="nl-NL" sz="1800" dirty="0"/>
              <a:t>MX, SRV, PTR</a:t>
            </a:r>
          </a:p>
          <a:p>
            <a:pPr marL="1162050" lvl="2"/>
            <a:r>
              <a:rPr lang="nl-NL" sz="1600" dirty="0"/>
              <a:t>(MX = Mail </a:t>
            </a:r>
            <a:r>
              <a:rPr lang="nl-NL" sz="1600" dirty="0" err="1"/>
              <a:t>eXchanger</a:t>
            </a:r>
            <a:r>
              <a:rPr lang="nl-NL" sz="1600" dirty="0"/>
              <a:t>, SRV = </a:t>
            </a:r>
            <a:r>
              <a:rPr lang="nl-NL" sz="1600" dirty="0" err="1"/>
              <a:t>SeRVice</a:t>
            </a:r>
            <a:r>
              <a:rPr lang="nl-NL" sz="1600" dirty="0"/>
              <a:t>, PTR = pointer (IP -&gt; naam))</a:t>
            </a:r>
          </a:p>
        </p:txBody>
      </p:sp>
      <p:sp>
        <p:nvSpPr>
          <p:cNvPr id="2" name="Title 1"/>
          <p:cNvSpPr>
            <a:spLocks noGrp="1"/>
          </p:cNvSpPr>
          <p:nvPr>
            <p:ph type="title"/>
          </p:nvPr>
        </p:nvSpPr>
        <p:spPr/>
        <p:txBody>
          <a:bodyPr/>
          <a:lstStyle/>
          <a:p>
            <a:r>
              <a:rPr lang="nl-NL" dirty="0"/>
              <a:t>Zone Files met Resource Records (RR)</a:t>
            </a:r>
          </a:p>
        </p:txBody>
      </p:sp>
    </p:spTree>
    <p:extLst>
      <p:ext uri="{BB962C8B-B14F-4D97-AF65-F5344CB8AC3E}">
        <p14:creationId xmlns:p14="http://schemas.microsoft.com/office/powerpoint/2010/main" val="382320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err="1"/>
              <a:t>Install</a:t>
            </a:r>
            <a:r>
              <a:rPr lang="nl-NL" dirty="0"/>
              <a:t> DNS Server </a:t>
            </a:r>
            <a:r>
              <a:rPr lang="nl-NL" dirty="0" err="1"/>
              <a:t>Role</a:t>
            </a:r>
            <a:endParaRPr lang="nl-NL" dirty="0"/>
          </a:p>
          <a:p>
            <a:r>
              <a:rPr lang="nl-NL" dirty="0" err="1"/>
              <a:t>Create</a:t>
            </a:r>
            <a:r>
              <a:rPr lang="nl-NL" dirty="0"/>
              <a:t> new zone (</a:t>
            </a:r>
            <a:r>
              <a:rPr lang="nl-NL" dirty="0" err="1"/>
              <a:t>Primary</a:t>
            </a:r>
            <a:r>
              <a:rPr lang="nl-NL" dirty="0"/>
              <a:t>/</a:t>
            </a:r>
            <a:r>
              <a:rPr lang="nl-NL" dirty="0" err="1"/>
              <a:t>Secondary</a:t>
            </a:r>
            <a:r>
              <a:rPr lang="nl-NL" dirty="0"/>
              <a:t>/</a:t>
            </a:r>
            <a:r>
              <a:rPr lang="nl-NL" dirty="0" err="1"/>
              <a:t>Stub</a:t>
            </a:r>
            <a:r>
              <a:rPr lang="nl-NL" dirty="0"/>
              <a:t>)</a:t>
            </a:r>
          </a:p>
          <a:p>
            <a:r>
              <a:rPr lang="nl-NL" dirty="0"/>
              <a:t>Store </a:t>
            </a:r>
            <a:r>
              <a:rPr lang="nl-NL" dirty="0" err="1"/>
              <a:t>the</a:t>
            </a:r>
            <a:r>
              <a:rPr lang="nl-NL" dirty="0"/>
              <a:t> zone in Active Directory (DC </a:t>
            </a:r>
            <a:r>
              <a:rPr lang="nl-NL" dirty="0" err="1"/>
              <a:t>only</a:t>
            </a:r>
            <a:r>
              <a:rPr lang="nl-NL" dirty="0"/>
              <a:t>)</a:t>
            </a:r>
          </a:p>
          <a:p>
            <a:r>
              <a:rPr lang="nl-NL" dirty="0" err="1"/>
              <a:t>Primary</a:t>
            </a:r>
            <a:r>
              <a:rPr lang="nl-NL" dirty="0"/>
              <a:t>: New zone</a:t>
            </a:r>
          </a:p>
          <a:p>
            <a:r>
              <a:rPr lang="nl-NL" dirty="0" err="1"/>
              <a:t>Secondary</a:t>
            </a:r>
            <a:r>
              <a:rPr lang="nl-NL" dirty="0"/>
              <a:t>: Geef een master server op (</a:t>
            </a:r>
            <a:r>
              <a:rPr lang="nl-NL" dirty="0" err="1"/>
              <a:t>primary</a:t>
            </a:r>
            <a:r>
              <a:rPr lang="nl-NL" dirty="0"/>
              <a:t> of </a:t>
            </a:r>
            <a:r>
              <a:rPr lang="nl-NL" dirty="0" err="1"/>
              <a:t>secondary</a:t>
            </a:r>
            <a:r>
              <a:rPr lang="nl-NL" dirty="0"/>
              <a:t>).</a:t>
            </a:r>
          </a:p>
          <a:p>
            <a:endParaRPr lang="nl-NL" dirty="0"/>
          </a:p>
          <a:p>
            <a:r>
              <a:rPr lang="nl-NL" dirty="0"/>
              <a:t>AD </a:t>
            </a:r>
            <a:r>
              <a:rPr lang="nl-NL" dirty="0" err="1"/>
              <a:t>integrated</a:t>
            </a:r>
            <a:r>
              <a:rPr lang="nl-NL" dirty="0"/>
              <a:t>:</a:t>
            </a:r>
          </a:p>
          <a:p>
            <a:pPr marL="800100" lvl="1">
              <a:buFont typeface="Courier New" panose="02070309020205020404" pitchFamily="49" charset="0"/>
              <a:buChar char="o"/>
            </a:pPr>
            <a:r>
              <a:rPr lang="nl-NL" dirty="0"/>
              <a:t>Voordeel: Multimaster</a:t>
            </a:r>
          </a:p>
          <a:p>
            <a:pPr marL="800100" lvl="1">
              <a:buFont typeface="Courier New" panose="02070309020205020404" pitchFamily="49" charset="0"/>
              <a:buChar char="o"/>
            </a:pPr>
            <a:r>
              <a:rPr lang="nl-NL" dirty="0"/>
              <a:t>Voordeel: </a:t>
            </a:r>
            <a:r>
              <a:rPr lang="nl-NL" dirty="0" err="1"/>
              <a:t>Dynamic</a:t>
            </a:r>
            <a:r>
              <a:rPr lang="nl-NL" dirty="0"/>
              <a:t> updates</a:t>
            </a:r>
          </a:p>
          <a:p>
            <a:pPr marL="800100" lvl="1">
              <a:buFont typeface="Courier New" panose="02070309020205020404" pitchFamily="49" charset="0"/>
              <a:buChar char="o"/>
            </a:pPr>
            <a:r>
              <a:rPr lang="nl-NL" dirty="0"/>
              <a:t>Nadeel: Backup/Restore</a:t>
            </a:r>
          </a:p>
          <a:p>
            <a:endParaRPr lang="nl-NL" dirty="0"/>
          </a:p>
        </p:txBody>
      </p:sp>
      <p:sp>
        <p:nvSpPr>
          <p:cNvPr id="2" name="Title 1"/>
          <p:cNvSpPr>
            <a:spLocks noGrp="1"/>
          </p:cNvSpPr>
          <p:nvPr>
            <p:ph type="title"/>
          </p:nvPr>
        </p:nvSpPr>
        <p:spPr/>
        <p:txBody>
          <a:bodyPr/>
          <a:lstStyle/>
          <a:p>
            <a:r>
              <a:rPr lang="nl-NL" dirty="0"/>
              <a:t>Windows 2016 Server</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80000" y="2725055"/>
            <a:ext cx="3291115" cy="2592000"/>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267847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Secure </a:t>
            </a:r>
            <a:r>
              <a:rPr lang="nl-NL" dirty="0" err="1"/>
              <a:t>Dynamic</a:t>
            </a:r>
            <a:r>
              <a:rPr lang="nl-NL" dirty="0"/>
              <a:t> Updates</a:t>
            </a:r>
          </a:p>
          <a:p>
            <a:pPr marL="800100" lvl="1">
              <a:spcBef>
                <a:spcPts val="600"/>
              </a:spcBef>
              <a:buFont typeface="Courier New" panose="02070309020205020404" pitchFamily="49" charset="0"/>
              <a:buChar char="o"/>
            </a:pPr>
            <a:r>
              <a:rPr lang="nl-NL" dirty="0"/>
              <a:t>Alleen voor zones die AD geïntegreerd zijn.</a:t>
            </a:r>
          </a:p>
          <a:p>
            <a:pPr marL="800100" lvl="1">
              <a:spcBef>
                <a:spcPts val="600"/>
              </a:spcBef>
              <a:buFont typeface="Courier New" panose="02070309020205020404" pitchFamily="49" charset="0"/>
              <a:buChar char="o"/>
            </a:pPr>
            <a:r>
              <a:rPr lang="nl-NL" dirty="0"/>
              <a:t>Clients kunnen dynamisch de data aanpassen (geen handmatige administratie nodig).</a:t>
            </a:r>
          </a:p>
          <a:p>
            <a:pPr marL="800100" lvl="1">
              <a:spcBef>
                <a:spcPts val="600"/>
              </a:spcBef>
              <a:buFont typeface="Courier New" panose="02070309020205020404" pitchFamily="49" charset="0"/>
              <a:buChar char="o"/>
            </a:pPr>
            <a:r>
              <a:rPr lang="nl-NL" dirty="0" err="1">
                <a:latin typeface="Consolas" panose="020B0609020204030204" pitchFamily="49" charset="0"/>
                <a:cs typeface="Courier New" panose="02070309020205020404" pitchFamily="49" charset="0"/>
              </a:rPr>
              <a:t>ipconfig</a:t>
            </a:r>
            <a:r>
              <a:rPr lang="nl-NL" dirty="0">
                <a:latin typeface="Consolas" panose="020B0609020204030204" pitchFamily="49" charset="0"/>
                <a:cs typeface="Courier New" panose="02070309020205020404" pitchFamily="49" charset="0"/>
              </a:rPr>
              <a:t> /registerdns</a:t>
            </a:r>
            <a:r>
              <a:rPr lang="nl-NL" dirty="0">
                <a:latin typeface="Consolas" panose="020B0609020204030204" pitchFamily="49" charset="0"/>
              </a:rPr>
              <a:t>  </a:t>
            </a:r>
          </a:p>
          <a:p>
            <a:pPr marL="757238" lvl="3"/>
            <a:r>
              <a:rPr lang="nl-NL" dirty="0"/>
              <a:t> (om dit te forceren).</a:t>
            </a:r>
          </a:p>
          <a:p>
            <a:endParaRPr lang="nl-NL" dirty="0"/>
          </a:p>
        </p:txBody>
      </p:sp>
      <p:sp>
        <p:nvSpPr>
          <p:cNvPr id="2" name="Title 1"/>
          <p:cNvSpPr>
            <a:spLocks noGrp="1"/>
          </p:cNvSpPr>
          <p:nvPr>
            <p:ph type="title"/>
          </p:nvPr>
        </p:nvSpPr>
        <p:spPr/>
        <p:txBody>
          <a:bodyPr/>
          <a:lstStyle/>
          <a:p>
            <a:r>
              <a:rPr lang="nl-NL" dirty="0"/>
              <a:t>Windows Secure </a:t>
            </a:r>
            <a:r>
              <a:rPr lang="nl-NL" dirty="0" err="1"/>
              <a:t>Dynamic</a:t>
            </a:r>
            <a:r>
              <a:rPr lang="nl-NL" dirty="0"/>
              <a:t> Updates</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80000" y="2725199"/>
            <a:ext cx="3291114" cy="259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5854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nano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etc</a:t>
            </a:r>
            <a:r>
              <a:rPr lang="nl-NL" dirty="0">
                <a:latin typeface="Consolas" panose="020B0609020204030204" pitchFamily="49" charset="0"/>
                <a:cs typeface="Consolas" panose="020B0609020204030204" pitchFamily="49" charset="0"/>
              </a:rPr>
              <a:t>/hosts</a:t>
            </a:r>
          </a:p>
          <a:p>
            <a:endParaRPr lang="nl-NL" dirty="0"/>
          </a:p>
          <a:p>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nano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etc</a:t>
            </a:r>
            <a:r>
              <a:rPr lang="nl-NL" dirty="0">
                <a:latin typeface="Consolas" panose="020B0609020204030204" pitchFamily="49" charset="0"/>
                <a:cs typeface="Consolas" panose="020B0609020204030204" pitchFamily="49" charset="0"/>
              </a:rPr>
              <a:t>/</a:t>
            </a:r>
            <a:r>
              <a:rPr lang="nl-NL" dirty="0" err="1">
                <a:latin typeface="Consolas" panose="020B0609020204030204" pitchFamily="49" charset="0"/>
                <a:cs typeface="Consolas" panose="020B0609020204030204" pitchFamily="49" charset="0"/>
              </a:rPr>
              <a:t>resolv.conf</a:t>
            </a:r>
            <a:endParaRPr lang="nl-NL" dirty="0">
              <a:latin typeface="Consolas" panose="020B0609020204030204" pitchFamily="49" charset="0"/>
              <a:cs typeface="Consolas" panose="020B0609020204030204" pitchFamily="49" charset="0"/>
            </a:endParaRPr>
          </a:p>
          <a:p>
            <a:pPr marL="357188" lvl="1" indent="0"/>
            <a:r>
              <a:rPr lang="nl-NL" dirty="0">
                <a:latin typeface="Consolas" panose="020B0609020204030204" pitchFamily="49" charset="0"/>
                <a:cs typeface="Consolas" panose="020B0609020204030204" pitchFamily="49" charset="0"/>
              </a:rPr>
              <a:t>search yourdomain.com</a:t>
            </a:r>
          </a:p>
          <a:p>
            <a:pPr marL="357188" lvl="1" indent="0"/>
            <a:r>
              <a:rPr lang="nl-NL" dirty="0" err="1">
                <a:latin typeface="Consolas" panose="020B0609020204030204" pitchFamily="49" charset="0"/>
                <a:cs typeface="Consolas" panose="020B0609020204030204" pitchFamily="49" charset="0"/>
              </a:rPr>
              <a:t>nameserver</a:t>
            </a:r>
            <a:r>
              <a:rPr lang="nl-NL" dirty="0">
                <a:latin typeface="Consolas" panose="020B0609020204030204" pitchFamily="49" charset="0"/>
                <a:cs typeface="Consolas" panose="020B0609020204030204" pitchFamily="49" charset="0"/>
              </a:rPr>
              <a:t> 127.0.0.1</a:t>
            </a:r>
          </a:p>
          <a:p>
            <a:pPr marL="357188" lvl="1" indent="0"/>
            <a:endParaRPr lang="nl-NL" dirty="0">
              <a:latin typeface="Courier New" panose="02070309020205020404" pitchFamily="49" charset="0"/>
              <a:cs typeface="Courier New" panose="02070309020205020404" pitchFamily="49" charset="0"/>
            </a:endParaRPr>
          </a:p>
          <a:p>
            <a:pPr marL="257175" lvl="1" indent="-257175">
              <a:buClr>
                <a:srgbClr val="ED0010"/>
              </a:buClr>
            </a:pPr>
            <a:r>
              <a:rPr lang="nl-NL" sz="1950" dirty="0"/>
              <a:t>Check name </a:t>
            </a:r>
            <a:r>
              <a:rPr lang="nl-NL" sz="1950" dirty="0" err="1"/>
              <a:t>resolution</a:t>
            </a:r>
            <a:r>
              <a:rPr lang="nl-NL" sz="1950" dirty="0"/>
              <a:t> order</a:t>
            </a:r>
          </a:p>
          <a:p>
            <a:pPr marL="361950" lvl="1" indent="-361950">
              <a:buClr>
                <a:schemeClr val="bg2"/>
              </a:buClr>
              <a:buFont typeface="Arial" panose="020B0604020202020204" pitchFamily="34" charset="0"/>
              <a:buChar char="•"/>
            </a:pPr>
            <a:r>
              <a:rPr lang="nl-NL" dirty="0">
                <a:latin typeface="Consolas" panose="020B0609020204030204" pitchFamily="49" charset="0"/>
                <a:cs typeface="Consolas" panose="020B0609020204030204" pitchFamily="49" charset="0"/>
              </a:rPr>
              <a:t>grep hosts /</a:t>
            </a:r>
            <a:r>
              <a:rPr lang="nl-NL" dirty="0" err="1">
                <a:latin typeface="Consolas" panose="020B0609020204030204" pitchFamily="49" charset="0"/>
                <a:cs typeface="Consolas" panose="020B0609020204030204" pitchFamily="49" charset="0"/>
              </a:rPr>
              <a:t>etc</a:t>
            </a:r>
            <a:r>
              <a:rPr lang="nl-NL" dirty="0">
                <a:latin typeface="Consolas" panose="020B0609020204030204" pitchFamily="49" charset="0"/>
                <a:cs typeface="Consolas" panose="020B0609020204030204" pitchFamily="49" charset="0"/>
              </a:rPr>
              <a:t>/</a:t>
            </a:r>
            <a:r>
              <a:rPr lang="nl-NL" dirty="0" err="1">
                <a:latin typeface="Consolas" panose="020B0609020204030204" pitchFamily="49" charset="0"/>
                <a:cs typeface="Consolas" panose="020B0609020204030204" pitchFamily="49" charset="0"/>
              </a:rPr>
              <a:t>nsswitch.conf</a:t>
            </a:r>
            <a:br>
              <a:rPr lang="nl-NL" dirty="0">
                <a:latin typeface="Consolas" panose="020B0609020204030204" pitchFamily="49" charset="0"/>
                <a:cs typeface="Consolas" panose="020B0609020204030204" pitchFamily="49" charset="0"/>
              </a:rPr>
            </a:br>
            <a:r>
              <a:rPr lang="nl-NL" dirty="0">
                <a:latin typeface="Consolas" panose="020B0609020204030204" pitchFamily="49" charset="0"/>
                <a:cs typeface="Consolas" panose="020B0609020204030204" pitchFamily="49" charset="0"/>
              </a:rPr>
              <a:t>hosts: files dns</a:t>
            </a:r>
          </a:p>
        </p:txBody>
      </p:sp>
      <p:sp>
        <p:nvSpPr>
          <p:cNvPr id="2" name="Title 1"/>
          <p:cNvSpPr>
            <a:spLocks noGrp="1"/>
          </p:cNvSpPr>
          <p:nvPr>
            <p:ph type="title"/>
          </p:nvPr>
        </p:nvSpPr>
        <p:spPr/>
        <p:txBody>
          <a:bodyPr/>
          <a:lstStyle/>
          <a:p>
            <a:r>
              <a:rPr lang="nl-NL" dirty="0"/>
              <a:t>Linux: DNS Client</a:t>
            </a:r>
          </a:p>
        </p:txBody>
      </p:sp>
    </p:spTree>
    <p:extLst>
      <p:ext uri="{BB962C8B-B14F-4D97-AF65-F5344CB8AC3E}">
        <p14:creationId xmlns:p14="http://schemas.microsoft.com/office/powerpoint/2010/main" val="2893161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72065" y="1857167"/>
            <a:ext cx="7516285" cy="3018876"/>
          </a:xfrm>
          <a:prstGeom prst="rect">
            <a:avLst/>
          </a:prstGeom>
          <a:solidFill>
            <a:schemeClr val="bg1">
              <a:lumMod val="95000"/>
            </a:schemeClr>
          </a:solidFill>
          <a:ln>
            <a:solidFill>
              <a:schemeClr val="tx1"/>
            </a:solidFill>
          </a:ln>
        </p:spPr>
        <p:txBody>
          <a:bodyPr vert="horz" wrap="square" lIns="108000" tIns="108000" rIns="108000" bIns="108000" rtlCol="0" anchor="t" anchorCtr="0">
            <a:spAutoFit/>
          </a:bodyPr>
          <a:lstStyle>
            <a:lvl1pPr indent="-100012">
              <a:lnSpc>
                <a:spcPts val="2400"/>
              </a:lnSpc>
              <a:spcBef>
                <a:spcPts val="0"/>
              </a:spcBef>
              <a:buClr>
                <a:schemeClr val="accent1"/>
              </a:buClr>
              <a:buFont typeface="Arial" panose="020B0604020202020204" pitchFamily="34" charset="0"/>
              <a:buChar char="•"/>
              <a:defRPr sz="1600" b="0">
                <a:latin typeface="Consolas" panose="020B0609020204030204" pitchFamily="49" charset="0"/>
                <a:cs typeface="Consolas" panose="020B0609020204030204" pitchFamily="49" charset="0"/>
              </a:defRPr>
            </a:lvl1pPr>
            <a:lvl2pPr marL="800100" indent="-342900" defTabSz="457200">
              <a:lnSpc>
                <a:spcPts val="2400"/>
              </a:lnSpc>
              <a:spcBef>
                <a:spcPts val="0"/>
              </a:spcBef>
              <a:buClr>
                <a:schemeClr val="accent1"/>
              </a:buClr>
              <a:buFont typeface="Courier New" panose="02070309020205020404" pitchFamily="49" charset="0"/>
              <a:buChar char="o"/>
              <a:defRPr sz="2000" b="0"/>
            </a:lvl2pPr>
            <a:lvl3pPr marL="1257300" indent="-342900" defTabSz="457200">
              <a:lnSpc>
                <a:spcPts val="2400"/>
              </a:lnSpc>
              <a:spcBef>
                <a:spcPts val="0"/>
              </a:spcBef>
              <a:buClr>
                <a:schemeClr val="accent1"/>
              </a:buClr>
              <a:buFont typeface="Wingdings" panose="05000000000000000000" pitchFamily="2" charset="2"/>
              <a:buChar char="§"/>
              <a:defRPr sz="2000" b="0"/>
            </a:lvl3pPr>
            <a:lvl4pPr indent="0" defTabSz="457200">
              <a:lnSpc>
                <a:spcPts val="2400"/>
              </a:lnSpc>
              <a:spcBef>
                <a:spcPts val="0"/>
              </a:spcBef>
              <a:buClr>
                <a:schemeClr val="accent1"/>
              </a:buClr>
              <a:buFont typeface="Arial"/>
              <a:buNone/>
              <a:defRPr sz="2000" b="0"/>
            </a:lvl4pPr>
            <a:lvl5pPr indent="0" defTabSz="457200">
              <a:lnSpc>
                <a:spcPts val="2400"/>
              </a:lnSpc>
              <a:spcBef>
                <a:spcPts val="0"/>
              </a:spcBef>
              <a:buClr>
                <a:schemeClr val="accent1"/>
              </a:buClr>
              <a:buFont typeface="Arial"/>
              <a:buNone/>
              <a:defRPr sz="2000" b="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indent="0">
              <a:lnSpc>
                <a:spcPct val="100000"/>
              </a:lnSpc>
              <a:buNone/>
            </a:pPr>
            <a:r>
              <a:rPr lang="fi-FI" sz="1400" dirty="0"/>
              <a:t>options {</a:t>
            </a:r>
          </a:p>
          <a:p>
            <a:pPr indent="0">
              <a:lnSpc>
                <a:spcPct val="100000"/>
              </a:lnSpc>
              <a:buNone/>
            </a:pPr>
            <a:r>
              <a:rPr lang="fi-FI" sz="1400" dirty="0"/>
              <a:t>	listen-on port 53 { 127.0.0.1; 192.168.1.100; };  # or any;</a:t>
            </a:r>
          </a:p>
          <a:p>
            <a:pPr indent="0">
              <a:lnSpc>
                <a:spcPct val="100000"/>
              </a:lnSpc>
              <a:buNone/>
            </a:pPr>
            <a:r>
              <a:rPr lang="nl-NL" sz="1400" dirty="0"/>
              <a:t>	</a:t>
            </a:r>
            <a:r>
              <a:rPr lang="nl-NL" sz="1400" dirty="0" err="1"/>
              <a:t>allow</a:t>
            </a:r>
            <a:r>
              <a:rPr lang="nl-NL" sz="1400" dirty="0"/>
              <a:t>-query       { </a:t>
            </a:r>
            <a:r>
              <a:rPr lang="nl-NL" sz="1400" dirty="0" err="1"/>
              <a:t>localhost</a:t>
            </a:r>
            <a:r>
              <a:rPr lang="nl-NL" sz="1400" dirty="0"/>
              <a:t>; 192.168.1.0/24; }; # IP Range</a:t>
            </a:r>
          </a:p>
          <a:p>
            <a:pPr indent="0">
              <a:lnSpc>
                <a:spcPct val="100000"/>
              </a:lnSpc>
              <a:buNone/>
            </a:pPr>
            <a:r>
              <a:rPr lang="nl-NL" sz="1400" dirty="0"/>
              <a:t>	</a:t>
            </a:r>
            <a:r>
              <a:rPr lang="nl-NL" sz="1400" dirty="0" err="1"/>
              <a:t>allow</a:t>
            </a:r>
            <a:r>
              <a:rPr lang="nl-NL" sz="1400" dirty="0"/>
              <a:t>-transfer    { </a:t>
            </a:r>
            <a:r>
              <a:rPr lang="nl-NL" sz="1400" dirty="0" err="1"/>
              <a:t>localhost</a:t>
            </a:r>
            <a:r>
              <a:rPr lang="nl-NL" sz="1400" dirty="0"/>
              <a:t>; 192.168.1.101; };  # </a:t>
            </a:r>
            <a:r>
              <a:rPr lang="nl-NL" sz="1400" dirty="0" err="1"/>
              <a:t>Slave</a:t>
            </a:r>
            <a:r>
              <a:rPr lang="nl-NL" sz="1400" dirty="0"/>
              <a:t> DNS IP</a:t>
            </a:r>
          </a:p>
          <a:p>
            <a:pPr indent="0">
              <a:lnSpc>
                <a:spcPct val="100000"/>
              </a:lnSpc>
              <a:buNone/>
            </a:pPr>
            <a:r>
              <a:rPr lang="nl-NL" sz="1400" dirty="0"/>
              <a:t>};</a:t>
            </a:r>
          </a:p>
          <a:p>
            <a:pPr indent="0">
              <a:lnSpc>
                <a:spcPct val="100000"/>
              </a:lnSpc>
              <a:buNone/>
            </a:pPr>
            <a:endParaRPr lang="nl-NL" sz="1400" dirty="0"/>
          </a:p>
          <a:p>
            <a:pPr indent="0">
              <a:lnSpc>
                <a:spcPct val="100000"/>
              </a:lnSpc>
              <a:buNone/>
            </a:pPr>
            <a:r>
              <a:rPr lang="nl-NL" sz="1400" dirty="0"/>
              <a:t># </a:t>
            </a:r>
            <a:r>
              <a:rPr lang="nl-NL" sz="1400" dirty="0" err="1"/>
              <a:t>add</a:t>
            </a:r>
            <a:r>
              <a:rPr lang="nl-NL" sz="1400" dirty="0"/>
              <a:t> </a:t>
            </a:r>
            <a:r>
              <a:rPr lang="nl-NL" sz="1400" dirty="0" err="1"/>
              <a:t>your</a:t>
            </a:r>
            <a:r>
              <a:rPr lang="nl-NL" sz="1400" dirty="0"/>
              <a:t> zones</a:t>
            </a:r>
          </a:p>
          <a:p>
            <a:pPr indent="0">
              <a:lnSpc>
                <a:spcPct val="100000"/>
              </a:lnSpc>
              <a:buNone/>
            </a:pPr>
            <a:r>
              <a:rPr lang="nl-NL" sz="1400" dirty="0"/>
              <a:t>zone "</a:t>
            </a:r>
            <a:r>
              <a:rPr lang="nl-NL" sz="1400" dirty="0" err="1"/>
              <a:t>yourdomain.tld</a:t>
            </a:r>
            <a:r>
              <a:rPr lang="nl-NL" sz="1400" dirty="0"/>
              <a:t>" IN {</a:t>
            </a:r>
          </a:p>
          <a:p>
            <a:pPr indent="0">
              <a:lnSpc>
                <a:spcPct val="100000"/>
              </a:lnSpc>
              <a:buNone/>
            </a:pPr>
            <a:r>
              <a:rPr lang="nl-NL" sz="1400" dirty="0"/>
              <a:t>        type master;</a:t>
            </a:r>
          </a:p>
          <a:p>
            <a:pPr indent="0">
              <a:lnSpc>
                <a:spcPct val="100000"/>
              </a:lnSpc>
              <a:buNone/>
            </a:pPr>
            <a:r>
              <a:rPr lang="nl-NL" sz="1400" dirty="0"/>
              <a:t>        file "/var/</a:t>
            </a:r>
            <a:r>
              <a:rPr lang="nl-NL" sz="1400" dirty="0" err="1"/>
              <a:t>named</a:t>
            </a:r>
            <a:r>
              <a:rPr lang="nl-NL" sz="1400" dirty="0"/>
              <a:t>/</a:t>
            </a:r>
            <a:r>
              <a:rPr lang="nl-NL" sz="1400" dirty="0" err="1"/>
              <a:t>yourdomain.tld.db</a:t>
            </a:r>
            <a:r>
              <a:rPr lang="nl-NL" sz="1400" dirty="0"/>
              <a:t>";</a:t>
            </a:r>
          </a:p>
          <a:p>
            <a:pPr indent="0">
              <a:lnSpc>
                <a:spcPct val="100000"/>
              </a:lnSpc>
              <a:buNone/>
            </a:pPr>
            <a:r>
              <a:rPr lang="nl-NL" sz="1400" dirty="0"/>
              <a:t>        </a:t>
            </a:r>
            <a:r>
              <a:rPr lang="nl-NL" sz="1400" dirty="0" err="1"/>
              <a:t>notify</a:t>
            </a:r>
            <a:r>
              <a:rPr lang="nl-NL" sz="1400" dirty="0"/>
              <a:t> yes;</a:t>
            </a:r>
          </a:p>
          <a:p>
            <a:pPr indent="0">
              <a:lnSpc>
                <a:spcPct val="100000"/>
              </a:lnSpc>
              <a:buNone/>
            </a:pPr>
            <a:r>
              <a:rPr lang="nl-NL" sz="1400" dirty="0"/>
              <a:t>        </a:t>
            </a:r>
            <a:r>
              <a:rPr lang="nl-NL" sz="1400" dirty="0" err="1"/>
              <a:t>allow</a:t>
            </a:r>
            <a:r>
              <a:rPr lang="nl-NL" sz="1400" dirty="0"/>
              <a:t>-transfer { 192.168.1.101; };</a:t>
            </a:r>
          </a:p>
          <a:p>
            <a:pPr indent="0">
              <a:lnSpc>
                <a:spcPct val="100000"/>
              </a:lnSpc>
              <a:buNone/>
            </a:pPr>
            <a:r>
              <a:rPr lang="nl-NL" sz="1400" dirty="0"/>
              <a:t>};</a:t>
            </a:r>
          </a:p>
        </p:txBody>
      </p:sp>
      <p:sp>
        <p:nvSpPr>
          <p:cNvPr id="4" name="Text Placeholder 3"/>
          <p:cNvSpPr>
            <a:spLocks noGrp="1"/>
          </p:cNvSpPr>
          <p:nvPr>
            <p:ph type="body" sz="quarter" idx="11"/>
          </p:nvPr>
        </p:nvSpPr>
        <p:spPr/>
        <p:txBody>
          <a:bodyPr/>
          <a:lstStyle/>
          <a:p>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dnf</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install</a:t>
            </a:r>
            <a:r>
              <a:rPr lang="nl-NL" dirty="0">
                <a:latin typeface="Consolas" panose="020B0609020204030204" pitchFamily="49" charset="0"/>
                <a:cs typeface="Consolas" panose="020B0609020204030204" pitchFamily="49" charset="0"/>
              </a:rPr>
              <a:t> bind</a:t>
            </a:r>
          </a:p>
          <a:p>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nano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etc</a:t>
            </a:r>
            <a:r>
              <a:rPr lang="nl-NL" dirty="0">
                <a:latin typeface="Consolas" panose="020B0609020204030204" pitchFamily="49" charset="0"/>
                <a:cs typeface="Consolas" panose="020B0609020204030204" pitchFamily="49" charset="0"/>
              </a:rPr>
              <a:t>/</a:t>
            </a:r>
            <a:r>
              <a:rPr lang="nl-NL" dirty="0" err="1">
                <a:latin typeface="Consolas" panose="020B0609020204030204" pitchFamily="49" charset="0"/>
                <a:cs typeface="Consolas" panose="020B0609020204030204" pitchFamily="49" charset="0"/>
              </a:rPr>
              <a:t>named.conf</a:t>
            </a:r>
            <a:endParaRPr lang="nl-NL" dirty="0">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nl-NL" dirty="0"/>
              <a:t>Linux: DNS Server</a:t>
            </a:r>
          </a:p>
        </p:txBody>
      </p:sp>
      <p:grpSp>
        <p:nvGrpSpPr>
          <p:cNvPr id="10" name="Group 9"/>
          <p:cNvGrpSpPr/>
          <p:nvPr/>
        </p:nvGrpSpPr>
        <p:grpSpPr>
          <a:xfrm>
            <a:off x="2965391" y="4037627"/>
            <a:ext cx="4768553" cy="406185"/>
            <a:chOff x="2717542" y="5124971"/>
            <a:chExt cx="7302686" cy="541581"/>
          </a:xfrm>
        </p:grpSpPr>
        <p:cxnSp>
          <p:nvCxnSpPr>
            <p:cNvPr id="5" name="Straight Arrow Connector 4"/>
            <p:cNvCxnSpPr>
              <a:stCxn id="7" idx="1"/>
            </p:cNvCxnSpPr>
            <p:nvPr/>
          </p:nvCxnSpPr>
          <p:spPr bwMode="auto">
            <a:xfrm flipH="1" flipV="1">
              <a:off x="2717542" y="5371191"/>
              <a:ext cx="3798674" cy="1"/>
            </a:xfrm>
            <a:prstGeom prst="straightConnector1">
              <a:avLst/>
            </a:prstGeom>
            <a:solidFill>
              <a:schemeClr val="accent1"/>
            </a:solidFill>
            <a:ln w="25400" cap="flat" cmpd="sng" algn="ctr">
              <a:solidFill>
                <a:srgbClr val="ED0010"/>
              </a:solidFill>
              <a:prstDash val="solid"/>
              <a:round/>
              <a:headEnd type="none" w="med" len="med"/>
              <a:tailEnd type="arrow"/>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 name="Straight Arrow Connector 5"/>
            <p:cNvCxnSpPr>
              <a:stCxn id="7" idx="1"/>
            </p:cNvCxnSpPr>
            <p:nvPr/>
          </p:nvCxnSpPr>
          <p:spPr bwMode="auto">
            <a:xfrm flipH="1">
              <a:off x="6028617" y="5371193"/>
              <a:ext cx="487600" cy="295359"/>
            </a:xfrm>
            <a:prstGeom prst="straightConnector1">
              <a:avLst/>
            </a:prstGeom>
            <a:solidFill>
              <a:schemeClr val="accent1"/>
            </a:solidFill>
            <a:ln w="25400" cap="flat" cmpd="sng" algn="ctr">
              <a:solidFill>
                <a:srgbClr val="ED0010"/>
              </a:solidFill>
              <a:prstDash val="solid"/>
              <a:round/>
              <a:headEnd type="none" w="med" len="med"/>
              <a:tailEnd type="arrow"/>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 name="TextBox 6"/>
            <p:cNvSpPr txBox="1"/>
            <p:nvPr/>
          </p:nvSpPr>
          <p:spPr>
            <a:xfrm>
              <a:off x="6516216" y="5124971"/>
              <a:ext cx="3504012" cy="492443"/>
            </a:xfrm>
            <a:prstGeom prst="rect">
              <a:avLst/>
            </a:prstGeom>
            <a:noFill/>
          </p:spPr>
          <p:txBody>
            <a:bodyPr wrap="square" rtlCol="0">
              <a:spAutoFit/>
            </a:bodyPr>
            <a:lstStyle/>
            <a:p>
              <a:r>
                <a:rPr lang="nl-NL" dirty="0"/>
                <a:t>voor master </a:t>
              </a:r>
              <a:r>
                <a:rPr lang="nl-NL" dirty="0">
                  <a:sym typeface="Wingdings" panose="05000000000000000000" pitchFamily="2" charset="2"/>
                </a:rPr>
                <a:t> </a:t>
              </a:r>
              <a:r>
                <a:rPr lang="nl-NL" dirty="0" err="1">
                  <a:sym typeface="Wingdings" panose="05000000000000000000" pitchFamily="2" charset="2"/>
                </a:rPr>
                <a:t>slave</a:t>
              </a:r>
              <a:endParaRPr lang="nl-NL" dirty="0"/>
            </a:p>
          </p:txBody>
        </p:sp>
      </p:grpSp>
    </p:spTree>
    <p:extLst>
      <p:ext uri="{BB962C8B-B14F-4D97-AF65-F5344CB8AC3E}">
        <p14:creationId xmlns:p14="http://schemas.microsoft.com/office/powerpoint/2010/main" val="2771948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nano</a:t>
            </a:r>
            <a:r>
              <a:rPr lang="nl-NL" dirty="0">
                <a:latin typeface="Consolas" panose="020B0609020204030204" pitchFamily="49" charset="0"/>
                <a:cs typeface="Consolas" panose="020B0609020204030204" pitchFamily="49" charset="0"/>
              </a:rPr>
              <a:t> /var/</a:t>
            </a:r>
            <a:r>
              <a:rPr lang="nl-NL" dirty="0" err="1">
                <a:latin typeface="Consolas" panose="020B0609020204030204" pitchFamily="49" charset="0"/>
                <a:cs typeface="Consolas" panose="020B0609020204030204" pitchFamily="49" charset="0"/>
              </a:rPr>
              <a:t>named</a:t>
            </a:r>
            <a:r>
              <a:rPr lang="nl-NL" dirty="0">
                <a:latin typeface="Consolas" panose="020B0609020204030204" pitchFamily="49" charset="0"/>
                <a:cs typeface="Consolas" panose="020B0609020204030204" pitchFamily="49" charset="0"/>
              </a:rPr>
              <a:t>/</a:t>
            </a:r>
            <a:r>
              <a:rPr lang="nl-NL" dirty="0" err="1">
                <a:latin typeface="Consolas" panose="020B0609020204030204" pitchFamily="49" charset="0"/>
                <a:cs typeface="Consolas" panose="020B0609020204030204" pitchFamily="49" charset="0"/>
              </a:rPr>
              <a:t>yourdomain.tld.db</a:t>
            </a:r>
            <a:endParaRPr lang="nl-NL" dirty="0">
              <a:latin typeface="Consolas" panose="020B0609020204030204" pitchFamily="49" charset="0"/>
              <a:cs typeface="Consolas" panose="020B0609020204030204" pitchFamily="49"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fi-FI" spc="-113" dirty="0">
                <a:latin typeface="Consolas" panose="020B0609020204030204" pitchFamily="49" charset="0"/>
                <a:cs typeface="Consolas" panose="020B0609020204030204" pitchFamily="49" charset="0"/>
              </a:rPr>
              <a:t>/var/named/named.empty</a:t>
            </a:r>
            <a:r>
              <a:rPr lang="fi-FI" spc="-113" dirty="0">
                <a:cs typeface="Consolas" panose="020B0609020204030204" pitchFamily="49" charset="0"/>
              </a:rPr>
              <a:t> bevat een leeg geraamte voor een zonefile</a:t>
            </a:r>
          </a:p>
          <a:p>
            <a:r>
              <a:rPr lang="fi-FI" spc="-113" dirty="0">
                <a:cs typeface="Consolas" panose="020B0609020204030204" pitchFamily="49" charset="0"/>
              </a:rPr>
              <a:t>het domein in kwestie mag vervangen worden door </a:t>
            </a:r>
            <a:r>
              <a:rPr lang="fi-FI" spc="-113" dirty="0">
                <a:latin typeface="Consolas" panose="020B0609020204030204" pitchFamily="49" charset="0"/>
                <a:cs typeface="Consolas" panose="020B0609020204030204" pitchFamily="49" charset="0"/>
              </a:rPr>
              <a:t>@</a:t>
            </a:r>
          </a:p>
          <a:p>
            <a:pPr marL="0" indent="0">
              <a:buNone/>
            </a:pPr>
            <a:endParaRPr lang="nl-NL" dirty="0"/>
          </a:p>
        </p:txBody>
      </p:sp>
      <p:sp>
        <p:nvSpPr>
          <p:cNvPr id="2" name="Title 1"/>
          <p:cNvSpPr>
            <a:spLocks noGrp="1"/>
          </p:cNvSpPr>
          <p:nvPr>
            <p:ph type="title"/>
          </p:nvPr>
        </p:nvSpPr>
        <p:spPr/>
        <p:txBody>
          <a:bodyPr/>
          <a:lstStyle/>
          <a:p>
            <a:r>
              <a:rPr lang="en-US" dirty="0"/>
              <a:t>Linux: zone file (1)</a:t>
            </a:r>
            <a:endParaRPr lang="nl-NL" dirty="0"/>
          </a:p>
        </p:txBody>
      </p:sp>
      <p:sp>
        <p:nvSpPr>
          <p:cNvPr id="3" name="Content Placeholder 2"/>
          <p:cNvSpPr>
            <a:spLocks noGrp="1"/>
          </p:cNvSpPr>
          <p:nvPr>
            <p:ph idx="4294967295"/>
          </p:nvPr>
        </p:nvSpPr>
        <p:spPr>
          <a:xfrm>
            <a:off x="1011873" y="1649573"/>
            <a:ext cx="7376477" cy="2187879"/>
          </a:xfrm>
          <a:solidFill>
            <a:schemeClr val="bg1">
              <a:lumMod val="95000"/>
            </a:schemeClr>
          </a:solidFill>
          <a:ln>
            <a:solidFill>
              <a:schemeClr val="tx1"/>
            </a:solidFill>
          </a:ln>
        </p:spPr>
        <p:txBody>
          <a:bodyPr vert="horz" wrap="square" lIns="108000" tIns="108000" rIns="108000" bIns="108000" rtlCol="0" anchor="t" anchorCtr="0">
            <a:spAutoFit/>
          </a:bodyPr>
          <a:lstStyle/>
          <a:p>
            <a:pPr marL="0" indent="0" defTabSz="671513">
              <a:lnSpc>
                <a:spcPct val="100000"/>
              </a:lnSpc>
              <a:buNone/>
            </a:pPr>
            <a:r>
              <a:rPr lang="en-US" sz="1600" dirty="0">
                <a:latin typeface="Consolas" panose="020B0609020204030204" pitchFamily="49" charset="0"/>
                <a:cs typeface="Consolas" panose="020B0609020204030204" pitchFamily="49" charset="0"/>
              </a:rPr>
              <a:t>; Start of authority record for atrust.com</a:t>
            </a:r>
          </a:p>
          <a:p>
            <a:pPr marL="0" indent="0" defTabSz="671513">
              <a:lnSpc>
                <a:spcPct val="100000"/>
              </a:lnSpc>
              <a:buNone/>
            </a:pPr>
            <a:r>
              <a:rPr lang="en-US" sz="1600" dirty="0">
                <a:latin typeface="Consolas" panose="020B0609020204030204" pitchFamily="49" charset="0"/>
                <a:cs typeface="Consolas" panose="020B0609020204030204" pitchFamily="49" charset="0"/>
              </a:rPr>
              <a:t>atrust.com.	IN	SOA	ns1.atrust.com. hostmaster.atrust.com. (</a:t>
            </a:r>
          </a:p>
          <a:p>
            <a:pPr marL="0" indent="0" defTabSz="671513">
              <a:lnSpc>
                <a:spcPct val="100000"/>
              </a:lnSpc>
              <a:buNone/>
            </a:pPr>
            <a:r>
              <a:rPr lang="en-US" sz="1600" dirty="0">
                <a:latin typeface="Consolas" panose="020B0609020204030204" pitchFamily="49" charset="0"/>
                <a:cs typeface="Consolas" panose="020B0609020204030204" pitchFamily="49" charset="0"/>
              </a:rPr>
              <a:t>                        2017110200   ; Serial number</a:t>
            </a:r>
          </a:p>
          <a:p>
            <a:pPr marL="0" indent="0" defTabSz="671513">
              <a:lnSpc>
                <a:spcPct val="100000"/>
              </a:lnSpc>
              <a:buNone/>
            </a:pPr>
            <a:r>
              <a:rPr lang="en-US" sz="1600" dirty="0">
                <a:latin typeface="Consolas" panose="020B0609020204030204" pitchFamily="49" charset="0"/>
                <a:cs typeface="Consolas" panose="020B0609020204030204" pitchFamily="49" charset="0"/>
              </a:rPr>
              <a:t>                        10800        ; Refresh   (3 hours)</a:t>
            </a:r>
          </a:p>
          <a:p>
            <a:pPr marL="0" indent="0" defTabSz="671513">
              <a:lnSpc>
                <a:spcPct val="100000"/>
              </a:lnSpc>
              <a:buNone/>
            </a:pPr>
            <a:r>
              <a:rPr lang="en-US" sz="1600" dirty="0">
                <a:latin typeface="Consolas" panose="020B0609020204030204" pitchFamily="49" charset="0"/>
                <a:cs typeface="Consolas" panose="020B0609020204030204" pitchFamily="49" charset="0"/>
              </a:rPr>
              <a:t>                        1200         ; Retry     (20 minutes)</a:t>
            </a:r>
          </a:p>
          <a:p>
            <a:pPr marL="0" indent="0" defTabSz="671513">
              <a:lnSpc>
                <a:spcPct val="100000"/>
              </a:lnSpc>
              <a:buNone/>
            </a:pPr>
            <a:r>
              <a:rPr lang="en-US" sz="1600" dirty="0">
                <a:latin typeface="Consolas" panose="020B0609020204030204" pitchFamily="49" charset="0"/>
                <a:cs typeface="Consolas" panose="020B0609020204030204" pitchFamily="49" charset="0"/>
              </a:rPr>
              <a:t>                        3600000      ; Expire    (40+ days)</a:t>
            </a:r>
          </a:p>
          <a:p>
            <a:pPr marL="0" indent="0" defTabSz="671513">
              <a:lnSpc>
                <a:spcPct val="100000"/>
              </a:lnSpc>
              <a:buNone/>
            </a:pPr>
            <a:r>
              <a:rPr lang="en-US" sz="1600" dirty="0">
                <a:latin typeface="Consolas" panose="020B0609020204030204" pitchFamily="49" charset="0"/>
                <a:cs typeface="Consolas" panose="020B0609020204030204" pitchFamily="49" charset="0"/>
              </a:rPr>
              <a:t>                        3600 )       ; Minimum   (1 hour)</a:t>
            </a:r>
          </a:p>
          <a:p>
            <a:pPr marL="0" indent="0" defTabSz="914400">
              <a:lnSpc>
                <a:spcPct val="100000"/>
              </a:lnSpc>
              <a:buNone/>
            </a:pPr>
            <a:r>
              <a:rPr lang="fi-FI" sz="1600" dirty="0">
                <a:cs typeface="Consolas" panose="020B0609020204030204" pitchFamily="49" charset="0"/>
              </a:rPr>
              <a:t>...</a:t>
            </a:r>
          </a:p>
        </p:txBody>
      </p:sp>
    </p:spTree>
    <p:extLst>
      <p:ext uri="{BB962C8B-B14F-4D97-AF65-F5344CB8AC3E}">
        <p14:creationId xmlns:p14="http://schemas.microsoft.com/office/powerpoint/2010/main" val="2225596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nano</a:t>
            </a:r>
            <a:r>
              <a:rPr lang="nl-NL" dirty="0">
                <a:latin typeface="Consolas" panose="020B0609020204030204" pitchFamily="49" charset="0"/>
                <a:cs typeface="Consolas" panose="020B0609020204030204" pitchFamily="49" charset="0"/>
              </a:rPr>
              <a:t> /var/</a:t>
            </a:r>
            <a:r>
              <a:rPr lang="nl-NL" dirty="0" err="1">
                <a:latin typeface="Consolas" panose="020B0609020204030204" pitchFamily="49" charset="0"/>
                <a:cs typeface="Consolas" panose="020B0609020204030204" pitchFamily="49" charset="0"/>
              </a:rPr>
              <a:t>named</a:t>
            </a:r>
            <a:r>
              <a:rPr lang="nl-NL" dirty="0">
                <a:latin typeface="Consolas" panose="020B0609020204030204" pitchFamily="49" charset="0"/>
                <a:cs typeface="Consolas" panose="020B0609020204030204" pitchFamily="49" charset="0"/>
              </a:rPr>
              <a:t>/</a:t>
            </a:r>
            <a:r>
              <a:rPr lang="nl-NL" dirty="0" err="1">
                <a:latin typeface="Consolas" panose="020B0609020204030204" pitchFamily="49" charset="0"/>
                <a:cs typeface="Consolas" panose="020B0609020204030204" pitchFamily="49" charset="0"/>
              </a:rPr>
              <a:t>yourdomain.tld.db</a:t>
            </a:r>
            <a:r>
              <a:rPr lang="nl-NL" dirty="0">
                <a:latin typeface="Consolas" panose="020B0609020204030204" pitchFamily="49" charset="0"/>
                <a:cs typeface="Consolas" panose="020B0609020204030204" pitchFamily="49" charset="0"/>
              </a:rPr>
              <a:t> </a:t>
            </a:r>
            <a:r>
              <a:rPr lang="nl-NL" dirty="0"/>
              <a:t>(vervolg)</a:t>
            </a:r>
          </a:p>
        </p:txBody>
      </p:sp>
      <p:sp>
        <p:nvSpPr>
          <p:cNvPr id="2" name="Title 1"/>
          <p:cNvSpPr>
            <a:spLocks noGrp="1"/>
          </p:cNvSpPr>
          <p:nvPr>
            <p:ph type="title"/>
          </p:nvPr>
        </p:nvSpPr>
        <p:spPr/>
        <p:txBody>
          <a:bodyPr/>
          <a:lstStyle/>
          <a:p>
            <a:r>
              <a:rPr lang="en-US" dirty="0"/>
              <a:t>Linux: zone file (2)</a:t>
            </a:r>
            <a:endParaRPr lang="nl-NL" dirty="0"/>
          </a:p>
        </p:txBody>
      </p:sp>
      <p:sp>
        <p:nvSpPr>
          <p:cNvPr id="3" name="Content Placeholder 2"/>
          <p:cNvSpPr>
            <a:spLocks noGrp="1"/>
          </p:cNvSpPr>
          <p:nvPr>
            <p:ph idx="4294967295"/>
          </p:nvPr>
        </p:nvSpPr>
        <p:spPr>
          <a:xfrm>
            <a:off x="1093065" y="1563768"/>
            <a:ext cx="5631586" cy="1941658"/>
          </a:xfrm>
          <a:solidFill>
            <a:schemeClr val="bg1">
              <a:lumMod val="95000"/>
            </a:schemeClr>
          </a:solidFill>
          <a:ln>
            <a:solidFill>
              <a:schemeClr val="tx1"/>
            </a:solidFill>
          </a:ln>
        </p:spPr>
        <p:txBody>
          <a:bodyPr vert="horz" wrap="square" lIns="108000" tIns="108000" rIns="108000" bIns="108000" rtlCol="0" anchor="t" anchorCtr="0">
            <a:spAutoFit/>
          </a:bodyPr>
          <a:lstStyle/>
          <a:p>
            <a:pPr marL="0" indent="0">
              <a:lnSpc>
                <a:spcPct val="100000"/>
              </a:lnSpc>
              <a:buNone/>
            </a:pPr>
            <a:r>
              <a:rPr lang="fi-FI" sz="1600" dirty="0"/>
              <a:t>...</a:t>
            </a:r>
          </a:p>
          <a:p>
            <a:pPr marL="0" indent="0">
              <a:lnSpc>
                <a:spcPct val="100000"/>
              </a:lnSpc>
              <a:buNone/>
            </a:pPr>
            <a:r>
              <a:rPr lang="fi-FI" sz="1600" dirty="0">
                <a:latin typeface="Consolas" panose="020B0609020204030204" pitchFamily="49" charset="0"/>
              </a:rPr>
              <a:t>                NS  ns1.atrust.com.</a:t>
            </a:r>
          </a:p>
          <a:p>
            <a:pPr marL="0" indent="0">
              <a:lnSpc>
                <a:spcPct val="100000"/>
              </a:lnSpc>
              <a:buNone/>
            </a:pPr>
            <a:r>
              <a:rPr lang="fi-FI" sz="1600" dirty="0">
                <a:latin typeface="Consolas" panose="020B0609020204030204" pitchFamily="49" charset="0"/>
              </a:rPr>
              <a:t>                NS  ns2.atrust.com.</a:t>
            </a:r>
          </a:p>
          <a:p>
            <a:pPr marL="0" indent="0">
              <a:lnSpc>
                <a:spcPct val="100000"/>
              </a:lnSpc>
              <a:buNone/>
            </a:pPr>
            <a:endParaRPr lang="fi-FI" sz="1600" dirty="0">
              <a:latin typeface="Consolas" panose="020B0609020204030204" pitchFamily="49" charset="0"/>
            </a:endParaRPr>
          </a:p>
          <a:p>
            <a:pPr marL="0" indent="0">
              <a:lnSpc>
                <a:spcPct val="100000"/>
              </a:lnSpc>
              <a:buNone/>
            </a:pPr>
            <a:r>
              <a:rPr lang="fi-FI" sz="1600" dirty="0">
                <a:latin typeface="Consolas" panose="020B0609020204030204" pitchFamily="49" charset="0"/>
              </a:rPr>
              <a:t>ns1             IN  A  63.173.189.1</a:t>
            </a:r>
          </a:p>
          <a:p>
            <a:pPr marL="0" indent="0">
              <a:lnSpc>
                <a:spcPct val="100000"/>
              </a:lnSpc>
              <a:buNone/>
            </a:pPr>
            <a:endParaRPr lang="fi-FI" sz="1600" dirty="0">
              <a:latin typeface="Consolas" panose="020B0609020204030204" pitchFamily="49" charset="0"/>
            </a:endParaRPr>
          </a:p>
          <a:p>
            <a:pPr marL="0" indent="0">
              <a:lnSpc>
                <a:spcPct val="100000"/>
              </a:lnSpc>
              <a:buNone/>
            </a:pPr>
            <a:r>
              <a:rPr lang="fi-FI" sz="1600" dirty="0">
                <a:latin typeface="Consolas" panose="020B0609020204030204" pitchFamily="49" charset="0"/>
              </a:rPr>
              <a:t>*               IN  MX  10 mailserver.atrust.com</a:t>
            </a:r>
          </a:p>
        </p:txBody>
      </p:sp>
    </p:spTree>
    <p:extLst>
      <p:ext uri="{BB962C8B-B14F-4D97-AF65-F5344CB8AC3E}">
        <p14:creationId xmlns:p14="http://schemas.microsoft.com/office/powerpoint/2010/main" val="16308764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718219" y="1196341"/>
            <a:ext cx="7951328" cy="3292316"/>
          </a:xfrm>
        </p:spPr>
        <p:txBody>
          <a:bodyPr/>
          <a:lstStyle/>
          <a:p>
            <a:r>
              <a:rPr lang="nl-NL" dirty="0"/>
              <a:t>Check</a:t>
            </a:r>
          </a:p>
          <a:p>
            <a:pPr marL="800100" lvl="1">
              <a:buFont typeface="Courier New" panose="02070309020205020404" pitchFamily="49" charset="0"/>
              <a:buChar char="o"/>
            </a:pPr>
            <a:r>
              <a:rPr lang="nl-NL" sz="1400" dirty="0" err="1">
                <a:latin typeface="Consolas" panose="020B0609020204030204" pitchFamily="49" charset="0"/>
                <a:cs typeface="Consolas" panose="020B0609020204030204" pitchFamily="49" charset="0"/>
              </a:rPr>
              <a:t>sudo</a:t>
            </a:r>
            <a:r>
              <a:rPr lang="nl-NL" sz="1400" dirty="0">
                <a:latin typeface="Consolas" panose="020B0609020204030204" pitchFamily="49" charset="0"/>
                <a:cs typeface="Consolas" panose="020B0609020204030204" pitchFamily="49" charset="0"/>
              </a:rPr>
              <a:t> -u </a:t>
            </a:r>
            <a:r>
              <a:rPr lang="nl-NL" sz="1400" dirty="0" err="1">
                <a:latin typeface="Consolas" panose="020B0609020204030204" pitchFamily="49" charset="0"/>
                <a:cs typeface="Consolas" panose="020B0609020204030204" pitchFamily="49" charset="0"/>
              </a:rPr>
              <a:t>named</a:t>
            </a:r>
            <a:r>
              <a:rPr lang="nl-NL" sz="1400" dirty="0">
                <a:latin typeface="Consolas" panose="020B0609020204030204" pitchFamily="49" charset="0"/>
                <a:cs typeface="Consolas" panose="020B0609020204030204" pitchFamily="49" charset="0"/>
              </a:rPr>
              <a:t> </a:t>
            </a:r>
            <a:r>
              <a:rPr lang="nl-NL" sz="1400" dirty="0" err="1">
                <a:latin typeface="Consolas" panose="020B0609020204030204" pitchFamily="49" charset="0"/>
                <a:cs typeface="Consolas" panose="020B0609020204030204" pitchFamily="49" charset="0"/>
              </a:rPr>
              <a:t>named-checkconf</a:t>
            </a:r>
            <a:r>
              <a:rPr lang="nl-NL" sz="1400" dirty="0">
                <a:latin typeface="Consolas" panose="020B0609020204030204" pitchFamily="49" charset="0"/>
                <a:cs typeface="Consolas" panose="020B0609020204030204" pitchFamily="49" charset="0"/>
              </a:rPr>
              <a:t> /</a:t>
            </a:r>
            <a:r>
              <a:rPr lang="nl-NL" sz="1400" dirty="0" err="1">
                <a:latin typeface="Consolas" panose="020B0609020204030204" pitchFamily="49" charset="0"/>
                <a:cs typeface="Consolas" panose="020B0609020204030204" pitchFamily="49" charset="0"/>
              </a:rPr>
              <a:t>etc</a:t>
            </a:r>
            <a:r>
              <a:rPr lang="nl-NL" sz="1400" dirty="0">
                <a:latin typeface="Consolas" panose="020B0609020204030204" pitchFamily="49" charset="0"/>
                <a:cs typeface="Consolas" panose="020B0609020204030204" pitchFamily="49" charset="0"/>
              </a:rPr>
              <a:t>/</a:t>
            </a:r>
            <a:r>
              <a:rPr lang="nl-NL" sz="1400" dirty="0" err="1">
                <a:latin typeface="Consolas" panose="020B0609020204030204" pitchFamily="49" charset="0"/>
                <a:cs typeface="Consolas" panose="020B0609020204030204" pitchFamily="49" charset="0"/>
              </a:rPr>
              <a:t>named.conf</a:t>
            </a:r>
            <a:endParaRPr lang="nl-NL" sz="1400" dirty="0">
              <a:latin typeface="Consolas" panose="020B0609020204030204" pitchFamily="49" charset="0"/>
              <a:cs typeface="Consolas" panose="020B0609020204030204" pitchFamily="49" charset="0"/>
            </a:endParaRPr>
          </a:p>
          <a:p>
            <a:pPr marL="800100" lvl="1">
              <a:buFont typeface="Courier New" panose="02070309020205020404" pitchFamily="49" charset="0"/>
              <a:buChar char="o"/>
            </a:pPr>
            <a:r>
              <a:rPr lang="nl-NL" sz="1400" dirty="0" err="1">
                <a:latin typeface="Consolas" panose="020B0609020204030204" pitchFamily="49" charset="0"/>
                <a:cs typeface="Consolas" panose="020B0609020204030204" pitchFamily="49" charset="0"/>
              </a:rPr>
              <a:t>sudo</a:t>
            </a:r>
            <a:r>
              <a:rPr lang="nl-NL" sz="1400" dirty="0">
                <a:latin typeface="Consolas" panose="020B0609020204030204" pitchFamily="49" charset="0"/>
                <a:cs typeface="Consolas" panose="020B0609020204030204" pitchFamily="49" charset="0"/>
              </a:rPr>
              <a:t> -u </a:t>
            </a:r>
            <a:r>
              <a:rPr lang="nl-NL" sz="1400" dirty="0" err="1">
                <a:latin typeface="Consolas" panose="020B0609020204030204" pitchFamily="49" charset="0"/>
                <a:cs typeface="Consolas" panose="020B0609020204030204" pitchFamily="49" charset="0"/>
              </a:rPr>
              <a:t>named</a:t>
            </a:r>
            <a:r>
              <a:rPr lang="nl-NL" sz="1400" dirty="0">
                <a:latin typeface="Consolas" panose="020B0609020204030204" pitchFamily="49" charset="0"/>
                <a:cs typeface="Consolas" panose="020B0609020204030204" pitchFamily="49" charset="0"/>
              </a:rPr>
              <a:t> </a:t>
            </a:r>
            <a:r>
              <a:rPr lang="nl-NL" sz="1400" dirty="0" err="1">
                <a:latin typeface="Consolas" panose="020B0609020204030204" pitchFamily="49" charset="0"/>
                <a:cs typeface="Consolas" panose="020B0609020204030204" pitchFamily="49" charset="0"/>
              </a:rPr>
              <a:t>named</a:t>
            </a:r>
            <a:r>
              <a:rPr lang="nl-NL" sz="1400" dirty="0">
                <a:latin typeface="Consolas" panose="020B0609020204030204" pitchFamily="49" charset="0"/>
                <a:cs typeface="Consolas" panose="020B0609020204030204" pitchFamily="49" charset="0"/>
              </a:rPr>
              <a:t>-checkzone </a:t>
            </a:r>
            <a:r>
              <a:rPr lang="nl-NL" sz="1400" dirty="0" err="1">
                <a:latin typeface="Consolas" panose="020B0609020204030204" pitchFamily="49" charset="0"/>
                <a:cs typeface="Consolas" panose="020B0609020204030204" pitchFamily="49" charset="0"/>
              </a:rPr>
              <a:t>ourdomain.tld</a:t>
            </a:r>
            <a:r>
              <a:rPr lang="nl-NL" sz="1400" dirty="0">
                <a:latin typeface="Consolas" panose="020B0609020204030204" pitchFamily="49" charset="0"/>
                <a:cs typeface="Consolas" panose="020B0609020204030204" pitchFamily="49" charset="0"/>
              </a:rPr>
              <a:t> /var/</a:t>
            </a:r>
            <a:r>
              <a:rPr lang="nl-NL" sz="1400" dirty="0" err="1">
                <a:latin typeface="Consolas" panose="020B0609020204030204" pitchFamily="49" charset="0"/>
                <a:cs typeface="Consolas" panose="020B0609020204030204" pitchFamily="49" charset="0"/>
              </a:rPr>
              <a:t>named</a:t>
            </a:r>
            <a:r>
              <a:rPr lang="nl-NL" sz="1400" dirty="0">
                <a:latin typeface="Consolas" panose="020B0609020204030204" pitchFamily="49" charset="0"/>
                <a:cs typeface="Consolas" panose="020B0609020204030204" pitchFamily="49" charset="0"/>
              </a:rPr>
              <a:t>/</a:t>
            </a:r>
            <a:r>
              <a:rPr lang="nl-NL" sz="1400" dirty="0" err="1">
                <a:latin typeface="Consolas" panose="020B0609020204030204" pitchFamily="49" charset="0"/>
                <a:cs typeface="Consolas" panose="020B0609020204030204" pitchFamily="49" charset="0"/>
              </a:rPr>
              <a:t>ourdomain.tld.db</a:t>
            </a:r>
            <a:endParaRPr lang="nl-NL" sz="1400" dirty="0">
              <a:latin typeface="Consolas" panose="020B0609020204030204" pitchFamily="49" charset="0"/>
              <a:cs typeface="Consolas" panose="020B0609020204030204" pitchFamily="49" charset="0"/>
            </a:endParaRPr>
          </a:p>
          <a:p>
            <a:pPr marL="800100" lvl="1">
              <a:buFont typeface="Courier New" panose="02070309020205020404" pitchFamily="49" charset="0"/>
              <a:buChar char="o"/>
            </a:pPr>
            <a:r>
              <a:rPr lang="nl-NL" sz="1400" dirty="0" err="1">
                <a:latin typeface="Consolas" panose="020B0609020204030204" pitchFamily="49" charset="0"/>
                <a:cs typeface="Consolas" panose="020B0609020204030204" pitchFamily="49" charset="0"/>
              </a:rPr>
              <a:t>sudo</a:t>
            </a:r>
            <a:r>
              <a:rPr lang="nl-NL" sz="1400" dirty="0">
                <a:latin typeface="Consolas" panose="020B0609020204030204" pitchFamily="49" charset="0"/>
                <a:cs typeface="Consolas" panose="020B0609020204030204" pitchFamily="49" charset="0"/>
              </a:rPr>
              <a:t> -u </a:t>
            </a:r>
            <a:r>
              <a:rPr lang="nl-NL" sz="1400" dirty="0" err="1">
                <a:latin typeface="Consolas" panose="020B0609020204030204" pitchFamily="49" charset="0"/>
                <a:cs typeface="Consolas" panose="020B0609020204030204" pitchFamily="49" charset="0"/>
              </a:rPr>
              <a:t>named</a:t>
            </a:r>
            <a:r>
              <a:rPr lang="nl-NL"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named-</a:t>
            </a:r>
            <a:r>
              <a:rPr lang="en-US" sz="1400" dirty="0" err="1">
                <a:latin typeface="Consolas" panose="020B0609020204030204" pitchFamily="49" charset="0"/>
                <a:cs typeface="Consolas" panose="020B0609020204030204" pitchFamily="49" charset="0"/>
              </a:rPr>
              <a:t>checkconf</a:t>
            </a:r>
            <a:r>
              <a:rPr lang="en-US" sz="1400" dirty="0">
                <a:latin typeface="Consolas" panose="020B0609020204030204" pitchFamily="49" charset="0"/>
                <a:cs typeface="Consolas" panose="020B0609020204030204" pitchFamily="49" charset="0"/>
              </a:rPr>
              <a:t> </a:t>
            </a:r>
            <a:r>
              <a:rPr lang="nl-NL" sz="1600" dirty="0">
                <a:latin typeface="Consolas" panose="020B0609020204030204" pitchFamily="49" charset="0"/>
                <a:cs typeface="Consolas" panose="020B0609020204030204" pitchFamily="49" charset="0"/>
              </a:rPr>
              <a:t>-</a:t>
            </a:r>
            <a:r>
              <a:rPr lang="en-US" sz="1600" dirty="0">
                <a:latin typeface="Consolas" panose="020B0609020204030204" pitchFamily="49" charset="0"/>
                <a:cs typeface="Consolas" panose="020B0609020204030204" pitchFamily="49" charset="0"/>
              </a:rPr>
              <a:t>z	# </a:t>
            </a:r>
            <a:r>
              <a:rPr lang="en-US" sz="1600" dirty="0">
                <a:cs typeface="Consolas" panose="020B0609020204030204" pitchFamily="49" charset="0"/>
              </a:rPr>
              <a:t>alle zones </a:t>
            </a:r>
            <a:r>
              <a:rPr lang="en-US" sz="1600" dirty="0" err="1">
                <a:cs typeface="Consolas" panose="020B0609020204030204" pitchFamily="49" charset="0"/>
              </a:rPr>
              <a:t>ineens</a:t>
            </a:r>
            <a:endParaRPr lang="nl-NL" sz="1600" dirty="0">
              <a:cs typeface="Consolas" panose="020B0609020204030204" pitchFamily="49" charset="0"/>
            </a:endParaRPr>
          </a:p>
          <a:p>
            <a:endParaRPr lang="nl-NL" dirty="0"/>
          </a:p>
          <a:p>
            <a:r>
              <a:rPr lang="nl-NL" dirty="0"/>
              <a:t>Firewall</a:t>
            </a:r>
          </a:p>
          <a:p>
            <a:pPr marL="800100" lvl="1">
              <a:buFont typeface="Courier New" panose="02070309020205020404" pitchFamily="49" charset="0"/>
              <a:buChar char="o"/>
            </a:pPr>
            <a:r>
              <a:rPr lang="nl-NL" sz="1600" dirty="0" err="1">
                <a:latin typeface="Consolas" panose="020B0609020204030204" pitchFamily="49" charset="0"/>
                <a:cs typeface="Consolas" panose="020B0609020204030204" pitchFamily="49" charset="0"/>
              </a:rPr>
              <a:t>sudo</a:t>
            </a:r>
            <a:r>
              <a:rPr lang="nl-NL" sz="1600" dirty="0">
                <a:latin typeface="Consolas" panose="020B0609020204030204" pitchFamily="49" charset="0"/>
                <a:cs typeface="Consolas" panose="020B0609020204030204" pitchFamily="49" charset="0"/>
              </a:rPr>
              <a:t> firewall-</a:t>
            </a:r>
            <a:r>
              <a:rPr lang="nl-NL" sz="1600" dirty="0" err="1">
                <a:latin typeface="Consolas" panose="020B0609020204030204" pitchFamily="49" charset="0"/>
                <a:cs typeface="Consolas" panose="020B0609020204030204" pitchFamily="49" charset="0"/>
              </a:rPr>
              <a:t>cmd</a:t>
            </a:r>
            <a:r>
              <a:rPr lang="nl-NL" sz="1600" dirty="0">
                <a:latin typeface="Consolas" panose="020B0609020204030204" pitchFamily="49" charset="0"/>
                <a:cs typeface="Consolas" panose="020B0609020204030204" pitchFamily="49" charset="0"/>
              </a:rPr>
              <a:t> --</a:t>
            </a:r>
            <a:r>
              <a:rPr lang="nl-NL" sz="1600" dirty="0" err="1">
                <a:latin typeface="Consolas" panose="020B0609020204030204" pitchFamily="49" charset="0"/>
                <a:cs typeface="Consolas" panose="020B0609020204030204" pitchFamily="49" charset="0"/>
              </a:rPr>
              <a:t>add</a:t>
            </a:r>
            <a:r>
              <a:rPr lang="nl-NL" sz="1600" dirty="0">
                <a:latin typeface="Consolas" panose="020B0609020204030204" pitchFamily="49" charset="0"/>
                <a:cs typeface="Consolas" panose="020B0609020204030204" pitchFamily="49" charset="0"/>
              </a:rPr>
              <a:t>-service=dns</a:t>
            </a:r>
          </a:p>
          <a:p>
            <a:pPr marL="800100" lvl="1">
              <a:buFont typeface="Courier New" panose="02070309020205020404" pitchFamily="49" charset="0"/>
              <a:buChar char="o"/>
            </a:pPr>
            <a:r>
              <a:rPr lang="nl-NL" sz="1600" dirty="0" err="1">
                <a:latin typeface="Consolas" panose="020B0609020204030204" pitchFamily="49" charset="0"/>
                <a:cs typeface="Consolas" panose="020B0609020204030204" pitchFamily="49" charset="0"/>
              </a:rPr>
              <a:t>sudo</a:t>
            </a:r>
            <a:r>
              <a:rPr lang="nl-NL" sz="1600" dirty="0">
                <a:latin typeface="Consolas" panose="020B0609020204030204" pitchFamily="49" charset="0"/>
                <a:cs typeface="Consolas" panose="020B0609020204030204" pitchFamily="49" charset="0"/>
              </a:rPr>
              <a:t> firewall-</a:t>
            </a:r>
            <a:r>
              <a:rPr lang="nl-NL" sz="1600" dirty="0" err="1">
                <a:latin typeface="Consolas" panose="020B0609020204030204" pitchFamily="49" charset="0"/>
                <a:cs typeface="Consolas" panose="020B0609020204030204" pitchFamily="49" charset="0"/>
              </a:rPr>
              <a:t>cmd</a:t>
            </a:r>
            <a:r>
              <a:rPr lang="nl-NL" sz="1600" dirty="0">
                <a:latin typeface="Consolas" panose="020B0609020204030204" pitchFamily="49" charset="0"/>
                <a:cs typeface="Consolas" panose="020B0609020204030204" pitchFamily="49" charset="0"/>
              </a:rPr>
              <a:t> --</a:t>
            </a:r>
            <a:r>
              <a:rPr lang="nl-NL" sz="1600" dirty="0" err="1">
                <a:latin typeface="Consolas" panose="020B0609020204030204" pitchFamily="49" charset="0"/>
                <a:cs typeface="Consolas" panose="020B0609020204030204" pitchFamily="49" charset="0"/>
              </a:rPr>
              <a:t>runtime</a:t>
            </a:r>
            <a:r>
              <a:rPr lang="nl-NL" sz="1600" dirty="0">
                <a:latin typeface="Consolas" panose="020B0609020204030204" pitchFamily="49" charset="0"/>
                <a:cs typeface="Consolas" panose="020B0609020204030204" pitchFamily="49" charset="0"/>
              </a:rPr>
              <a:t>-</a:t>
            </a:r>
            <a:r>
              <a:rPr lang="nl-NL" sz="1600" dirty="0" err="1">
                <a:latin typeface="Consolas" panose="020B0609020204030204" pitchFamily="49" charset="0"/>
                <a:cs typeface="Consolas" panose="020B0609020204030204" pitchFamily="49" charset="0"/>
              </a:rPr>
              <a:t>to</a:t>
            </a:r>
            <a:r>
              <a:rPr lang="nl-NL" sz="1600" dirty="0">
                <a:latin typeface="Consolas" panose="020B0609020204030204" pitchFamily="49" charset="0"/>
                <a:cs typeface="Consolas" panose="020B0609020204030204" pitchFamily="49" charset="0"/>
              </a:rPr>
              <a:t>-permanent</a:t>
            </a:r>
          </a:p>
          <a:p>
            <a:endParaRPr lang="nl-NL" dirty="0"/>
          </a:p>
          <a:p>
            <a:r>
              <a:rPr lang="nl-NL" dirty="0"/>
              <a:t>Startup</a:t>
            </a:r>
          </a:p>
          <a:p>
            <a:pPr marL="800100" lvl="1">
              <a:buFont typeface="Courier New" panose="02070309020205020404" pitchFamily="49" charset="0"/>
              <a:buChar char="o"/>
            </a:pPr>
            <a:r>
              <a:rPr lang="nl-NL" sz="1600" dirty="0" err="1">
                <a:latin typeface="Consolas" panose="020B0609020204030204" pitchFamily="49" charset="0"/>
                <a:cs typeface="Consolas" panose="020B0609020204030204" pitchFamily="49" charset="0"/>
              </a:rPr>
              <a:t>sudo</a:t>
            </a:r>
            <a:r>
              <a:rPr lang="nl-NL" sz="1600" dirty="0">
                <a:latin typeface="Consolas" panose="020B0609020204030204" pitchFamily="49" charset="0"/>
                <a:cs typeface="Consolas" panose="020B0609020204030204" pitchFamily="49" charset="0"/>
              </a:rPr>
              <a:t> </a:t>
            </a:r>
            <a:r>
              <a:rPr lang="nl-NL" sz="1600" dirty="0" err="1">
                <a:latin typeface="Consolas" panose="020B0609020204030204" pitchFamily="49" charset="0"/>
                <a:cs typeface="Consolas" panose="020B0609020204030204" pitchFamily="49" charset="0"/>
              </a:rPr>
              <a:t>systemctl</a:t>
            </a:r>
            <a:r>
              <a:rPr lang="nl-NL" sz="1600" dirty="0">
                <a:latin typeface="Consolas" panose="020B0609020204030204" pitchFamily="49" charset="0"/>
                <a:cs typeface="Consolas" panose="020B0609020204030204" pitchFamily="49" charset="0"/>
              </a:rPr>
              <a:t> </a:t>
            </a:r>
            <a:r>
              <a:rPr lang="nl-NL" sz="1600" dirty="0" err="1">
                <a:latin typeface="Consolas" panose="020B0609020204030204" pitchFamily="49" charset="0"/>
                <a:cs typeface="Consolas" panose="020B0609020204030204" pitchFamily="49" charset="0"/>
              </a:rPr>
              <a:t>enable</a:t>
            </a:r>
            <a:r>
              <a:rPr lang="nl-NL" sz="1600" dirty="0">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a:t>
            </a:r>
            <a:r>
              <a:rPr lang="nl-NL" sz="1600" dirty="0" err="1">
                <a:latin typeface="Consolas" panose="020B0609020204030204" pitchFamily="49" charset="0"/>
                <a:cs typeface="Consolas" panose="020B0609020204030204" pitchFamily="49" charset="0"/>
              </a:rPr>
              <a:t>now</a:t>
            </a:r>
            <a:r>
              <a:rPr lang="nl-NL" sz="1600" dirty="0">
                <a:latin typeface="Consolas" panose="020B0609020204030204" pitchFamily="49" charset="0"/>
                <a:cs typeface="Consolas" panose="020B0609020204030204" pitchFamily="49" charset="0"/>
              </a:rPr>
              <a:t> </a:t>
            </a:r>
            <a:r>
              <a:rPr lang="nl-NL" sz="1600" dirty="0" err="1">
                <a:latin typeface="Consolas" panose="020B0609020204030204" pitchFamily="49" charset="0"/>
                <a:cs typeface="Consolas" panose="020B0609020204030204" pitchFamily="49" charset="0"/>
              </a:rPr>
              <a:t>named</a:t>
            </a:r>
            <a:r>
              <a:rPr lang="nl-NL" sz="1600" dirty="0">
                <a:latin typeface="Consolas" panose="020B0609020204030204" pitchFamily="49" charset="0"/>
                <a:cs typeface="Consolas" panose="020B0609020204030204" pitchFamily="49" charset="0"/>
              </a:rPr>
              <a:t>  # </a:t>
            </a:r>
            <a:r>
              <a:rPr lang="nl-NL" sz="1600" dirty="0">
                <a:cs typeface="Consolas" panose="020B0609020204030204" pitchFamily="49" charset="0"/>
              </a:rPr>
              <a:t>start direct en na elke boot</a:t>
            </a:r>
          </a:p>
          <a:p>
            <a:endParaRPr lang="nl-NL" dirty="0"/>
          </a:p>
          <a:p>
            <a:endParaRPr lang="nl-NL" dirty="0"/>
          </a:p>
        </p:txBody>
      </p:sp>
      <p:sp>
        <p:nvSpPr>
          <p:cNvPr id="2" name="Title 1"/>
          <p:cNvSpPr>
            <a:spLocks noGrp="1"/>
          </p:cNvSpPr>
          <p:nvPr>
            <p:ph type="title"/>
          </p:nvPr>
        </p:nvSpPr>
        <p:spPr/>
        <p:txBody>
          <a:bodyPr/>
          <a:lstStyle/>
          <a:p>
            <a:r>
              <a:rPr lang="en-US" dirty="0"/>
              <a:t>Linux: </a:t>
            </a:r>
            <a:r>
              <a:rPr lang="en-US" dirty="0" err="1"/>
              <a:t>controleren</a:t>
            </a:r>
            <a:r>
              <a:rPr lang="en-US" dirty="0"/>
              <a:t> en </a:t>
            </a:r>
            <a:r>
              <a:rPr lang="en-US" dirty="0" err="1"/>
              <a:t>beschikbaar</a:t>
            </a:r>
            <a:r>
              <a:rPr lang="en-US" dirty="0"/>
              <a:t> </a:t>
            </a:r>
            <a:r>
              <a:rPr lang="en-US" dirty="0" err="1"/>
              <a:t>maken</a:t>
            </a:r>
            <a:endParaRPr lang="nl-NL" dirty="0"/>
          </a:p>
        </p:txBody>
      </p:sp>
    </p:spTree>
    <p:extLst>
      <p:ext uri="{BB962C8B-B14F-4D97-AF65-F5344CB8AC3E}">
        <p14:creationId xmlns:p14="http://schemas.microsoft.com/office/powerpoint/2010/main" val="3929779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r>
              <a:rPr lang="nl-NL" dirty="0" err="1"/>
              <a:t>Reload</a:t>
            </a:r>
            <a:endParaRPr lang="nl-NL" dirty="0"/>
          </a:p>
          <a:p>
            <a:pPr marL="800100" lvl="1">
              <a:buFont typeface="Courier New" panose="02070309020205020404" pitchFamily="49" charset="0"/>
              <a:buChar char="o"/>
            </a:pPr>
            <a:r>
              <a:rPr lang="nl-NL" dirty="0" err="1">
                <a:latin typeface="Consolas" panose="020B0609020204030204" pitchFamily="49" charset="0"/>
                <a:cs typeface="Consolas" panose="020B0609020204030204" pitchFamily="49" charset="0"/>
              </a:rPr>
              <a:t>sudo</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systemctl</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reload</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named</a:t>
            </a:r>
            <a:endParaRPr lang="nl-NL" dirty="0">
              <a:latin typeface="Consolas" panose="020B0609020204030204" pitchFamily="49" charset="0"/>
              <a:cs typeface="Consolas" panose="020B0609020204030204" pitchFamily="49" charset="0"/>
            </a:endParaRPr>
          </a:p>
          <a:p>
            <a:pPr lvl="1"/>
            <a:endParaRPr lang="nl-NL" dirty="0"/>
          </a:p>
          <a:p>
            <a:r>
              <a:rPr lang="nl-NL" dirty="0"/>
              <a:t>Test:</a:t>
            </a:r>
          </a:p>
          <a:p>
            <a:pPr marL="800100" lvl="1">
              <a:buFont typeface="Courier New" panose="02070309020205020404" pitchFamily="49" charset="0"/>
              <a:buChar char="o"/>
            </a:pPr>
            <a:r>
              <a:rPr lang="nl-NL" dirty="0" err="1">
                <a:latin typeface="Consolas" panose="020B0609020204030204" pitchFamily="49" charset="0"/>
                <a:cs typeface="Consolas" panose="020B0609020204030204" pitchFamily="49" charset="0"/>
              </a:rPr>
              <a:t>dig</a:t>
            </a:r>
            <a:r>
              <a:rPr lang="nl-NL" dirty="0">
                <a:latin typeface="Consolas" panose="020B0609020204030204" pitchFamily="49" charset="0"/>
                <a:cs typeface="Consolas" panose="020B0609020204030204" pitchFamily="49" charset="0"/>
              </a:rPr>
              <a:t> rocky1.bmc.example</a:t>
            </a:r>
          </a:p>
          <a:p>
            <a:pPr marL="800100" lvl="1">
              <a:buFont typeface="Courier New" panose="02070309020205020404" pitchFamily="49" charset="0"/>
              <a:buChar char="o"/>
            </a:pPr>
            <a:r>
              <a:rPr lang="nl-NL" dirty="0" err="1">
                <a:latin typeface="Consolas" panose="020B0609020204030204" pitchFamily="49" charset="0"/>
                <a:cs typeface="Consolas" panose="020B0609020204030204" pitchFamily="49" charset="0"/>
              </a:rPr>
              <a:t>nslookup</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bmc.example</a:t>
            </a:r>
            <a:endParaRPr lang="nl-NL" dirty="0">
              <a:latin typeface="Consolas" panose="020B0609020204030204" pitchFamily="49" charset="0"/>
              <a:cs typeface="Consolas" panose="020B0609020204030204" pitchFamily="49" charset="0"/>
            </a:endParaRPr>
          </a:p>
          <a:p>
            <a:pPr marL="800100" lvl="1">
              <a:buFont typeface="Courier New" panose="02070309020205020404" pitchFamily="49" charset="0"/>
              <a:buChar char="o"/>
            </a:pPr>
            <a:r>
              <a:rPr lang="en-US" dirty="0">
                <a:latin typeface="Consolas" panose="020B0609020204030204" pitchFamily="49" charset="0"/>
                <a:cs typeface="Consolas" panose="020B0609020204030204" pitchFamily="49" charset="0"/>
              </a:rPr>
              <a:t>host </a:t>
            </a:r>
            <a:r>
              <a:rPr lang="en-US" dirty="0" err="1">
                <a:latin typeface="Consolas" panose="020B0609020204030204" pitchFamily="49" charset="0"/>
                <a:cs typeface="Consolas" panose="020B0609020204030204" pitchFamily="49" charset="0"/>
              </a:rPr>
              <a:t>bmc.example</a:t>
            </a:r>
            <a:endParaRPr lang="nl-NL" dirty="0">
              <a:latin typeface="Consolas" panose="020B0609020204030204" pitchFamily="49" charset="0"/>
              <a:cs typeface="Consolas" panose="020B0609020204030204" pitchFamily="49" charset="0"/>
            </a:endParaRPr>
          </a:p>
          <a:p>
            <a:pPr marL="0" indent="0">
              <a:buNone/>
            </a:pPr>
            <a:endParaRPr lang="nl-NL" dirty="0"/>
          </a:p>
        </p:txBody>
      </p:sp>
      <p:sp>
        <p:nvSpPr>
          <p:cNvPr id="4" name="Title 3"/>
          <p:cNvSpPr>
            <a:spLocks noGrp="1"/>
          </p:cNvSpPr>
          <p:nvPr>
            <p:ph type="title"/>
          </p:nvPr>
        </p:nvSpPr>
        <p:spPr/>
        <p:txBody>
          <a:bodyPr/>
          <a:lstStyle/>
          <a:p>
            <a:r>
              <a:rPr lang="en-US" dirty="0"/>
              <a:t>Linux: </a:t>
            </a:r>
            <a:r>
              <a:rPr lang="en-US" dirty="0" err="1"/>
              <a:t>herladen</a:t>
            </a:r>
            <a:r>
              <a:rPr lang="en-US" dirty="0"/>
              <a:t> en </a:t>
            </a:r>
            <a:r>
              <a:rPr lang="en-US" dirty="0" err="1"/>
              <a:t>testen</a:t>
            </a:r>
            <a:endParaRPr lang="nl-NL" dirty="0"/>
          </a:p>
        </p:txBody>
      </p:sp>
    </p:spTree>
    <p:extLst>
      <p:ext uri="{BB962C8B-B14F-4D97-AF65-F5344CB8AC3E}">
        <p14:creationId xmlns:p14="http://schemas.microsoft.com/office/powerpoint/2010/main" val="3103430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2255E0-D682-4A91-AFBD-3D2B81568288}"/>
              </a:ext>
            </a:extLst>
          </p:cNvPr>
          <p:cNvSpPr>
            <a:spLocks noGrp="1"/>
          </p:cNvSpPr>
          <p:nvPr>
            <p:ph type="body" sz="quarter" idx="11"/>
          </p:nvPr>
        </p:nvSpPr>
        <p:spPr/>
        <p:txBody>
          <a:bodyPr/>
          <a:lstStyle/>
          <a:p>
            <a:pPr marL="0" indent="0">
              <a:buNone/>
            </a:pPr>
            <a:r>
              <a:rPr lang="en-US" dirty="0"/>
              <a:t>Tot nu toe </a:t>
            </a:r>
            <a:r>
              <a:rPr lang="en-US" dirty="0" err="1"/>
              <a:t>hebben</a:t>
            </a:r>
            <a:r>
              <a:rPr lang="en-US" dirty="0"/>
              <a:t> we </a:t>
            </a:r>
            <a:r>
              <a:rPr lang="en-US" dirty="0" err="1"/>
              <a:t>gewerkt</a:t>
            </a:r>
            <a:r>
              <a:rPr lang="en-US" dirty="0"/>
              <a:t> </a:t>
            </a:r>
            <a:r>
              <a:rPr lang="en-US" dirty="0" err="1"/>
              <a:t>aan</a:t>
            </a:r>
            <a:r>
              <a:rPr lang="en-US" dirty="0"/>
              <a:t> </a:t>
            </a:r>
            <a:r>
              <a:rPr lang="en-US" dirty="0" err="1"/>
              <a:t>een</a:t>
            </a:r>
            <a:r>
              <a:rPr lang="en-US" dirty="0"/>
              <a:t> </a:t>
            </a:r>
            <a:r>
              <a:rPr lang="en-US" dirty="0" err="1"/>
              <a:t>zogenaamde</a:t>
            </a:r>
            <a:r>
              <a:rPr lang="en-US" dirty="0"/>
              <a:t> </a:t>
            </a:r>
            <a:r>
              <a:rPr lang="en-US" i="1" dirty="0"/>
              <a:t>forward </a:t>
            </a:r>
            <a:r>
              <a:rPr lang="en-US" dirty="0"/>
              <a:t>zone, </a:t>
            </a:r>
            <a:r>
              <a:rPr lang="en-US" dirty="0" err="1"/>
              <a:t>dat</a:t>
            </a:r>
            <a:r>
              <a:rPr lang="en-US" dirty="0"/>
              <a:t> </a:t>
            </a:r>
            <a:r>
              <a:rPr lang="en-US" dirty="0" err="1"/>
              <a:t>betekent</a:t>
            </a:r>
            <a:r>
              <a:rPr lang="en-US" dirty="0"/>
              <a:t> </a:t>
            </a:r>
            <a:r>
              <a:rPr lang="en-US" dirty="0" err="1"/>
              <a:t>een</a:t>
            </a:r>
            <a:r>
              <a:rPr lang="en-US" dirty="0"/>
              <a:t> zone die hostnames </a:t>
            </a:r>
            <a:r>
              <a:rPr lang="en-US" dirty="0" err="1"/>
              <a:t>naar</a:t>
            </a:r>
            <a:r>
              <a:rPr lang="en-US" dirty="0"/>
              <a:t> IP </a:t>
            </a:r>
            <a:r>
              <a:rPr lang="en-US" dirty="0" err="1"/>
              <a:t>adressen</a:t>
            </a:r>
            <a:r>
              <a:rPr lang="en-US" dirty="0"/>
              <a:t> </a:t>
            </a:r>
            <a:r>
              <a:rPr lang="en-US" dirty="0" err="1"/>
              <a:t>vertaalt</a:t>
            </a:r>
            <a:r>
              <a:rPr lang="en-US" dirty="0"/>
              <a:t>.</a:t>
            </a:r>
          </a:p>
          <a:p>
            <a:pPr marL="0" indent="0">
              <a:buNone/>
            </a:pPr>
            <a:r>
              <a:rPr lang="en-US" dirty="0" err="1"/>
              <a:t>Andersom</a:t>
            </a:r>
            <a:r>
              <a:rPr lang="en-US" dirty="0"/>
              <a:t> is </a:t>
            </a:r>
            <a:r>
              <a:rPr lang="en-US" dirty="0" err="1"/>
              <a:t>echter</a:t>
            </a:r>
            <a:r>
              <a:rPr lang="en-US" dirty="0"/>
              <a:t> </a:t>
            </a:r>
            <a:r>
              <a:rPr lang="en-US" dirty="0" err="1"/>
              <a:t>ook</a:t>
            </a:r>
            <a:r>
              <a:rPr lang="en-US" dirty="0"/>
              <a:t> </a:t>
            </a:r>
            <a:r>
              <a:rPr lang="en-US" dirty="0" err="1"/>
              <a:t>zeer</a:t>
            </a:r>
            <a:r>
              <a:rPr lang="en-US" dirty="0"/>
              <a:t> </a:t>
            </a:r>
            <a:r>
              <a:rPr lang="en-US" dirty="0" err="1"/>
              <a:t>praktisch</a:t>
            </a:r>
            <a:r>
              <a:rPr lang="en-US" dirty="0"/>
              <a:t> en </a:t>
            </a:r>
            <a:r>
              <a:rPr lang="en-US" dirty="0" err="1"/>
              <a:t>daarom</a:t>
            </a:r>
            <a:r>
              <a:rPr lang="en-US" dirty="0"/>
              <a:t> </a:t>
            </a:r>
            <a:r>
              <a:rPr lang="en-US" dirty="0" err="1"/>
              <a:t>wenselijk</a:t>
            </a:r>
            <a:r>
              <a:rPr lang="en-US" dirty="0"/>
              <a:t>, </a:t>
            </a:r>
            <a:r>
              <a:rPr lang="en-US" dirty="0" err="1"/>
              <a:t>bijvoorbeeld</a:t>
            </a:r>
            <a:r>
              <a:rPr lang="en-US" dirty="0"/>
              <a:t> </a:t>
            </a:r>
            <a:r>
              <a:rPr lang="en-US" dirty="0" err="1"/>
              <a:t>omdat</a:t>
            </a:r>
            <a:r>
              <a:rPr lang="en-US" dirty="0"/>
              <a:t>:</a:t>
            </a:r>
          </a:p>
          <a:p>
            <a:r>
              <a:rPr lang="en-US" dirty="0"/>
              <a:t>je dan </a:t>
            </a:r>
            <a:r>
              <a:rPr lang="en-US" dirty="0" err="1"/>
              <a:t>zelf</a:t>
            </a:r>
            <a:r>
              <a:rPr lang="en-US" dirty="0"/>
              <a:t> </a:t>
            </a:r>
            <a:r>
              <a:rPr lang="en-US" dirty="0" err="1"/>
              <a:t>makkelijk</a:t>
            </a:r>
            <a:r>
              <a:rPr lang="en-US" dirty="0"/>
              <a:t> </a:t>
            </a:r>
            <a:r>
              <a:rPr lang="en-US" dirty="0" err="1"/>
              <a:t>kunt</a:t>
            </a:r>
            <a:r>
              <a:rPr lang="en-US" dirty="0"/>
              <a:t> </a:t>
            </a:r>
            <a:r>
              <a:rPr lang="en-US" dirty="0" err="1"/>
              <a:t>terugvinden</a:t>
            </a:r>
            <a:r>
              <a:rPr lang="en-US" dirty="0"/>
              <a:t> </a:t>
            </a:r>
            <a:r>
              <a:rPr lang="en-US" dirty="0" err="1"/>
              <a:t>welke</a:t>
            </a:r>
            <a:r>
              <a:rPr lang="en-US" dirty="0"/>
              <a:t> host </a:t>
            </a:r>
            <a:r>
              <a:rPr lang="en-US" dirty="0" err="1"/>
              <a:t>bij</a:t>
            </a:r>
            <a:r>
              <a:rPr lang="en-US" dirty="0"/>
              <a:t> </a:t>
            </a:r>
            <a:r>
              <a:rPr lang="en-US" dirty="0" err="1"/>
              <a:t>een</a:t>
            </a:r>
            <a:r>
              <a:rPr lang="en-US" dirty="0"/>
              <a:t> </a:t>
            </a:r>
            <a:r>
              <a:rPr lang="en-US" dirty="0" err="1"/>
              <a:t>bepaald</a:t>
            </a:r>
            <a:r>
              <a:rPr lang="en-US" dirty="0"/>
              <a:t> IP </a:t>
            </a:r>
            <a:r>
              <a:rPr lang="en-US" dirty="0" err="1"/>
              <a:t>adres</a:t>
            </a:r>
            <a:r>
              <a:rPr lang="en-US" dirty="0"/>
              <a:t> </a:t>
            </a:r>
            <a:r>
              <a:rPr lang="en-US" dirty="0" err="1"/>
              <a:t>hoort</a:t>
            </a:r>
            <a:endParaRPr lang="en-US" dirty="0"/>
          </a:p>
          <a:p>
            <a:r>
              <a:rPr lang="en-US" dirty="0"/>
              <a:t>traceroute je </a:t>
            </a:r>
            <a:r>
              <a:rPr lang="en-US" dirty="0" err="1"/>
              <a:t>kunnen</a:t>
            </a:r>
            <a:r>
              <a:rPr lang="en-US" dirty="0"/>
              <a:t> </a:t>
            </a:r>
            <a:r>
              <a:rPr lang="en-US" dirty="0" err="1"/>
              <a:t>tonen</a:t>
            </a:r>
            <a:r>
              <a:rPr lang="en-US" dirty="0"/>
              <a:t> wat de hostnames </a:t>
            </a:r>
            <a:r>
              <a:rPr lang="en-US" dirty="0" err="1"/>
              <a:t>zijn</a:t>
            </a:r>
            <a:r>
              <a:rPr lang="en-US" dirty="0"/>
              <a:t> die </a:t>
            </a:r>
            <a:r>
              <a:rPr lang="en-US" dirty="0" err="1"/>
              <a:t>bij</a:t>
            </a:r>
            <a:r>
              <a:rPr lang="en-US" dirty="0"/>
              <a:t> de </a:t>
            </a:r>
            <a:r>
              <a:rPr lang="en-US" dirty="0" err="1"/>
              <a:t>getoonde</a:t>
            </a:r>
            <a:r>
              <a:rPr lang="en-US" dirty="0"/>
              <a:t> </a:t>
            </a:r>
            <a:r>
              <a:rPr lang="en-US" dirty="0" err="1"/>
              <a:t>adressen</a:t>
            </a:r>
            <a:r>
              <a:rPr lang="en-US" dirty="0"/>
              <a:t> </a:t>
            </a:r>
            <a:r>
              <a:rPr lang="en-US" dirty="0" err="1"/>
              <a:t>horen</a:t>
            </a:r>
            <a:r>
              <a:rPr lang="en-US" dirty="0"/>
              <a:t> </a:t>
            </a:r>
          </a:p>
          <a:p>
            <a:r>
              <a:rPr lang="en-US" dirty="0" err="1"/>
              <a:t>wordt</a:t>
            </a:r>
            <a:r>
              <a:rPr lang="en-US" dirty="0"/>
              <a:t> door </a:t>
            </a:r>
            <a:r>
              <a:rPr lang="en-US" dirty="0" err="1"/>
              <a:t>sommige</a:t>
            </a:r>
            <a:r>
              <a:rPr lang="en-US" dirty="0"/>
              <a:t> software </a:t>
            </a:r>
            <a:r>
              <a:rPr lang="en-US" dirty="0" err="1"/>
              <a:t>gecontroleerd</a:t>
            </a:r>
            <a:r>
              <a:rPr lang="en-US" dirty="0"/>
              <a:t> ter </a:t>
            </a:r>
            <a:r>
              <a:rPr lang="en-US" dirty="0" err="1"/>
              <a:t>authenticatie</a:t>
            </a:r>
            <a:endParaRPr lang="en-US" dirty="0"/>
          </a:p>
          <a:p>
            <a:r>
              <a:rPr lang="en-US" dirty="0"/>
              <a:t>het ‘best practice’ is (RFC 1912)</a:t>
            </a:r>
          </a:p>
          <a:p>
            <a:pPr marL="0" indent="0">
              <a:buNone/>
            </a:pPr>
            <a:r>
              <a:rPr lang="en-US" dirty="0" err="1"/>
              <a:t>Deze</a:t>
            </a:r>
            <a:r>
              <a:rPr lang="en-US" dirty="0"/>
              <a:t> </a:t>
            </a:r>
            <a:r>
              <a:rPr lang="en-US" dirty="0" err="1"/>
              <a:t>functionaliteit</a:t>
            </a:r>
            <a:r>
              <a:rPr lang="en-US" dirty="0"/>
              <a:t> </a:t>
            </a:r>
            <a:r>
              <a:rPr lang="en-US" dirty="0" err="1"/>
              <a:t>wordt</a:t>
            </a:r>
            <a:r>
              <a:rPr lang="en-US" dirty="0"/>
              <a:t> </a:t>
            </a:r>
            <a:r>
              <a:rPr lang="en-US" dirty="0" err="1"/>
              <a:t>geboden</a:t>
            </a:r>
            <a:r>
              <a:rPr lang="en-US" dirty="0"/>
              <a:t> door </a:t>
            </a:r>
            <a:r>
              <a:rPr lang="en-US" i="1" dirty="0"/>
              <a:t>reverse</a:t>
            </a:r>
            <a:r>
              <a:rPr lang="en-US" dirty="0"/>
              <a:t> zones</a:t>
            </a:r>
            <a:endParaRPr lang="en-NL" dirty="0"/>
          </a:p>
        </p:txBody>
      </p:sp>
      <p:sp>
        <p:nvSpPr>
          <p:cNvPr id="3" name="Title 2">
            <a:extLst>
              <a:ext uri="{FF2B5EF4-FFF2-40B4-BE49-F238E27FC236}">
                <a16:creationId xmlns:a16="http://schemas.microsoft.com/office/drawing/2014/main" id="{F36DA32C-B6F3-40E0-917F-B1E0F58343C9}"/>
              </a:ext>
            </a:extLst>
          </p:cNvPr>
          <p:cNvSpPr>
            <a:spLocks noGrp="1"/>
          </p:cNvSpPr>
          <p:nvPr>
            <p:ph type="title"/>
          </p:nvPr>
        </p:nvSpPr>
        <p:spPr/>
        <p:txBody>
          <a:bodyPr/>
          <a:lstStyle/>
          <a:p>
            <a:r>
              <a:rPr lang="en-US" dirty="0"/>
              <a:t>Reverse zone</a:t>
            </a:r>
            <a:endParaRPr lang="en-NL" dirty="0"/>
          </a:p>
        </p:txBody>
      </p:sp>
    </p:spTree>
    <p:extLst>
      <p:ext uri="{BB962C8B-B14F-4D97-AF65-F5344CB8AC3E}">
        <p14:creationId xmlns:p14="http://schemas.microsoft.com/office/powerpoint/2010/main" val="3041945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E6DE64-07B2-48A2-A68E-0E623839F0FB}"/>
              </a:ext>
            </a:extLst>
          </p:cNvPr>
          <p:cNvSpPr>
            <a:spLocks noGrp="1"/>
          </p:cNvSpPr>
          <p:nvPr>
            <p:ph type="body" sz="quarter" idx="11"/>
          </p:nvPr>
        </p:nvSpPr>
        <p:spPr>
          <a:xfrm>
            <a:off x="718218" y="1196341"/>
            <a:ext cx="8003751" cy="3292316"/>
          </a:xfrm>
        </p:spPr>
        <p:txBody>
          <a:bodyPr/>
          <a:lstStyle/>
          <a:p>
            <a:r>
              <a:rPr lang="en-US" dirty="0"/>
              <a:t>IPv4 reverse lookups </a:t>
            </a:r>
            <a:r>
              <a:rPr lang="en-US" dirty="0" err="1"/>
              <a:t>gebruiken</a:t>
            </a:r>
            <a:r>
              <a:rPr lang="en-US" dirty="0"/>
              <a:t> het </a:t>
            </a:r>
            <a:r>
              <a:rPr lang="en-US" dirty="0" err="1"/>
              <a:t>speciale</a:t>
            </a:r>
            <a:r>
              <a:rPr lang="en-US" dirty="0"/>
              <a:t> </a:t>
            </a:r>
            <a:r>
              <a:rPr lang="en-US" dirty="0" err="1"/>
              <a:t>domein</a:t>
            </a:r>
            <a:r>
              <a:rPr lang="en-US" dirty="0"/>
              <a:t> </a:t>
            </a:r>
            <a:r>
              <a:rPr lang="en-US" dirty="0">
                <a:latin typeface="Consolas" panose="020B0609020204030204" pitchFamily="49" charset="0"/>
              </a:rPr>
              <a:t>in-</a:t>
            </a:r>
            <a:r>
              <a:rPr lang="en-US" dirty="0" err="1">
                <a:latin typeface="Consolas" panose="020B0609020204030204" pitchFamily="49" charset="0"/>
              </a:rPr>
              <a:t>addr.arpa</a:t>
            </a:r>
            <a:endParaRPr lang="en-US" dirty="0">
              <a:latin typeface="Consolas" panose="020B0609020204030204" pitchFamily="49" charset="0"/>
            </a:endParaRPr>
          </a:p>
          <a:p>
            <a:r>
              <a:rPr lang="en-US" dirty="0"/>
              <a:t>IPv6 reverse lookups </a:t>
            </a:r>
            <a:r>
              <a:rPr lang="en-US" dirty="0" err="1"/>
              <a:t>gebruiken</a:t>
            </a:r>
            <a:r>
              <a:rPr lang="en-US" dirty="0"/>
              <a:t> het </a:t>
            </a:r>
            <a:r>
              <a:rPr lang="en-US" dirty="0" err="1"/>
              <a:t>speciale</a:t>
            </a:r>
            <a:r>
              <a:rPr lang="en-US" dirty="0"/>
              <a:t> </a:t>
            </a:r>
            <a:r>
              <a:rPr lang="en-US" dirty="0" err="1"/>
              <a:t>domein</a:t>
            </a:r>
            <a:r>
              <a:rPr lang="en-US" dirty="0"/>
              <a:t> </a:t>
            </a:r>
            <a:r>
              <a:rPr lang="en-US" dirty="0">
                <a:latin typeface="Consolas" panose="020B0609020204030204" pitchFamily="49" charset="0"/>
              </a:rPr>
              <a:t>ip6.arpa</a:t>
            </a:r>
          </a:p>
          <a:p>
            <a:r>
              <a:rPr lang="en-US" dirty="0" err="1"/>
              <a:t>Hierbij</a:t>
            </a:r>
            <a:r>
              <a:rPr lang="en-US" dirty="0"/>
              <a:t> </a:t>
            </a:r>
            <a:r>
              <a:rPr lang="en-US" dirty="0" err="1"/>
              <a:t>worden</a:t>
            </a:r>
            <a:r>
              <a:rPr lang="en-US" dirty="0"/>
              <a:t> de bytes van het IP </a:t>
            </a:r>
            <a:r>
              <a:rPr lang="en-US" dirty="0" err="1"/>
              <a:t>adres</a:t>
            </a:r>
            <a:r>
              <a:rPr lang="en-US" dirty="0"/>
              <a:t> in </a:t>
            </a:r>
            <a:r>
              <a:rPr lang="en-US" dirty="0" err="1"/>
              <a:t>omgekeerde</a:t>
            </a:r>
            <a:r>
              <a:rPr lang="en-US" dirty="0"/>
              <a:t> – reverse – </a:t>
            </a:r>
            <a:r>
              <a:rPr lang="en-US" dirty="0" err="1"/>
              <a:t>volgorde</a:t>
            </a:r>
            <a:r>
              <a:rPr lang="en-US" dirty="0"/>
              <a:t> </a:t>
            </a:r>
            <a:r>
              <a:rPr lang="en-US" dirty="0" err="1"/>
              <a:t>geplaatst</a:t>
            </a:r>
            <a:r>
              <a:rPr lang="en-US" dirty="0"/>
              <a:t>. </a:t>
            </a:r>
            <a:br>
              <a:rPr lang="en-US" dirty="0"/>
            </a:br>
            <a:r>
              <a:rPr lang="en-US" dirty="0" err="1"/>
              <a:t>Bijvoorbeeld</a:t>
            </a:r>
            <a:r>
              <a:rPr lang="en-US" dirty="0"/>
              <a:t>:</a:t>
            </a:r>
          </a:p>
          <a:p>
            <a:pPr marL="809625" lvl="2"/>
            <a:r>
              <a:rPr lang="en-US" dirty="0"/>
              <a:t>de hostname </a:t>
            </a:r>
            <a:r>
              <a:rPr lang="en-US" dirty="0" err="1"/>
              <a:t>bij</a:t>
            </a:r>
            <a:r>
              <a:rPr lang="en-US" dirty="0"/>
              <a:t> </a:t>
            </a:r>
            <a:r>
              <a:rPr lang="en-US" dirty="0" err="1"/>
              <a:t>adres</a:t>
            </a:r>
            <a:r>
              <a:rPr lang="en-US" dirty="0"/>
              <a:t> 192.168.1.1 </a:t>
            </a:r>
            <a:r>
              <a:rPr lang="en-US" dirty="0" err="1"/>
              <a:t>wordt</a:t>
            </a:r>
            <a:r>
              <a:rPr lang="en-US" dirty="0"/>
              <a:t> </a:t>
            </a:r>
            <a:r>
              <a:rPr lang="en-US" dirty="0" err="1"/>
              <a:t>gevonden</a:t>
            </a:r>
            <a:r>
              <a:rPr lang="en-US" dirty="0"/>
              <a:t> via </a:t>
            </a:r>
            <a:r>
              <a:rPr lang="en-US" dirty="0" err="1"/>
              <a:t>een</a:t>
            </a:r>
            <a:r>
              <a:rPr lang="en-US" dirty="0"/>
              <a:t> </a:t>
            </a:r>
            <a:r>
              <a:rPr lang="en-US" i="1" dirty="0"/>
              <a:t>lookup</a:t>
            </a:r>
            <a:r>
              <a:rPr lang="en-US" dirty="0"/>
              <a:t> van  1.1.168.192.in-addr.arpa</a:t>
            </a:r>
          </a:p>
          <a:p>
            <a:pPr marL="809625" lvl="2"/>
            <a:r>
              <a:rPr lang="en-US" dirty="0"/>
              <a:t>de hostname </a:t>
            </a:r>
            <a:r>
              <a:rPr lang="en-US" dirty="0" err="1"/>
              <a:t>bij</a:t>
            </a:r>
            <a:r>
              <a:rPr lang="en-US" dirty="0"/>
              <a:t> </a:t>
            </a:r>
            <a:r>
              <a:rPr lang="en-US" dirty="0" err="1"/>
              <a:t>adres</a:t>
            </a:r>
            <a:r>
              <a:rPr lang="en-US" dirty="0"/>
              <a:t> 4321:0:1:2:3:4:567:89ab </a:t>
            </a:r>
            <a:r>
              <a:rPr lang="en-US" dirty="0" err="1"/>
              <a:t>wordt</a:t>
            </a:r>
            <a:r>
              <a:rPr lang="en-US" dirty="0"/>
              <a:t> </a:t>
            </a:r>
            <a:r>
              <a:rPr lang="en-US" dirty="0" err="1"/>
              <a:t>gevonden</a:t>
            </a:r>
            <a:r>
              <a:rPr lang="en-US" dirty="0"/>
              <a:t> via </a:t>
            </a:r>
            <a:r>
              <a:rPr lang="en-US" dirty="0" err="1"/>
              <a:t>een</a:t>
            </a:r>
            <a:r>
              <a:rPr lang="en-US" dirty="0"/>
              <a:t> </a:t>
            </a:r>
            <a:r>
              <a:rPr lang="en-US" i="1" dirty="0"/>
              <a:t>lookup</a:t>
            </a:r>
            <a:r>
              <a:rPr lang="en-US" dirty="0"/>
              <a:t> van  </a:t>
            </a:r>
            <a:r>
              <a:rPr lang="en-US" sz="1800" dirty="0"/>
              <a:t>b.a.9.8.7.6.5.0.4.0.0.0.3.0.0.0.2.0.0.0.1.0.0.0.0.0.0.0.1.2.3.4.ip6.arpa.</a:t>
            </a:r>
          </a:p>
          <a:p>
            <a:r>
              <a:rPr lang="en-US" dirty="0" err="1"/>
              <a:t>Onder</a:t>
            </a:r>
            <a:r>
              <a:rPr lang="en-US" dirty="0"/>
              <a:t> Linux is </a:t>
            </a:r>
            <a:r>
              <a:rPr lang="en-US" dirty="0" err="1">
                <a:latin typeface="Consolas" panose="020B0609020204030204" pitchFamily="49" charset="0"/>
              </a:rPr>
              <a:t>arpaname</a:t>
            </a:r>
            <a:r>
              <a:rPr lang="en-US" dirty="0"/>
              <a:t> </a:t>
            </a:r>
            <a:r>
              <a:rPr lang="en-US" dirty="0" err="1"/>
              <a:t>een</a:t>
            </a:r>
            <a:r>
              <a:rPr lang="en-US" dirty="0"/>
              <a:t> </a:t>
            </a:r>
            <a:r>
              <a:rPr lang="en-US" dirty="0" err="1"/>
              <a:t>handige</a:t>
            </a:r>
            <a:r>
              <a:rPr lang="en-US" dirty="0"/>
              <a:t> tool om </a:t>
            </a:r>
            <a:r>
              <a:rPr lang="en-US" dirty="0" err="1"/>
              <a:t>deze</a:t>
            </a:r>
            <a:r>
              <a:rPr lang="en-US" dirty="0"/>
              <a:t> </a:t>
            </a:r>
            <a:r>
              <a:rPr lang="en-US" dirty="0" err="1"/>
              <a:t>vertaling</a:t>
            </a:r>
            <a:r>
              <a:rPr lang="en-US" dirty="0"/>
              <a:t> mee te </a:t>
            </a:r>
            <a:r>
              <a:rPr lang="en-US" dirty="0" err="1"/>
              <a:t>maken</a:t>
            </a:r>
            <a:endParaRPr lang="en-NL" dirty="0"/>
          </a:p>
        </p:txBody>
      </p:sp>
      <p:sp>
        <p:nvSpPr>
          <p:cNvPr id="3" name="Title 2">
            <a:extLst>
              <a:ext uri="{FF2B5EF4-FFF2-40B4-BE49-F238E27FC236}">
                <a16:creationId xmlns:a16="http://schemas.microsoft.com/office/drawing/2014/main" id="{DAAD1945-9444-43AC-9EB9-963B06C364BB}"/>
              </a:ext>
            </a:extLst>
          </p:cNvPr>
          <p:cNvSpPr>
            <a:spLocks noGrp="1"/>
          </p:cNvSpPr>
          <p:nvPr>
            <p:ph type="title"/>
          </p:nvPr>
        </p:nvSpPr>
        <p:spPr/>
        <p:txBody>
          <a:bodyPr/>
          <a:lstStyle/>
          <a:p>
            <a:r>
              <a:rPr lang="en-US" dirty="0"/>
              <a:t>Reverse zone (2)</a:t>
            </a:r>
            <a:endParaRPr lang="en-NL" dirty="0"/>
          </a:p>
        </p:txBody>
      </p:sp>
    </p:spTree>
    <p:extLst>
      <p:ext uri="{BB962C8B-B14F-4D97-AF65-F5344CB8AC3E}">
        <p14:creationId xmlns:p14="http://schemas.microsoft.com/office/powerpoint/2010/main" val="595142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439692-66BD-4D1B-BD38-FD889BEAE58B}"/>
              </a:ext>
            </a:extLst>
          </p:cNvPr>
          <p:cNvSpPr>
            <a:spLocks noGrp="1"/>
          </p:cNvSpPr>
          <p:nvPr>
            <p:ph type="body" sz="quarter" idx="11"/>
          </p:nvPr>
        </p:nvSpPr>
        <p:spPr/>
        <p:txBody>
          <a:bodyPr/>
          <a:lstStyle/>
          <a:p>
            <a:pPr marL="0" indent="0">
              <a:buNone/>
            </a:pPr>
            <a:r>
              <a:rPr lang="en-US" dirty="0" err="1"/>
              <a:t>Een</a:t>
            </a:r>
            <a:r>
              <a:rPr lang="en-US" dirty="0"/>
              <a:t> </a:t>
            </a:r>
            <a:r>
              <a:rPr lang="en-US" i="1" dirty="0"/>
              <a:t>reverse</a:t>
            </a:r>
            <a:r>
              <a:rPr lang="en-US" dirty="0"/>
              <a:t> zone </a:t>
            </a:r>
            <a:r>
              <a:rPr lang="en-US" dirty="0" err="1"/>
              <a:t>werkt</a:t>
            </a:r>
            <a:r>
              <a:rPr lang="en-US" dirty="0"/>
              <a:t> (</a:t>
            </a:r>
            <a:r>
              <a:rPr lang="en-US" dirty="0" err="1"/>
              <a:t>zowel</a:t>
            </a:r>
            <a:r>
              <a:rPr lang="en-US" dirty="0"/>
              <a:t> </a:t>
            </a:r>
            <a:r>
              <a:rPr lang="en-US" dirty="0" err="1"/>
              <a:t>voor</a:t>
            </a:r>
            <a:r>
              <a:rPr lang="en-US" dirty="0"/>
              <a:t> IPv4 </a:t>
            </a:r>
            <a:r>
              <a:rPr lang="en-US" dirty="0" err="1"/>
              <a:t>als</a:t>
            </a:r>
            <a:r>
              <a:rPr lang="en-US" dirty="0"/>
              <a:t> </a:t>
            </a:r>
            <a:r>
              <a:rPr lang="en-US" dirty="0" err="1"/>
              <a:t>voor</a:t>
            </a:r>
            <a:r>
              <a:rPr lang="en-US" dirty="0"/>
              <a:t> IPv6) via PTR records.</a:t>
            </a:r>
          </a:p>
          <a:p>
            <a:pPr marL="0" indent="0">
              <a:buNone/>
            </a:pPr>
            <a:endParaRPr lang="en-US" dirty="0"/>
          </a:p>
          <a:p>
            <a:pPr marL="0" indent="0">
              <a:buNone/>
            </a:pPr>
            <a:r>
              <a:rPr lang="en-US" sz="1800" dirty="0" err="1"/>
              <a:t>Bijvoorbeeld</a:t>
            </a:r>
            <a:r>
              <a:rPr lang="en-US" sz="1800" dirty="0"/>
              <a:t>:</a:t>
            </a:r>
          </a:p>
          <a:p>
            <a:pPr marL="176213" indent="-176213"/>
            <a:r>
              <a:rPr lang="en-US" sz="1600" dirty="0" err="1"/>
              <a:t>Bij</a:t>
            </a:r>
            <a:r>
              <a:rPr lang="en-US" sz="1600" dirty="0"/>
              <a:t> IPv4 </a:t>
            </a:r>
            <a:r>
              <a:rPr lang="en-US" sz="1600" dirty="0" err="1"/>
              <a:t>adres</a:t>
            </a:r>
            <a:r>
              <a:rPr lang="en-US" sz="1600" dirty="0"/>
              <a:t> </a:t>
            </a:r>
            <a:r>
              <a:rPr lang="en-US" sz="1600" dirty="0">
                <a:highlight>
                  <a:srgbClr val="00FFFF"/>
                </a:highlight>
              </a:rPr>
              <a:t>8</a:t>
            </a:r>
            <a:r>
              <a:rPr lang="en-US" sz="1600" dirty="0"/>
              <a:t>.</a:t>
            </a:r>
            <a:r>
              <a:rPr lang="en-US" sz="1600" dirty="0">
                <a:highlight>
                  <a:srgbClr val="00FF00"/>
                </a:highlight>
              </a:rPr>
              <a:t>8</a:t>
            </a:r>
            <a:r>
              <a:rPr lang="en-US" sz="1600" dirty="0"/>
              <a:t>.</a:t>
            </a:r>
            <a:r>
              <a:rPr lang="en-US" sz="1600" dirty="0">
                <a:highlight>
                  <a:srgbClr val="FF0000"/>
                </a:highlight>
              </a:rPr>
              <a:t>4</a:t>
            </a:r>
            <a:r>
              <a:rPr lang="en-US" sz="1600" dirty="0"/>
              <a:t>.</a:t>
            </a:r>
            <a:r>
              <a:rPr lang="en-US" sz="1600" dirty="0">
                <a:highlight>
                  <a:srgbClr val="FFFF00"/>
                </a:highlight>
              </a:rPr>
              <a:t>4</a:t>
            </a:r>
            <a:r>
              <a:rPr lang="en-US" sz="1600" dirty="0"/>
              <a:t>:</a:t>
            </a:r>
          </a:p>
          <a:p>
            <a:pPr marL="273050" lvl="2" indent="0">
              <a:buNone/>
            </a:pPr>
            <a:r>
              <a:rPr lang="en-US" sz="1400" dirty="0">
                <a:solidFill>
                  <a:prstClr val="black"/>
                </a:solidFill>
                <a:highlight>
                  <a:srgbClr val="FFFF00"/>
                </a:highlight>
                <a:latin typeface="Consolas" panose="020B0609020204030204" pitchFamily="49" charset="0"/>
              </a:rPr>
              <a:t>4</a:t>
            </a:r>
            <a:r>
              <a:rPr lang="en-US" sz="1400" dirty="0">
                <a:solidFill>
                  <a:prstClr val="black"/>
                </a:solidFill>
                <a:latin typeface="Consolas" panose="020B0609020204030204" pitchFamily="49" charset="0"/>
              </a:rPr>
              <a:t>.</a:t>
            </a:r>
            <a:r>
              <a:rPr lang="en-US" sz="1400" dirty="0">
                <a:solidFill>
                  <a:prstClr val="black"/>
                </a:solidFill>
                <a:highlight>
                  <a:srgbClr val="FF0000"/>
                </a:highlight>
                <a:latin typeface="Consolas" panose="020B0609020204030204" pitchFamily="49" charset="0"/>
              </a:rPr>
              <a:t>4</a:t>
            </a:r>
            <a:r>
              <a:rPr lang="en-US" sz="1400" dirty="0">
                <a:solidFill>
                  <a:prstClr val="black"/>
                </a:solidFill>
                <a:latin typeface="Consolas" panose="020B0609020204030204" pitchFamily="49" charset="0"/>
              </a:rPr>
              <a:t>.</a:t>
            </a:r>
            <a:r>
              <a:rPr lang="en-US" sz="1400" dirty="0">
                <a:solidFill>
                  <a:prstClr val="black"/>
                </a:solidFill>
                <a:highlight>
                  <a:srgbClr val="00FF00"/>
                </a:highlight>
                <a:latin typeface="Consolas" panose="020B0609020204030204" pitchFamily="49" charset="0"/>
              </a:rPr>
              <a:t>8</a:t>
            </a:r>
            <a:r>
              <a:rPr lang="en-US" sz="1400" dirty="0">
                <a:solidFill>
                  <a:prstClr val="black"/>
                </a:solidFill>
                <a:latin typeface="Consolas" panose="020B0609020204030204" pitchFamily="49" charset="0"/>
              </a:rPr>
              <a:t>.</a:t>
            </a:r>
            <a:r>
              <a:rPr lang="en-US" sz="1400" dirty="0">
                <a:solidFill>
                  <a:prstClr val="black"/>
                </a:solidFill>
                <a:highlight>
                  <a:srgbClr val="00FFFF"/>
                </a:highlight>
                <a:latin typeface="Consolas" panose="020B0609020204030204" pitchFamily="49" charset="0"/>
              </a:rPr>
              <a:t>8</a:t>
            </a:r>
            <a:r>
              <a:rPr lang="en-US" sz="1400" dirty="0">
                <a:solidFill>
                  <a:prstClr val="black"/>
                </a:solidFill>
                <a:latin typeface="Consolas" panose="020B0609020204030204" pitchFamily="49" charset="0"/>
              </a:rPr>
              <a:t>.in-addr.arpa.   86400   IN      PTR     </a:t>
            </a:r>
            <a:r>
              <a:rPr lang="en-US" sz="1400" dirty="0" err="1">
                <a:solidFill>
                  <a:prstClr val="black"/>
                </a:solidFill>
                <a:latin typeface="Consolas" panose="020B0609020204030204" pitchFamily="49" charset="0"/>
              </a:rPr>
              <a:t>dns.google</a:t>
            </a:r>
            <a:r>
              <a:rPr lang="en-US" sz="1400" dirty="0">
                <a:solidFill>
                  <a:prstClr val="black"/>
                </a:solidFill>
                <a:latin typeface="Consolas" panose="020B0609020204030204" pitchFamily="49" charset="0"/>
              </a:rPr>
              <a:t>.</a:t>
            </a:r>
          </a:p>
          <a:p>
            <a:pPr marL="176213" indent="-176213"/>
            <a:r>
              <a:rPr lang="en-US" sz="1600" dirty="0" err="1"/>
              <a:t>Bij</a:t>
            </a:r>
            <a:r>
              <a:rPr lang="en-US" sz="1600" dirty="0"/>
              <a:t> IPv6 </a:t>
            </a:r>
            <a:r>
              <a:rPr lang="en-US" sz="1600" dirty="0" err="1"/>
              <a:t>adres</a:t>
            </a:r>
            <a:r>
              <a:rPr lang="en-US" sz="1600" dirty="0"/>
              <a:t> </a:t>
            </a:r>
            <a:r>
              <a:rPr lang="en-US" sz="1600" dirty="0">
                <a:highlight>
                  <a:srgbClr val="00FFFF"/>
                </a:highlight>
              </a:rPr>
              <a:t>2</a:t>
            </a:r>
            <a:r>
              <a:rPr lang="en-US" sz="1600" dirty="0">
                <a:highlight>
                  <a:srgbClr val="00FF00"/>
                </a:highlight>
              </a:rPr>
              <a:t>0</a:t>
            </a:r>
            <a:r>
              <a:rPr lang="en-US" sz="1600" dirty="0">
                <a:highlight>
                  <a:srgbClr val="FF0000"/>
                </a:highlight>
              </a:rPr>
              <a:t>0</a:t>
            </a:r>
            <a:r>
              <a:rPr lang="en-US" sz="1600" dirty="0">
                <a:highlight>
                  <a:srgbClr val="FFFF00"/>
                </a:highlight>
              </a:rPr>
              <a:t>1</a:t>
            </a:r>
            <a:r>
              <a:rPr lang="en-US" sz="1600" dirty="0"/>
              <a:t>:</a:t>
            </a:r>
            <a:r>
              <a:rPr lang="en-US" sz="1600" dirty="0">
                <a:highlight>
                  <a:srgbClr val="00FFFF"/>
                </a:highlight>
              </a:rPr>
              <a:t>4</a:t>
            </a:r>
            <a:r>
              <a:rPr lang="en-US" sz="1600" dirty="0">
                <a:highlight>
                  <a:srgbClr val="00FF00"/>
                </a:highlight>
              </a:rPr>
              <a:t>8</a:t>
            </a:r>
            <a:r>
              <a:rPr lang="en-US" sz="1600" dirty="0">
                <a:highlight>
                  <a:srgbClr val="FF0000"/>
                </a:highlight>
              </a:rPr>
              <a:t>6</a:t>
            </a:r>
            <a:r>
              <a:rPr lang="en-US" sz="1600" dirty="0">
                <a:highlight>
                  <a:srgbClr val="FFFF00"/>
                </a:highlight>
              </a:rPr>
              <a:t>0</a:t>
            </a:r>
            <a:r>
              <a:rPr lang="en-US" sz="1600" dirty="0"/>
              <a:t>:</a:t>
            </a:r>
            <a:r>
              <a:rPr lang="en-US" sz="1600" dirty="0">
                <a:highlight>
                  <a:srgbClr val="00FFFF"/>
                </a:highlight>
              </a:rPr>
              <a:t>4</a:t>
            </a:r>
            <a:r>
              <a:rPr lang="en-US" sz="1600" dirty="0">
                <a:highlight>
                  <a:srgbClr val="00FF00"/>
                </a:highlight>
              </a:rPr>
              <a:t>8</a:t>
            </a:r>
            <a:r>
              <a:rPr lang="en-US" sz="1600" dirty="0">
                <a:highlight>
                  <a:srgbClr val="FF0000"/>
                </a:highlight>
              </a:rPr>
              <a:t>6</a:t>
            </a:r>
            <a:r>
              <a:rPr lang="en-US" sz="1600" dirty="0">
                <a:highlight>
                  <a:srgbClr val="FFFF00"/>
                </a:highlight>
              </a:rPr>
              <a:t>0</a:t>
            </a:r>
            <a:r>
              <a:rPr lang="en-US" sz="1600" dirty="0">
                <a:highlight>
                  <a:srgbClr val="FF00FF"/>
                </a:highlight>
              </a:rPr>
              <a:t>::</a:t>
            </a:r>
            <a:r>
              <a:rPr lang="en-US" sz="1600" dirty="0">
                <a:highlight>
                  <a:srgbClr val="00FFFF"/>
                </a:highlight>
              </a:rPr>
              <a:t>8</a:t>
            </a:r>
            <a:r>
              <a:rPr lang="en-US" sz="1600" dirty="0">
                <a:highlight>
                  <a:srgbClr val="00FF00"/>
                </a:highlight>
              </a:rPr>
              <a:t>8</a:t>
            </a:r>
            <a:r>
              <a:rPr lang="en-US" sz="1600" dirty="0">
                <a:highlight>
                  <a:srgbClr val="FF0000"/>
                </a:highlight>
              </a:rPr>
              <a:t>4</a:t>
            </a:r>
            <a:r>
              <a:rPr lang="en-US" sz="1600" dirty="0">
                <a:highlight>
                  <a:srgbClr val="FFFF00"/>
                </a:highlight>
              </a:rPr>
              <a:t>4</a:t>
            </a:r>
            <a:r>
              <a:rPr lang="en-US" sz="1600" dirty="0"/>
              <a:t>:</a:t>
            </a:r>
          </a:p>
          <a:p>
            <a:pPr marL="273050" lvl="2" indent="0">
              <a:buNone/>
            </a:pPr>
            <a:r>
              <a:rPr lang="en-US" sz="1400" dirty="0">
                <a:solidFill>
                  <a:prstClr val="black"/>
                </a:solidFill>
                <a:highlight>
                  <a:srgbClr val="FFFF00"/>
                </a:highlight>
                <a:latin typeface="Consolas" panose="020B0609020204030204" pitchFamily="49" charset="0"/>
              </a:rPr>
              <a:t>4</a:t>
            </a:r>
            <a:r>
              <a:rPr lang="en-US" sz="1400" dirty="0">
                <a:solidFill>
                  <a:prstClr val="black"/>
                </a:solidFill>
                <a:latin typeface="Consolas" panose="020B0609020204030204" pitchFamily="49" charset="0"/>
              </a:rPr>
              <a:t>.</a:t>
            </a:r>
            <a:r>
              <a:rPr lang="en-US" sz="1400" dirty="0">
                <a:solidFill>
                  <a:prstClr val="black"/>
                </a:solidFill>
                <a:highlight>
                  <a:srgbClr val="FF0000"/>
                </a:highlight>
                <a:latin typeface="Consolas" panose="020B0609020204030204" pitchFamily="49" charset="0"/>
              </a:rPr>
              <a:t>4</a:t>
            </a:r>
            <a:r>
              <a:rPr lang="en-US" sz="1400" dirty="0">
                <a:solidFill>
                  <a:prstClr val="black"/>
                </a:solidFill>
                <a:latin typeface="Consolas" panose="020B0609020204030204" pitchFamily="49" charset="0"/>
              </a:rPr>
              <a:t>.</a:t>
            </a:r>
            <a:r>
              <a:rPr lang="en-US" sz="1400" dirty="0">
                <a:solidFill>
                  <a:prstClr val="black"/>
                </a:solidFill>
                <a:highlight>
                  <a:srgbClr val="00FF00"/>
                </a:highlight>
                <a:latin typeface="Consolas" panose="020B0609020204030204" pitchFamily="49" charset="0"/>
              </a:rPr>
              <a:t>8</a:t>
            </a:r>
            <a:r>
              <a:rPr lang="en-US" sz="1400" dirty="0">
                <a:solidFill>
                  <a:prstClr val="black"/>
                </a:solidFill>
                <a:latin typeface="Consolas" panose="020B0609020204030204" pitchFamily="49" charset="0"/>
              </a:rPr>
              <a:t>.</a:t>
            </a:r>
            <a:r>
              <a:rPr lang="en-US" sz="1400" dirty="0">
                <a:solidFill>
                  <a:prstClr val="black"/>
                </a:solidFill>
                <a:highlight>
                  <a:srgbClr val="00FFFF"/>
                </a:highlight>
                <a:latin typeface="Consolas" panose="020B0609020204030204" pitchFamily="49" charset="0"/>
              </a:rPr>
              <a:t>8</a:t>
            </a:r>
            <a:r>
              <a:rPr lang="nl-NL" sz="1400" dirty="0">
                <a:solidFill>
                  <a:prstClr val="black"/>
                </a:solidFill>
                <a:highlight>
                  <a:srgbClr val="FF00FF"/>
                </a:highlight>
                <a:latin typeface="Consolas" panose="020B0609020204030204" pitchFamily="49" charset="0"/>
              </a:rPr>
              <a:t>.0.0.0.0.0.0.0.0.0.0.0.0.0.0.0.0.</a:t>
            </a:r>
            <a:r>
              <a:rPr lang="nl-NL" sz="1400" dirty="0">
                <a:solidFill>
                  <a:prstClr val="black"/>
                </a:solidFill>
                <a:highlight>
                  <a:srgbClr val="FFFF00"/>
                </a:highlight>
                <a:latin typeface="Consolas" panose="020B0609020204030204" pitchFamily="49" charset="0"/>
              </a:rPr>
              <a:t>0</a:t>
            </a:r>
            <a:r>
              <a:rPr lang="nl-NL" sz="1400" dirty="0">
                <a:solidFill>
                  <a:prstClr val="black"/>
                </a:solidFill>
                <a:latin typeface="Consolas" panose="020B0609020204030204" pitchFamily="49" charset="0"/>
              </a:rPr>
              <a:t>.</a:t>
            </a:r>
            <a:r>
              <a:rPr lang="nl-NL" sz="1400" dirty="0">
                <a:solidFill>
                  <a:prstClr val="black"/>
                </a:solidFill>
                <a:highlight>
                  <a:srgbClr val="FF0000"/>
                </a:highlight>
                <a:latin typeface="Consolas" panose="020B0609020204030204" pitchFamily="49" charset="0"/>
              </a:rPr>
              <a:t>6</a:t>
            </a:r>
            <a:r>
              <a:rPr lang="nl-NL" sz="1400" dirty="0">
                <a:solidFill>
                  <a:prstClr val="black"/>
                </a:solidFill>
                <a:latin typeface="Consolas" panose="020B0609020204030204" pitchFamily="49" charset="0"/>
              </a:rPr>
              <a:t>.</a:t>
            </a:r>
            <a:r>
              <a:rPr lang="nl-NL" sz="1400" dirty="0">
                <a:solidFill>
                  <a:prstClr val="black"/>
                </a:solidFill>
                <a:highlight>
                  <a:srgbClr val="00FF00"/>
                </a:highlight>
                <a:latin typeface="Consolas" panose="020B0609020204030204" pitchFamily="49" charset="0"/>
              </a:rPr>
              <a:t>8</a:t>
            </a:r>
            <a:r>
              <a:rPr lang="nl-NL" sz="1400" dirty="0">
                <a:solidFill>
                  <a:prstClr val="black"/>
                </a:solidFill>
                <a:latin typeface="Consolas" panose="020B0609020204030204" pitchFamily="49" charset="0"/>
              </a:rPr>
              <a:t>.</a:t>
            </a:r>
            <a:r>
              <a:rPr lang="nl-NL" sz="1400" dirty="0">
                <a:solidFill>
                  <a:prstClr val="black"/>
                </a:solidFill>
                <a:highlight>
                  <a:srgbClr val="00FFFF"/>
                </a:highlight>
                <a:latin typeface="Consolas" panose="020B0609020204030204" pitchFamily="49" charset="0"/>
              </a:rPr>
              <a:t>4</a:t>
            </a:r>
            <a:r>
              <a:rPr lang="nl-NL" sz="1400" dirty="0">
                <a:solidFill>
                  <a:prstClr val="black"/>
                </a:solidFill>
                <a:latin typeface="Consolas" panose="020B0609020204030204" pitchFamily="49" charset="0"/>
              </a:rPr>
              <a:t>.</a:t>
            </a:r>
            <a:r>
              <a:rPr lang="nl-NL" sz="1400" dirty="0">
                <a:solidFill>
                  <a:prstClr val="black"/>
                </a:solidFill>
                <a:highlight>
                  <a:srgbClr val="FFFF00"/>
                </a:highlight>
                <a:latin typeface="Consolas" panose="020B0609020204030204" pitchFamily="49" charset="0"/>
              </a:rPr>
              <a:t>0</a:t>
            </a:r>
            <a:r>
              <a:rPr lang="nl-NL" sz="1400" dirty="0">
                <a:solidFill>
                  <a:prstClr val="black"/>
                </a:solidFill>
                <a:latin typeface="Consolas" panose="020B0609020204030204" pitchFamily="49" charset="0"/>
              </a:rPr>
              <a:t>.</a:t>
            </a:r>
            <a:r>
              <a:rPr lang="nl-NL" sz="1400" dirty="0">
                <a:solidFill>
                  <a:prstClr val="black"/>
                </a:solidFill>
                <a:highlight>
                  <a:srgbClr val="FF0000"/>
                </a:highlight>
                <a:latin typeface="Consolas" panose="020B0609020204030204" pitchFamily="49" charset="0"/>
              </a:rPr>
              <a:t>6</a:t>
            </a:r>
            <a:r>
              <a:rPr lang="nl-NL" sz="1400" dirty="0">
                <a:solidFill>
                  <a:prstClr val="black"/>
                </a:solidFill>
                <a:latin typeface="Consolas" panose="020B0609020204030204" pitchFamily="49" charset="0"/>
              </a:rPr>
              <a:t>.</a:t>
            </a:r>
            <a:r>
              <a:rPr lang="nl-NL" sz="1400" dirty="0">
                <a:solidFill>
                  <a:prstClr val="black"/>
                </a:solidFill>
                <a:highlight>
                  <a:srgbClr val="00FF00"/>
                </a:highlight>
                <a:latin typeface="Consolas" panose="020B0609020204030204" pitchFamily="49" charset="0"/>
              </a:rPr>
              <a:t>8</a:t>
            </a:r>
            <a:r>
              <a:rPr lang="nl-NL" sz="1400" dirty="0">
                <a:solidFill>
                  <a:prstClr val="black"/>
                </a:solidFill>
                <a:latin typeface="Consolas" panose="020B0609020204030204" pitchFamily="49" charset="0"/>
              </a:rPr>
              <a:t>.</a:t>
            </a:r>
            <a:r>
              <a:rPr lang="nl-NL" sz="1400" dirty="0">
                <a:solidFill>
                  <a:prstClr val="black"/>
                </a:solidFill>
                <a:highlight>
                  <a:srgbClr val="00FFFF"/>
                </a:highlight>
                <a:latin typeface="Consolas" panose="020B0609020204030204" pitchFamily="49" charset="0"/>
              </a:rPr>
              <a:t>4</a:t>
            </a:r>
            <a:r>
              <a:rPr lang="nl-NL" sz="1400" dirty="0">
                <a:solidFill>
                  <a:prstClr val="black"/>
                </a:solidFill>
                <a:latin typeface="Consolas" panose="020B0609020204030204" pitchFamily="49" charset="0"/>
              </a:rPr>
              <a:t>.</a:t>
            </a:r>
            <a:r>
              <a:rPr lang="nl-NL" sz="1400" dirty="0">
                <a:solidFill>
                  <a:prstClr val="black"/>
                </a:solidFill>
                <a:highlight>
                  <a:srgbClr val="FFFF00"/>
                </a:highlight>
                <a:latin typeface="Consolas" panose="020B0609020204030204" pitchFamily="49" charset="0"/>
              </a:rPr>
              <a:t>1</a:t>
            </a:r>
            <a:r>
              <a:rPr lang="nl-NL" sz="1400" dirty="0">
                <a:solidFill>
                  <a:prstClr val="black"/>
                </a:solidFill>
                <a:latin typeface="Consolas" panose="020B0609020204030204" pitchFamily="49" charset="0"/>
              </a:rPr>
              <a:t>.</a:t>
            </a:r>
            <a:r>
              <a:rPr lang="nl-NL" sz="1400" dirty="0">
                <a:solidFill>
                  <a:prstClr val="black"/>
                </a:solidFill>
                <a:highlight>
                  <a:srgbClr val="FF0000"/>
                </a:highlight>
                <a:latin typeface="Consolas" panose="020B0609020204030204" pitchFamily="49" charset="0"/>
              </a:rPr>
              <a:t>0</a:t>
            </a:r>
            <a:r>
              <a:rPr lang="nl-NL" sz="1400" dirty="0">
                <a:solidFill>
                  <a:prstClr val="black"/>
                </a:solidFill>
                <a:latin typeface="Consolas" panose="020B0609020204030204" pitchFamily="49" charset="0"/>
              </a:rPr>
              <a:t>.</a:t>
            </a:r>
            <a:r>
              <a:rPr lang="nl-NL" sz="1400" dirty="0">
                <a:solidFill>
                  <a:prstClr val="black"/>
                </a:solidFill>
                <a:highlight>
                  <a:srgbClr val="00FF00"/>
                </a:highlight>
                <a:latin typeface="Consolas" panose="020B0609020204030204" pitchFamily="49" charset="0"/>
              </a:rPr>
              <a:t>0</a:t>
            </a:r>
            <a:r>
              <a:rPr lang="nl-NL" sz="1400" dirty="0">
                <a:solidFill>
                  <a:prstClr val="black"/>
                </a:solidFill>
                <a:latin typeface="Consolas" panose="020B0609020204030204" pitchFamily="49" charset="0"/>
              </a:rPr>
              <a:t>.</a:t>
            </a:r>
            <a:r>
              <a:rPr lang="nl-NL" sz="1400" dirty="0">
                <a:solidFill>
                  <a:prstClr val="black"/>
                </a:solidFill>
                <a:highlight>
                  <a:srgbClr val="00FFFF"/>
                </a:highlight>
                <a:latin typeface="Consolas" panose="020B0609020204030204" pitchFamily="49" charset="0"/>
              </a:rPr>
              <a:t>2</a:t>
            </a:r>
            <a:r>
              <a:rPr lang="nl-NL" sz="1400" dirty="0">
                <a:solidFill>
                  <a:prstClr val="black"/>
                </a:solidFill>
                <a:latin typeface="Consolas" panose="020B0609020204030204" pitchFamily="49" charset="0"/>
              </a:rPr>
              <a:t>.ip6.arpa.</a:t>
            </a:r>
          </a:p>
          <a:p>
            <a:pPr marL="844550" lvl="4"/>
            <a:r>
              <a:rPr lang="en-US" sz="1400" dirty="0">
                <a:solidFill>
                  <a:prstClr val="black"/>
                </a:solidFill>
                <a:latin typeface="Consolas" panose="020B0609020204030204" pitchFamily="49" charset="0"/>
              </a:rPr>
              <a:t>86400   IN      PTR     </a:t>
            </a:r>
            <a:r>
              <a:rPr lang="nl-NL" sz="1400" dirty="0" err="1">
                <a:solidFill>
                  <a:prstClr val="black"/>
                </a:solidFill>
                <a:latin typeface="Consolas" panose="020B0609020204030204" pitchFamily="49" charset="0"/>
              </a:rPr>
              <a:t>dns.google</a:t>
            </a:r>
            <a:r>
              <a:rPr lang="nl-NL" sz="1400" dirty="0">
                <a:solidFill>
                  <a:prstClr val="black"/>
                </a:solidFill>
                <a:latin typeface="Consolas" panose="020B0609020204030204" pitchFamily="49" charset="0"/>
              </a:rPr>
              <a:t>.</a:t>
            </a:r>
          </a:p>
          <a:p>
            <a:endParaRPr lang="en-US" sz="1800" dirty="0">
              <a:solidFill>
                <a:prstClr val="black"/>
              </a:solidFill>
              <a:latin typeface="Consolas" panose="020B0609020204030204" pitchFamily="49" charset="0"/>
            </a:endParaRPr>
          </a:p>
          <a:p>
            <a:endParaRPr lang="en-NL" dirty="0"/>
          </a:p>
        </p:txBody>
      </p:sp>
      <p:sp>
        <p:nvSpPr>
          <p:cNvPr id="3" name="Title 2">
            <a:extLst>
              <a:ext uri="{FF2B5EF4-FFF2-40B4-BE49-F238E27FC236}">
                <a16:creationId xmlns:a16="http://schemas.microsoft.com/office/drawing/2014/main" id="{BD013C27-51B3-4671-973D-2827AC351FF1}"/>
              </a:ext>
            </a:extLst>
          </p:cNvPr>
          <p:cNvSpPr>
            <a:spLocks noGrp="1"/>
          </p:cNvSpPr>
          <p:nvPr>
            <p:ph type="title"/>
          </p:nvPr>
        </p:nvSpPr>
        <p:spPr/>
        <p:txBody>
          <a:bodyPr/>
          <a:lstStyle/>
          <a:p>
            <a:r>
              <a:rPr lang="en-US" dirty="0"/>
              <a:t>Reverse zone (3)</a:t>
            </a:r>
            <a:endParaRPr lang="en-NL" dirty="0"/>
          </a:p>
        </p:txBody>
      </p:sp>
    </p:spTree>
    <p:extLst>
      <p:ext uri="{BB962C8B-B14F-4D97-AF65-F5344CB8AC3E}">
        <p14:creationId xmlns:p14="http://schemas.microsoft.com/office/powerpoint/2010/main" val="2342088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6D71BB-0639-4C23-B821-89FA7B7A0BF8}"/>
              </a:ext>
            </a:extLst>
          </p:cNvPr>
          <p:cNvSpPr>
            <a:spLocks noGrp="1"/>
          </p:cNvSpPr>
          <p:nvPr>
            <p:ph type="title"/>
          </p:nvPr>
        </p:nvSpPr>
        <p:spPr/>
        <p:txBody>
          <a:bodyPr/>
          <a:lstStyle/>
          <a:p>
            <a:r>
              <a:rPr lang="en-US" dirty="0"/>
              <a:t>Windows: reverse zone</a:t>
            </a:r>
            <a:endParaRPr lang="en-NL" dirty="0"/>
          </a:p>
        </p:txBody>
      </p:sp>
      <p:pic>
        <p:nvPicPr>
          <p:cNvPr id="5" name="Picture 4">
            <a:extLst>
              <a:ext uri="{FF2B5EF4-FFF2-40B4-BE49-F238E27FC236}">
                <a16:creationId xmlns:a16="http://schemas.microsoft.com/office/drawing/2014/main" id="{15B4C9BC-7D48-4443-A7C9-6F156A9A60F2}"/>
              </a:ext>
            </a:extLst>
          </p:cNvPr>
          <p:cNvPicPr>
            <a:picLocks noChangeAspect="1"/>
          </p:cNvPicPr>
          <p:nvPr/>
        </p:nvPicPr>
        <p:blipFill>
          <a:blip r:embed="rId3"/>
          <a:stretch>
            <a:fillRect/>
          </a:stretch>
        </p:blipFill>
        <p:spPr>
          <a:xfrm>
            <a:off x="829703" y="1043340"/>
            <a:ext cx="1986420" cy="2972484"/>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F4D6241A-05BA-4A41-9E6F-6E00DC81C206}"/>
              </a:ext>
            </a:extLst>
          </p:cNvPr>
          <p:cNvPicPr>
            <a:picLocks noChangeAspect="1"/>
          </p:cNvPicPr>
          <p:nvPr/>
        </p:nvPicPr>
        <p:blipFill>
          <a:blip r:embed="rId4"/>
          <a:stretch>
            <a:fillRect/>
          </a:stretch>
        </p:blipFill>
        <p:spPr>
          <a:xfrm>
            <a:off x="1234166" y="2046182"/>
            <a:ext cx="3564731" cy="2807494"/>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7CD609E5-0151-4E66-B4FD-6919E0D43B46}"/>
              </a:ext>
            </a:extLst>
          </p:cNvPr>
          <p:cNvPicPr>
            <a:picLocks noChangeAspect="1"/>
          </p:cNvPicPr>
          <p:nvPr/>
        </p:nvPicPr>
        <p:blipFill>
          <a:blip r:embed="rId5"/>
          <a:stretch>
            <a:fillRect/>
          </a:stretch>
        </p:blipFill>
        <p:spPr>
          <a:xfrm>
            <a:off x="1693038" y="1043340"/>
            <a:ext cx="3564731" cy="2807494"/>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F9A8A75B-5402-4AB7-B0AB-5F9C0B691A39}"/>
              </a:ext>
            </a:extLst>
          </p:cNvPr>
          <p:cNvPicPr>
            <a:picLocks noChangeAspect="1"/>
          </p:cNvPicPr>
          <p:nvPr/>
        </p:nvPicPr>
        <p:blipFill>
          <a:blip r:embed="rId6"/>
          <a:stretch>
            <a:fillRect/>
          </a:stretch>
        </p:blipFill>
        <p:spPr>
          <a:xfrm>
            <a:off x="2158185" y="2046182"/>
            <a:ext cx="3564731" cy="2807494"/>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73D7C62C-990F-4404-8193-35AACB8C0B29}"/>
              </a:ext>
            </a:extLst>
          </p:cNvPr>
          <p:cNvPicPr>
            <a:picLocks noChangeAspect="1"/>
          </p:cNvPicPr>
          <p:nvPr/>
        </p:nvPicPr>
        <p:blipFill>
          <a:blip r:embed="rId7"/>
          <a:stretch>
            <a:fillRect/>
          </a:stretch>
        </p:blipFill>
        <p:spPr>
          <a:xfrm>
            <a:off x="2622570" y="1043340"/>
            <a:ext cx="3564731" cy="2807494"/>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73A56935-5ADD-46A9-97EC-B2C46653A12E}"/>
              </a:ext>
            </a:extLst>
          </p:cNvPr>
          <p:cNvPicPr>
            <a:picLocks noChangeAspect="1"/>
          </p:cNvPicPr>
          <p:nvPr/>
        </p:nvPicPr>
        <p:blipFill>
          <a:blip r:embed="rId8"/>
          <a:stretch>
            <a:fillRect/>
          </a:stretch>
        </p:blipFill>
        <p:spPr>
          <a:xfrm>
            <a:off x="3161329" y="2046182"/>
            <a:ext cx="3564731" cy="2807494"/>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122E12B0-D673-40F5-9A6F-F67BB18F2E24}"/>
              </a:ext>
            </a:extLst>
          </p:cNvPr>
          <p:cNvPicPr>
            <a:picLocks noChangeAspect="1"/>
          </p:cNvPicPr>
          <p:nvPr/>
        </p:nvPicPr>
        <p:blipFill>
          <a:blip r:embed="rId9"/>
          <a:stretch>
            <a:fillRect/>
          </a:stretch>
        </p:blipFill>
        <p:spPr>
          <a:xfrm>
            <a:off x="3679458" y="1043340"/>
            <a:ext cx="3564731" cy="2807494"/>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83A666C1-780C-49C9-B31D-E93DCD538239}"/>
              </a:ext>
            </a:extLst>
          </p:cNvPr>
          <p:cNvPicPr>
            <a:picLocks noChangeAspect="1"/>
          </p:cNvPicPr>
          <p:nvPr/>
        </p:nvPicPr>
        <p:blipFill>
          <a:blip r:embed="rId10"/>
          <a:stretch>
            <a:fillRect/>
          </a:stretch>
        </p:blipFill>
        <p:spPr>
          <a:xfrm>
            <a:off x="4182353" y="2046182"/>
            <a:ext cx="3564731" cy="2807494"/>
          </a:xfrm>
          <a:prstGeom prst="rect">
            <a:avLst/>
          </a:prstGeom>
          <a:effectLst>
            <a:outerShdw blurRad="50800" dist="38100" dir="5400000" algn="t" rotWithShape="0">
              <a:prstClr val="black">
                <a:alpha val="40000"/>
              </a:prstClr>
            </a:outerShdw>
          </a:effectLst>
        </p:spPr>
      </p:pic>
      <p:sp>
        <p:nvSpPr>
          <p:cNvPr id="2" name="TextBox 1">
            <a:extLst>
              <a:ext uri="{FF2B5EF4-FFF2-40B4-BE49-F238E27FC236}">
                <a16:creationId xmlns:a16="http://schemas.microsoft.com/office/drawing/2014/main" id="{B96F3F29-73F0-4D14-9329-83432780E1CB}"/>
              </a:ext>
            </a:extLst>
          </p:cNvPr>
          <p:cNvSpPr txBox="1"/>
          <p:nvPr/>
        </p:nvSpPr>
        <p:spPr>
          <a:xfrm rot="-1800000">
            <a:off x="5589055" y="2443456"/>
            <a:ext cx="2860078" cy="523220"/>
          </a:xfrm>
          <a:prstGeom prst="rect">
            <a:avLst/>
          </a:prstGeom>
          <a:solidFill>
            <a:schemeClr val="bg1"/>
          </a:solidFill>
          <a:effectLst>
            <a:outerShdw blurRad="50800" dist="38100" dir="5400000" algn="t" rotWithShape="0">
              <a:prstClr val="black">
                <a:alpha val="40000"/>
              </a:prstClr>
            </a:outerShdw>
          </a:effectLst>
        </p:spPr>
        <p:txBody>
          <a:bodyPr wrap="none" rtlCol="0">
            <a:spAutoFit/>
          </a:bodyPr>
          <a:lstStyle/>
          <a:p>
            <a:r>
              <a:rPr lang="en-US" sz="2800" b="1" dirty="0"/>
              <a:t>En </a:t>
            </a:r>
            <a:r>
              <a:rPr lang="en-US" sz="2800" b="1" dirty="0" err="1"/>
              <a:t>vullen</a:t>
            </a:r>
            <a:r>
              <a:rPr lang="en-US" sz="2800" b="1" dirty="0"/>
              <a:t> maar!</a:t>
            </a:r>
            <a:endParaRPr lang="en-NL" sz="2800" b="1" dirty="0"/>
          </a:p>
        </p:txBody>
      </p:sp>
    </p:spTree>
    <p:extLst>
      <p:ext uri="{BB962C8B-B14F-4D97-AF65-F5344CB8AC3E}">
        <p14:creationId xmlns:p14="http://schemas.microsoft.com/office/powerpoint/2010/main" val="145655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1+#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1+#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1+#ppt_w/2"/>
                                          </p:val>
                                        </p:tav>
                                        <p:tav tm="100000">
                                          <p:val>
                                            <p:strVal val="#ppt_x"/>
                                          </p:val>
                                        </p:tav>
                                      </p:tavLst>
                                    </p:anim>
                                    <p:anim calcmode="lin" valueType="num">
                                      <p:cBhvr additive="base">
                                        <p:cTn id="3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1+#ppt_w/2"/>
                                          </p:val>
                                        </p:tav>
                                        <p:tav tm="100000">
                                          <p:val>
                                            <p:strVal val="#ppt_x"/>
                                          </p:val>
                                        </p:tav>
                                      </p:tavLst>
                                    </p:anim>
                                    <p:anim calcmode="lin" valueType="num">
                                      <p:cBhvr additive="base">
                                        <p:cTn id="3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1+#ppt_w/2"/>
                                          </p:val>
                                        </p:tav>
                                        <p:tav tm="100000">
                                          <p:val>
                                            <p:strVal val="#ppt_x"/>
                                          </p:val>
                                        </p:tav>
                                      </p:tavLst>
                                    </p:anim>
                                    <p:anim calcmode="lin" valueType="num">
                                      <p:cBhvr additive="base">
                                        <p:cTn id="4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3"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1+#ppt_w/2"/>
                                          </p:val>
                                        </p:tav>
                                        <p:tav tm="100000">
                                          <p:val>
                                            <p:strVal val="#ppt_x"/>
                                          </p:val>
                                        </p:tav>
                                      </p:tavLst>
                                    </p:anim>
                                    <p:anim calcmode="lin" valueType="num">
                                      <p:cBhvr additive="base">
                                        <p:cTn id="50"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498AE6-9215-4360-871A-DAC496A0058B}"/>
              </a:ext>
            </a:extLst>
          </p:cNvPr>
          <p:cNvSpPr>
            <a:spLocks noGrp="1"/>
          </p:cNvSpPr>
          <p:nvPr>
            <p:ph type="body" sz="quarter" idx="11"/>
          </p:nvPr>
        </p:nvSpPr>
        <p:spPr>
          <a:xfrm>
            <a:off x="718219" y="1196341"/>
            <a:ext cx="3968081" cy="2083190"/>
          </a:xfrm>
        </p:spPr>
        <p:txBody>
          <a:bodyPr/>
          <a:lstStyle/>
          <a:p>
            <a:pPr marL="0" indent="0">
              <a:buNone/>
            </a:pPr>
            <a:r>
              <a:rPr lang="en-US" sz="1800" dirty="0">
                <a:latin typeface="Consolas" panose="020B0609020204030204" pitchFamily="49" charset="0"/>
              </a:rPr>
              <a:t>/</a:t>
            </a:r>
            <a:r>
              <a:rPr lang="en-US" sz="1800" dirty="0" err="1">
                <a:latin typeface="Consolas" panose="020B0609020204030204" pitchFamily="49" charset="0"/>
              </a:rPr>
              <a:t>etc</a:t>
            </a:r>
            <a:r>
              <a:rPr lang="en-US" sz="1800" dirty="0">
                <a:latin typeface="Consolas" panose="020B0609020204030204" pitchFamily="49" charset="0"/>
              </a:rPr>
              <a:t>/</a:t>
            </a:r>
            <a:r>
              <a:rPr lang="en-US" sz="1800" dirty="0" err="1">
                <a:latin typeface="Consolas" panose="020B0609020204030204" pitchFamily="49" charset="0"/>
              </a:rPr>
              <a:t>named.conf</a:t>
            </a:r>
            <a:r>
              <a:rPr lang="en-US" sz="1800" dirty="0">
                <a:latin typeface="+mj-lt"/>
              </a:rPr>
              <a:t>:</a:t>
            </a:r>
          </a:p>
          <a:p>
            <a:pPr marL="0" indent="0">
              <a:buNone/>
            </a:pPr>
            <a:endParaRPr lang="en-US" sz="1600" dirty="0">
              <a:latin typeface="Consolas" panose="020B0609020204030204" pitchFamily="49" charset="0"/>
            </a:endParaRPr>
          </a:p>
          <a:p>
            <a:pPr marL="0" indent="0">
              <a:buNone/>
            </a:pPr>
            <a:r>
              <a:rPr lang="en-US" sz="1600" dirty="0">
                <a:latin typeface="Consolas" panose="020B0609020204030204" pitchFamily="49" charset="0"/>
              </a:rPr>
              <a:t>zone “15.168.192.in-addr.arpa" IN {</a:t>
            </a:r>
          </a:p>
          <a:p>
            <a:pPr marL="0" indent="0">
              <a:buNone/>
            </a:pPr>
            <a:r>
              <a:rPr lang="en-US" sz="1600" dirty="0">
                <a:latin typeface="Consolas" panose="020B0609020204030204" pitchFamily="49" charset="0"/>
              </a:rPr>
              <a:t>        type master;</a:t>
            </a:r>
          </a:p>
          <a:p>
            <a:pPr marL="0" indent="0">
              <a:buNone/>
            </a:pPr>
            <a:r>
              <a:rPr lang="en-US" sz="1600" dirty="0">
                <a:latin typeface="Consolas" panose="020B0609020204030204" pitchFamily="49" charset="0"/>
              </a:rPr>
              <a:t>        file "192.168.15.db";</a:t>
            </a:r>
          </a:p>
          <a:p>
            <a:pPr marL="0" indent="0">
              <a:buNone/>
            </a:pPr>
            <a:r>
              <a:rPr lang="en-US" sz="1600" dirty="0">
                <a:latin typeface="Consolas" panose="020B0609020204030204" pitchFamily="49" charset="0"/>
              </a:rPr>
              <a:t>};</a:t>
            </a:r>
          </a:p>
          <a:p>
            <a:pPr marL="0" indent="0">
              <a:buNone/>
            </a:pPr>
            <a:endParaRPr lang="en-US" sz="1600" dirty="0">
              <a:latin typeface="Consolas" panose="020B0609020204030204" pitchFamily="49" charset="0"/>
            </a:endParaRPr>
          </a:p>
        </p:txBody>
      </p:sp>
      <p:sp>
        <p:nvSpPr>
          <p:cNvPr id="3" name="Title 2">
            <a:extLst>
              <a:ext uri="{FF2B5EF4-FFF2-40B4-BE49-F238E27FC236}">
                <a16:creationId xmlns:a16="http://schemas.microsoft.com/office/drawing/2014/main" id="{B359E25F-24C5-4E49-8170-503A77C4D1E2}"/>
              </a:ext>
            </a:extLst>
          </p:cNvPr>
          <p:cNvSpPr>
            <a:spLocks noGrp="1"/>
          </p:cNvSpPr>
          <p:nvPr>
            <p:ph type="title"/>
          </p:nvPr>
        </p:nvSpPr>
        <p:spPr/>
        <p:txBody>
          <a:bodyPr/>
          <a:lstStyle/>
          <a:p>
            <a:r>
              <a:rPr lang="en-US" dirty="0"/>
              <a:t>Linux: reverse zone</a:t>
            </a:r>
            <a:endParaRPr lang="en-NL" dirty="0"/>
          </a:p>
        </p:txBody>
      </p:sp>
      <p:sp>
        <p:nvSpPr>
          <p:cNvPr id="4" name="TextBox 3">
            <a:extLst>
              <a:ext uri="{FF2B5EF4-FFF2-40B4-BE49-F238E27FC236}">
                <a16:creationId xmlns:a16="http://schemas.microsoft.com/office/drawing/2014/main" id="{42C53E25-2337-414A-B07F-CF03B113EC36}"/>
              </a:ext>
            </a:extLst>
          </p:cNvPr>
          <p:cNvSpPr txBox="1"/>
          <p:nvPr/>
        </p:nvSpPr>
        <p:spPr>
          <a:xfrm>
            <a:off x="2487600" y="1811216"/>
            <a:ext cx="6541476" cy="3016210"/>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latin typeface="Consolas" panose="020B0609020204030204" pitchFamily="49" charset="0"/>
              </a:rPr>
              <a:t>/var/named/192.168.15.db</a:t>
            </a:r>
            <a:r>
              <a:rPr lang="en-US" dirty="0"/>
              <a:t>:</a:t>
            </a:r>
          </a:p>
          <a:p>
            <a:endParaRPr lang="en-US" dirty="0"/>
          </a:p>
          <a:p>
            <a:pPr marL="0" indent="0">
              <a:buNone/>
            </a:pPr>
            <a:r>
              <a:rPr lang="en-US" sz="1400" dirty="0">
                <a:latin typeface="Consolas" panose="020B0609020204030204" pitchFamily="49" charset="0"/>
              </a:rPr>
              <a:t>$TTL 3H</a:t>
            </a:r>
          </a:p>
          <a:p>
            <a:pPr marL="0" indent="0">
              <a:buNone/>
            </a:pPr>
            <a:r>
              <a:rPr lang="en-US" sz="1400" dirty="0">
                <a:latin typeface="Consolas" panose="020B0609020204030204" pitchFamily="49" charset="0"/>
              </a:rPr>
              <a:t>@       IN SOA  @ </a:t>
            </a:r>
            <a:r>
              <a:rPr lang="en-US" sz="1400" dirty="0" err="1">
                <a:latin typeface="Consolas" panose="020B0609020204030204" pitchFamily="49" charset="0"/>
              </a:rPr>
              <a:t>hostmaster.bmc.example</a:t>
            </a:r>
            <a:r>
              <a:rPr lang="en-US" sz="1400" dirty="0">
                <a:latin typeface="Consolas" panose="020B0609020204030204" pitchFamily="49" charset="0"/>
              </a:rPr>
              <a:t>. (</a:t>
            </a:r>
          </a:p>
          <a:p>
            <a:pPr marL="0" indent="0">
              <a:buNone/>
            </a:pPr>
            <a:r>
              <a:rPr lang="en-US" sz="1400" dirty="0">
                <a:latin typeface="Consolas" panose="020B0609020204030204" pitchFamily="49" charset="0"/>
              </a:rPr>
              <a:t>                                        2023090101      ; serial</a:t>
            </a:r>
          </a:p>
          <a:p>
            <a:pPr marL="0" indent="0">
              <a:buNone/>
            </a:pPr>
            <a:r>
              <a:rPr lang="en-US" sz="1400" dirty="0">
                <a:latin typeface="Consolas" panose="020B0609020204030204" pitchFamily="49" charset="0"/>
              </a:rPr>
              <a:t>                                        1H      ; refresh</a:t>
            </a:r>
          </a:p>
          <a:p>
            <a:pPr marL="0" indent="0">
              <a:buNone/>
            </a:pPr>
            <a:r>
              <a:rPr lang="en-US" sz="1400" dirty="0">
                <a:latin typeface="Consolas" panose="020B0609020204030204" pitchFamily="49" charset="0"/>
              </a:rPr>
              <a:t>                                        1M      ; retry</a:t>
            </a:r>
          </a:p>
          <a:p>
            <a:pPr marL="0" indent="0">
              <a:buNone/>
            </a:pPr>
            <a:r>
              <a:rPr lang="en-US" sz="1400" dirty="0">
                <a:latin typeface="Consolas" panose="020B0609020204030204" pitchFamily="49" charset="0"/>
              </a:rPr>
              <a:t>                                        1D      ; expire</a:t>
            </a:r>
          </a:p>
          <a:p>
            <a:pPr marL="0" indent="0">
              <a:buNone/>
            </a:pPr>
            <a:r>
              <a:rPr lang="en-US" sz="1400" dirty="0">
                <a:latin typeface="Consolas" panose="020B0609020204030204" pitchFamily="49" charset="0"/>
              </a:rPr>
              <a:t>                                        3M )    ; minimum</a:t>
            </a:r>
          </a:p>
          <a:p>
            <a:pPr marL="0" indent="0">
              <a:buNone/>
            </a:pPr>
            <a:r>
              <a:rPr lang="en-US" sz="1400" dirty="0">
                <a:latin typeface="Consolas" panose="020B0609020204030204" pitchFamily="49" charset="0"/>
              </a:rPr>
              <a:t>        NS      ns1.bmc.example.</a:t>
            </a:r>
          </a:p>
          <a:p>
            <a:pPr marL="0" indent="0">
              <a:buNone/>
            </a:pPr>
            <a:r>
              <a:rPr lang="en-US" sz="1400" dirty="0">
                <a:latin typeface="Consolas" panose="020B0609020204030204" pitchFamily="49" charset="0"/>
              </a:rPr>
              <a:t>1       PTR     server1.bmc.example.</a:t>
            </a:r>
          </a:p>
          <a:p>
            <a:pPr marL="0" indent="0">
              <a:buNone/>
            </a:pPr>
            <a:r>
              <a:rPr lang="en-US" sz="1400" dirty="0">
                <a:latin typeface="Consolas" panose="020B0609020204030204" pitchFamily="49" charset="0"/>
              </a:rPr>
              <a:t>2       PTR     server2.bmc.example.</a:t>
            </a:r>
          </a:p>
          <a:p>
            <a:pPr marL="0" indent="0">
              <a:buNone/>
            </a:pPr>
            <a:r>
              <a:rPr lang="en-US" sz="1400" dirty="0">
                <a:latin typeface="Consolas" panose="020B0609020204030204" pitchFamily="49" charset="0"/>
              </a:rPr>
              <a:t>254     PTR     </a:t>
            </a:r>
            <a:r>
              <a:rPr lang="en-US" sz="1400" dirty="0" err="1">
                <a:latin typeface="Consolas" panose="020B0609020204030204" pitchFamily="49" charset="0"/>
              </a:rPr>
              <a:t>vyos.bmc.example</a:t>
            </a:r>
            <a:r>
              <a:rPr lang="en-US" sz="1400" dirty="0">
                <a:latin typeface="Consolas" panose="020B0609020204030204" pitchFamily="49" charset="0"/>
              </a:rPr>
              <a:t>.</a:t>
            </a:r>
            <a:endParaRPr lang="en-US" sz="1600" dirty="0">
              <a:latin typeface="Consolas" panose="020B0609020204030204" pitchFamily="49" charset="0"/>
            </a:endParaRPr>
          </a:p>
        </p:txBody>
      </p:sp>
    </p:spTree>
    <p:extLst>
      <p:ext uri="{BB962C8B-B14F-4D97-AF65-F5344CB8AC3E}">
        <p14:creationId xmlns:p14="http://schemas.microsoft.com/office/powerpoint/2010/main" val="180842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nl-NL" dirty="0"/>
              <a:t>DHCP:</a:t>
            </a:r>
            <a:br>
              <a:rPr lang="nl-NL" dirty="0"/>
            </a:br>
            <a:r>
              <a:rPr lang="nl-NL" dirty="0">
                <a:hlinkClick r:id="rId2"/>
              </a:rPr>
              <a:t>https://www.youtube.com/watch?v=IeCH-bs38UM</a:t>
            </a:r>
            <a:r>
              <a:rPr lang="nl-NL" dirty="0"/>
              <a:t> </a:t>
            </a:r>
          </a:p>
          <a:p>
            <a:r>
              <a:rPr lang="nl-NL" dirty="0"/>
              <a:t>DHCP </a:t>
            </a:r>
            <a:r>
              <a:rPr lang="nl-NL" dirty="0" err="1"/>
              <a:t>Failover</a:t>
            </a:r>
            <a:r>
              <a:rPr lang="nl-NL" dirty="0"/>
              <a:t> Windows 2012 (hetzelfde voor </a:t>
            </a:r>
            <a:r>
              <a:rPr lang="nl-NL"/>
              <a:t>latere versies): </a:t>
            </a:r>
            <a:r>
              <a:rPr lang="nl-NL" dirty="0">
                <a:hlinkClick r:id="rId3"/>
              </a:rPr>
              <a:t>https://www.youtube.com/watch?v=6zjU6uQMY3o</a:t>
            </a:r>
            <a:endParaRPr lang="nl-NL" dirty="0"/>
          </a:p>
          <a:p>
            <a:r>
              <a:rPr lang="nl-NL" dirty="0"/>
              <a:t>DNS:</a:t>
            </a:r>
            <a:br>
              <a:rPr lang="nl-NL" dirty="0"/>
            </a:br>
            <a:r>
              <a:rPr lang="nl-NL" dirty="0">
                <a:hlinkClick r:id="rId4"/>
              </a:rPr>
              <a:t>https://www.youtube.com/watch?v=W07dxCREOTc</a:t>
            </a:r>
            <a:r>
              <a:rPr lang="nl-NL" dirty="0"/>
              <a:t> </a:t>
            </a:r>
          </a:p>
          <a:p>
            <a:r>
              <a:rPr lang="nl-NL" dirty="0"/>
              <a:t>DNS Zones: </a:t>
            </a:r>
            <a:r>
              <a:rPr lang="nl-NL" dirty="0">
                <a:hlinkClick r:id="rId5"/>
              </a:rPr>
              <a:t>https://www.youtube.com/watch?v=WYCPTuGNj7U</a:t>
            </a:r>
            <a:r>
              <a:rPr lang="nl-NL" dirty="0"/>
              <a:t> </a:t>
            </a:r>
          </a:p>
        </p:txBody>
      </p:sp>
      <p:sp>
        <p:nvSpPr>
          <p:cNvPr id="2" name="Title 1"/>
          <p:cNvSpPr>
            <a:spLocks noGrp="1"/>
          </p:cNvSpPr>
          <p:nvPr>
            <p:ph type="title"/>
          </p:nvPr>
        </p:nvSpPr>
        <p:spPr/>
        <p:txBody>
          <a:bodyPr/>
          <a:lstStyle/>
          <a:p>
            <a:r>
              <a:rPr lang="nl-NL" dirty="0"/>
              <a:t>Video's</a:t>
            </a:r>
          </a:p>
        </p:txBody>
      </p:sp>
    </p:spTree>
    <p:extLst>
      <p:ext uri="{BB962C8B-B14F-4D97-AF65-F5344CB8AC3E}">
        <p14:creationId xmlns:p14="http://schemas.microsoft.com/office/powerpoint/2010/main" val="2789588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718218" y="1196341"/>
            <a:ext cx="7748773" cy="3292316"/>
          </a:xfrm>
        </p:spPr>
        <p:txBody>
          <a:bodyPr/>
          <a:lstStyle/>
          <a:p>
            <a:r>
              <a:rPr lang="nl-NL" dirty="0">
                <a:hlinkClick r:id="rId2"/>
              </a:rPr>
              <a:t>https://www.tecmint.com/install-bind-private-dns-server-on-rhel-8/</a:t>
            </a:r>
            <a:r>
              <a:rPr lang="nl-NL" dirty="0"/>
              <a:t> </a:t>
            </a:r>
          </a:p>
        </p:txBody>
      </p:sp>
      <p:sp>
        <p:nvSpPr>
          <p:cNvPr id="2" name="Title 1"/>
          <p:cNvSpPr>
            <a:spLocks noGrp="1"/>
          </p:cNvSpPr>
          <p:nvPr>
            <p:ph type="title"/>
          </p:nvPr>
        </p:nvSpPr>
        <p:spPr/>
        <p:txBody>
          <a:bodyPr/>
          <a:lstStyle/>
          <a:p>
            <a:r>
              <a:rPr lang="nl-NL" dirty="0"/>
              <a:t>Documentatie</a:t>
            </a:r>
          </a:p>
        </p:txBody>
      </p:sp>
    </p:spTree>
    <p:extLst>
      <p:ext uri="{BB962C8B-B14F-4D97-AF65-F5344CB8AC3E}">
        <p14:creationId xmlns:p14="http://schemas.microsoft.com/office/powerpoint/2010/main" val="1756368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el 1"/>
          <p:cNvSpPr>
            <a:spLocks noGrp="1"/>
          </p:cNvSpPr>
          <p:nvPr>
            <p:ph type="title"/>
          </p:nvPr>
        </p:nvSpPr>
        <p:spPr/>
        <p:txBody>
          <a:bodyPr/>
          <a:lstStyle/>
          <a:p>
            <a:r>
              <a:rPr lang="nl-NL" altLang="nl-NL"/>
              <a:t>Vragen?</a:t>
            </a:r>
          </a:p>
        </p:txBody>
      </p:sp>
      <p:sp>
        <p:nvSpPr>
          <p:cNvPr id="5" name="Rectangle 4"/>
          <p:cNvSpPr/>
          <p:nvPr/>
        </p:nvSpPr>
        <p:spPr>
          <a:xfrm>
            <a:off x="3097701" y="316186"/>
            <a:ext cx="2432077" cy="4508927"/>
          </a:xfrm>
          <a:prstGeom prst="rect">
            <a:avLst/>
          </a:prstGeom>
          <a:noFill/>
        </p:spPr>
        <p:txBody>
          <a:bodyPr wrap="none" lIns="91440" tIns="45720" rIns="91440" bIns="45720">
            <a:spAutoFit/>
          </a:bodyPr>
          <a:lstStyle/>
          <a:p>
            <a:pPr algn="ctr"/>
            <a:r>
              <a:rPr lang="en-US" sz="287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874153175"/>
      </p:ext>
    </p:extLst>
  </p:cSld>
  <p:clrMapOvr>
    <a:masterClrMapping/>
  </p:clrMapOvr>
</p:sld>
</file>

<file path=ppt/theme/theme1.xml><?xml version="1.0" encoding="utf-8"?>
<a:theme xmlns:a="http://schemas.openxmlformats.org/drawingml/2006/main" name="HU_powerpoint_breed">
  <a:themeElements>
    <a:clrScheme name="Custom 1">
      <a:dk1>
        <a:srgbClr val="000000"/>
      </a:dk1>
      <a:lt1>
        <a:srgbClr val="FFFFFF"/>
      </a:lt1>
      <a:dk2>
        <a:srgbClr val="E6302B"/>
      </a:dk2>
      <a:lt2>
        <a:srgbClr val="00A1E1"/>
      </a:lt2>
      <a:accent1>
        <a:srgbClr val="00A1E1"/>
      </a:accent1>
      <a:accent2>
        <a:srgbClr val="E6302B"/>
      </a:accent2>
      <a:accent3>
        <a:srgbClr val="FFFFFF"/>
      </a:accent3>
      <a:accent4>
        <a:srgbClr val="FFFFFF"/>
      </a:accent4>
      <a:accent5>
        <a:srgbClr val="FFFFFF"/>
      </a:accent5>
      <a:accent6>
        <a:srgbClr val="FFFFFF"/>
      </a:accent6>
      <a:hlink>
        <a:srgbClr val="005070"/>
      </a:hlink>
      <a:folHlink>
        <a:srgbClr val="005070"/>
      </a:folHlink>
    </a:clrScheme>
    <a:fontScheme name="Office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1D63E0F2-FB9A-49BF-84FF-B4AE7725241B}" vid="{2C3128D6-C568-4DA5-98E6-FC04C224662D}"/>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HU_powerpoint_breed aanpassing Martijn</Template>
  <TotalTime>968</TotalTime>
  <Words>4492</Words>
  <Application>Microsoft Office PowerPoint</Application>
  <PresentationFormat>On-screen Show (16:9)</PresentationFormat>
  <Paragraphs>517</Paragraphs>
  <Slides>40</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Consolas</vt:lpstr>
      <vt:lpstr>Courier New</vt:lpstr>
      <vt:lpstr>Wingdings</vt:lpstr>
      <vt:lpstr>Zapf Dingbats</vt:lpstr>
      <vt:lpstr>HU_powerpoint_breed</vt:lpstr>
      <vt:lpstr>PowerPoint Presentation</vt:lpstr>
      <vt:lpstr>Platformen</vt:lpstr>
      <vt:lpstr>Protocollen</vt:lpstr>
      <vt:lpstr>Basic Services</vt:lpstr>
      <vt:lpstr>DHCP</vt:lpstr>
      <vt:lpstr>DHCP Message  Exchange</vt:lpstr>
      <vt:lpstr>DHCP Options</vt:lpstr>
      <vt:lpstr>DHCP Relay</vt:lpstr>
      <vt:lpstr>DHCP: Windows</vt:lpstr>
      <vt:lpstr>Windows Server DHCP High Availability</vt:lpstr>
      <vt:lpstr>Windows Server DHCP Failover (HA improved)</vt:lpstr>
      <vt:lpstr>DHCP: Rocky Linux: Install/Configure</vt:lpstr>
      <vt:lpstr>DHCP: Rocky Linux: Check config/Start service</vt:lpstr>
      <vt:lpstr>DHCP: Rocky Linux: Check functionality </vt:lpstr>
      <vt:lpstr>Overige DHCP implementaties</vt:lpstr>
      <vt:lpstr>PowerPoint Presentation</vt:lpstr>
      <vt:lpstr>DNS</vt:lpstr>
      <vt:lpstr>Waarom DNS nodig werd</vt:lpstr>
      <vt:lpstr>PowerPoint Presentation</vt:lpstr>
      <vt:lpstr>PowerPoint Presentation</vt:lpstr>
      <vt:lpstr>DNS resolve names</vt:lpstr>
      <vt:lpstr>Implementatie</vt:lpstr>
      <vt:lpstr>Zones</vt:lpstr>
      <vt:lpstr>Zone Files met Resource Records (RR)</vt:lpstr>
      <vt:lpstr>Windows 2016 Server</vt:lpstr>
      <vt:lpstr>Windows Secure Dynamic Updates</vt:lpstr>
      <vt:lpstr>Linux: DNS Client</vt:lpstr>
      <vt:lpstr>Linux: DNS Server</vt:lpstr>
      <vt:lpstr>Linux: zone file (1)</vt:lpstr>
      <vt:lpstr>Linux: zone file (2)</vt:lpstr>
      <vt:lpstr>Linux: controleren en beschikbaar maken</vt:lpstr>
      <vt:lpstr>Linux: herladen en testen</vt:lpstr>
      <vt:lpstr>Reverse zone</vt:lpstr>
      <vt:lpstr>Reverse zone (2)</vt:lpstr>
      <vt:lpstr>Reverse zone (3)</vt:lpstr>
      <vt:lpstr>Windows: reverse zone</vt:lpstr>
      <vt:lpstr>Linux: reverse zone</vt:lpstr>
      <vt:lpstr>Video's</vt:lpstr>
      <vt:lpstr>Documentatie</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Marco van den Boogaard</dc:creator>
  <cp:lastModifiedBy>Marco van den Boogaard</cp:lastModifiedBy>
  <cp:revision>48</cp:revision>
  <dcterms:created xsi:type="dcterms:W3CDTF">2019-02-28T16:37:16Z</dcterms:created>
  <dcterms:modified xsi:type="dcterms:W3CDTF">2025-09-09T16:35:42Z</dcterms:modified>
</cp:coreProperties>
</file>