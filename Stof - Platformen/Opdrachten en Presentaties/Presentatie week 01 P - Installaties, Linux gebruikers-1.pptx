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notesMasterIdLst>
    <p:notesMasterId r:id="rId38"/>
  </p:notesMasterIdLst>
  <p:sldIdLst>
    <p:sldId id="256" r:id="rId2"/>
    <p:sldId id="258" r:id="rId3"/>
    <p:sldId id="261" r:id="rId4"/>
    <p:sldId id="284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  <p:sldId id="282" r:id="rId14"/>
    <p:sldId id="285" r:id="rId15"/>
    <p:sldId id="292" r:id="rId16"/>
    <p:sldId id="269" r:id="rId17"/>
    <p:sldId id="270" r:id="rId18"/>
    <p:sldId id="271" r:id="rId19"/>
    <p:sldId id="281" r:id="rId20"/>
    <p:sldId id="273" r:id="rId21"/>
    <p:sldId id="274" r:id="rId22"/>
    <p:sldId id="283" r:id="rId23"/>
    <p:sldId id="275" r:id="rId24"/>
    <p:sldId id="276" r:id="rId25"/>
    <p:sldId id="277" r:id="rId26"/>
    <p:sldId id="280" r:id="rId27"/>
    <p:sldId id="278" r:id="rId28"/>
    <p:sldId id="287" r:id="rId29"/>
    <p:sldId id="260" r:id="rId30"/>
    <p:sldId id="288" r:id="rId31"/>
    <p:sldId id="293" r:id="rId32"/>
    <p:sldId id="294" r:id="rId33"/>
    <p:sldId id="289" r:id="rId34"/>
    <p:sldId id="290" r:id="rId35"/>
    <p:sldId id="291" r:id="rId36"/>
    <p:sldId id="279" r:id="rId37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BC9256F-378F-4359-A04E-925F644F6BBD}">
          <p14:sldIdLst>
            <p14:sldId id="256"/>
            <p14:sldId id="258"/>
          </p14:sldIdLst>
        </p14:section>
        <p14:section name="Installaties algemeen" id="{977E1989-9DB2-42C7-A2CD-6B8358A0864F}">
          <p14:sldIdLst>
            <p14:sldId id="261"/>
          </p14:sldIdLst>
        </p14:section>
        <p14:section name="Distributies" id="{1D180816-7616-42D0-80EF-B375991E9E21}">
          <p14:sldIdLst>
            <p14:sldId id="284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Opzetten individuele practicumomgeving" id="{B8DE104D-5F19-4463-B98B-6AF2D42CEEEF}">
          <p14:sldIdLst>
            <p14:sldId id="259"/>
            <p14:sldId id="282"/>
            <p14:sldId id="285"/>
            <p14:sldId id="292"/>
          </p14:sldIdLst>
        </p14:section>
        <p14:section name="Linux installeren" id="{CA65C82B-6E29-46AA-9419-B3CE1C9B7BAE}">
          <p14:sldIdLst>
            <p14:sldId id="269"/>
            <p14:sldId id="270"/>
            <p14:sldId id="271"/>
            <p14:sldId id="281"/>
            <p14:sldId id="273"/>
            <p14:sldId id="274"/>
          </p14:sldIdLst>
        </p14:section>
        <p14:section name="Linux software-installatie" id="{90FE2B07-8FD5-4D4F-9AD5-FCA000E1F8BC}">
          <p14:sldIdLst>
            <p14:sldId id="283"/>
            <p14:sldId id="275"/>
            <p14:sldId id="276"/>
            <p14:sldId id="277"/>
            <p14:sldId id="280"/>
            <p14:sldId id="278"/>
          </p14:sldIdLst>
        </p14:section>
        <p14:section name="Linux gebruikers en groepen" id="{D0BEC408-CE8E-426D-9410-83847D12EF01}">
          <p14:sldIdLst>
            <p14:sldId id="287"/>
            <p14:sldId id="260"/>
            <p14:sldId id="288"/>
            <p14:sldId id="293"/>
            <p14:sldId id="294"/>
            <p14:sldId id="289"/>
            <p14:sldId id="290"/>
            <p14:sldId id="291"/>
          </p14:sldIdLst>
        </p14:section>
        <p14:section name="Afsluiting" id="{5D46251D-BF4F-44C1-AC23-669C52E19B9A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6">
          <p15:clr>
            <a:srgbClr val="A4A3A4"/>
          </p15:clr>
        </p15:guide>
        <p15:guide id="4" pos="288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FBEE97-1A8D-DFDC-E9E3-41FCB6D9BBDD}" name="Marco van den Boogaard" initials="MB" userId="S::marco.vandenboogaard@hu.nl::22347987-6598-45a0-9cef-8489ec81de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9" autoAdjust="0"/>
  </p:normalViewPr>
  <p:slideViewPr>
    <p:cSldViewPr snapToGrid="0" snapToObjects="1" showGuides="1">
      <p:cViewPr varScale="1">
        <p:scale>
          <a:sx n="120" d="100"/>
          <a:sy n="120" d="100"/>
        </p:scale>
        <p:origin x="492" y="108"/>
      </p:cViewPr>
      <p:guideLst>
        <p:guide orient="horz" pos="2160"/>
        <p:guide pos="2880"/>
        <p:guide orient="horz" pos="1626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van den Boogaard" userId="22347987-6598-45a0-9cef-8489ec81de00" providerId="ADAL" clId="{5A3A1585-9598-4162-95DD-0FBE93EF7728}"/>
    <pc:docChg chg="undo custSel addSld delSld modSld sldOrd addSection modSection">
      <pc:chgData name="Marco van den Boogaard" userId="22347987-6598-45a0-9cef-8489ec81de00" providerId="ADAL" clId="{5A3A1585-9598-4162-95DD-0FBE93EF7728}" dt="2024-12-20T16:37:17.810" v="4124" actId="20577"/>
      <pc:docMkLst>
        <pc:docMk/>
      </pc:docMkLst>
      <pc:sldChg chg="modSp mod">
        <pc:chgData name="Marco van den Boogaard" userId="22347987-6598-45a0-9cef-8489ec81de00" providerId="ADAL" clId="{5A3A1585-9598-4162-95DD-0FBE93EF7728}" dt="2024-12-20T16:37:17.810" v="4124" actId="20577"/>
        <pc:sldMkLst>
          <pc:docMk/>
          <pc:sldMk cId="1985228841" sldId="258"/>
        </pc:sldMkLst>
        <pc:spChg chg="mod">
          <ac:chgData name="Marco van den Boogaard" userId="22347987-6598-45a0-9cef-8489ec81de00" providerId="ADAL" clId="{5A3A1585-9598-4162-95DD-0FBE93EF7728}" dt="2024-12-18T15:55:37.844" v="2919" actId="20577"/>
          <ac:spMkLst>
            <pc:docMk/>
            <pc:sldMk cId="1985228841" sldId="258"/>
            <ac:spMk id="2" creationId="{00000000-0000-0000-0000-000000000000}"/>
          </ac:spMkLst>
        </pc:spChg>
        <pc:spChg chg="mod">
          <ac:chgData name="Marco van den Boogaard" userId="22347987-6598-45a0-9cef-8489ec81de00" providerId="ADAL" clId="{5A3A1585-9598-4162-95DD-0FBE93EF7728}" dt="2024-12-20T16:37:17.810" v="4124" actId="20577"/>
          <ac:spMkLst>
            <pc:docMk/>
            <pc:sldMk cId="1985228841" sldId="258"/>
            <ac:spMk id="157698" creationId="{00000000-0000-0000-0000-000000000000}"/>
          </ac:spMkLst>
        </pc:spChg>
      </pc:sldChg>
      <pc:sldChg chg="modSp add mod modNotesTx">
        <pc:chgData name="Marco van den Boogaard" userId="22347987-6598-45a0-9cef-8489ec81de00" providerId="ADAL" clId="{5A3A1585-9598-4162-95DD-0FBE93EF7728}" dt="2024-12-18T17:12:17.608" v="3360" actId="20577"/>
        <pc:sldMkLst>
          <pc:docMk/>
          <pc:sldMk cId="136604388" sldId="259"/>
        </pc:sldMkLst>
        <pc:spChg chg="mod">
          <ac:chgData name="Marco van den Boogaard" userId="22347987-6598-45a0-9cef-8489ec81de00" providerId="ADAL" clId="{5A3A1585-9598-4162-95DD-0FBE93EF7728}" dt="2024-12-17T15:53:02.728" v="2838" actId="14100"/>
          <ac:spMkLst>
            <pc:docMk/>
            <pc:sldMk cId="136604388" sldId="259"/>
            <ac:spMk id="3" creationId="{00000000-0000-0000-0000-000000000000}"/>
          </ac:spMkLst>
        </pc:spChg>
        <pc:spChg chg="mod">
          <ac:chgData name="Marco van den Boogaard" userId="22347987-6598-45a0-9cef-8489ec81de00" providerId="ADAL" clId="{5A3A1585-9598-4162-95DD-0FBE93EF7728}" dt="2024-12-17T15:53:24.462" v="2854" actId="20577"/>
          <ac:spMkLst>
            <pc:docMk/>
            <pc:sldMk cId="136604388" sldId="259"/>
            <ac:spMk id="11266" creationId="{00000000-0000-0000-0000-000000000000}"/>
          </ac:spMkLst>
        </pc:spChg>
        <pc:picChg chg="mod modCrop">
          <ac:chgData name="Marco van den Boogaard" userId="22347987-6598-45a0-9cef-8489ec81de00" providerId="ADAL" clId="{5A3A1585-9598-4162-95DD-0FBE93EF7728}" dt="2024-12-17T15:53:44.504" v="2856" actId="732"/>
          <ac:picMkLst>
            <pc:docMk/>
            <pc:sldMk cId="136604388" sldId="259"/>
            <ac:picMk id="4" creationId="{A64968F9-A5EF-01C0-5E5B-A9622AE0B53E}"/>
          </ac:picMkLst>
        </pc:picChg>
        <pc:picChg chg="mod modCrop">
          <ac:chgData name="Marco van den Boogaard" userId="22347987-6598-45a0-9cef-8489ec81de00" providerId="ADAL" clId="{5A3A1585-9598-4162-95DD-0FBE93EF7728}" dt="2024-12-17T15:53:52.103" v="2857" actId="732"/>
          <ac:picMkLst>
            <pc:docMk/>
            <pc:sldMk cId="136604388" sldId="259"/>
            <ac:picMk id="6" creationId="{7C0F6A10-2B2D-4C14-81C5-2E5B4C9C340D}"/>
          </ac:picMkLst>
        </pc:picChg>
        <pc:picChg chg="mod">
          <ac:chgData name="Marco van den Boogaard" userId="22347987-6598-45a0-9cef-8489ec81de00" providerId="ADAL" clId="{5A3A1585-9598-4162-95DD-0FBE93EF7728}" dt="2024-12-17T15:52:55.978" v="2837" actId="1076"/>
          <ac:picMkLst>
            <pc:docMk/>
            <pc:sldMk cId="136604388" sldId="259"/>
            <ac:picMk id="1028" creationId="{00000000-0000-0000-0000-000000000000}"/>
          </ac:picMkLst>
        </pc:picChg>
      </pc:sldChg>
      <pc:sldChg chg="addSp modSp del mod modNotesTx">
        <pc:chgData name="Marco van den Boogaard" userId="22347987-6598-45a0-9cef-8489ec81de00" providerId="ADAL" clId="{5A3A1585-9598-4162-95DD-0FBE93EF7728}" dt="2024-12-11T18:03:53.880" v="1390" actId="2696"/>
        <pc:sldMkLst>
          <pc:docMk/>
          <pc:sldMk cId="734819885" sldId="259"/>
        </pc:sldMkLst>
      </pc:sldChg>
      <pc:sldChg chg="del">
        <pc:chgData name="Marco van den Boogaard" userId="22347987-6598-45a0-9cef-8489ec81de00" providerId="ADAL" clId="{5A3A1585-9598-4162-95DD-0FBE93EF7728}" dt="2024-12-11T17:54:38.946" v="574" actId="47"/>
        <pc:sldMkLst>
          <pc:docMk/>
          <pc:sldMk cId="2915607764" sldId="260"/>
        </pc:sldMkLst>
      </pc:sldChg>
      <pc:sldChg chg="modSp add mod">
        <pc:chgData name="Marco van den Boogaard" userId="22347987-6598-45a0-9cef-8489ec81de00" providerId="ADAL" clId="{5A3A1585-9598-4162-95DD-0FBE93EF7728}" dt="2024-12-18T15:56:16.331" v="2934" actId="20577"/>
        <pc:sldMkLst>
          <pc:docMk/>
          <pc:sldMk cId="4155591331" sldId="260"/>
        </pc:sldMkLst>
        <pc:spChg chg="mod">
          <ac:chgData name="Marco van den Boogaard" userId="22347987-6598-45a0-9cef-8489ec81de00" providerId="ADAL" clId="{5A3A1585-9598-4162-95DD-0FBE93EF7728}" dt="2024-12-18T15:56:16.331" v="2934" actId="20577"/>
          <ac:spMkLst>
            <pc:docMk/>
            <pc:sldMk cId="4155591331" sldId="260"/>
            <ac:spMk id="2" creationId="{00000000-0000-0000-0000-000000000000}"/>
          </ac:spMkLst>
        </pc:spChg>
      </pc:sldChg>
      <pc:sldChg chg="delSp modSp mod">
        <pc:chgData name="Marco van den Boogaard" userId="22347987-6598-45a0-9cef-8489ec81de00" providerId="ADAL" clId="{5A3A1585-9598-4162-95DD-0FBE93EF7728}" dt="2024-12-17T15:45:27.217" v="2225" actId="20577"/>
        <pc:sldMkLst>
          <pc:docMk/>
          <pc:sldMk cId="3546853751" sldId="261"/>
        </pc:sldMkLst>
        <pc:spChg chg="mod">
          <ac:chgData name="Marco van den Boogaard" userId="22347987-6598-45a0-9cef-8489ec81de00" providerId="ADAL" clId="{5A3A1585-9598-4162-95DD-0FBE93EF7728}" dt="2024-12-11T17:56:28.956" v="646" actId="20577"/>
          <ac:spMkLst>
            <pc:docMk/>
            <pc:sldMk cId="3546853751" sldId="261"/>
            <ac:spMk id="2" creationId="{00000000-0000-0000-0000-000000000000}"/>
          </ac:spMkLst>
        </pc:spChg>
        <pc:spChg chg="mod">
          <ac:chgData name="Marco van den Boogaard" userId="22347987-6598-45a0-9cef-8489ec81de00" providerId="ADAL" clId="{5A3A1585-9598-4162-95DD-0FBE93EF7728}" dt="2024-12-17T15:45:27.217" v="2225" actId="20577"/>
          <ac:spMkLst>
            <pc:docMk/>
            <pc:sldMk cId="3546853751" sldId="261"/>
            <ac:spMk id="6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8T17:17:09.542" v="3936" actId="20577"/>
        <pc:sldMkLst>
          <pc:docMk/>
          <pc:sldMk cId="3783576513" sldId="263"/>
        </pc:sldMkLst>
        <pc:spChg chg="mod">
          <ac:chgData name="Marco van den Boogaard" userId="22347987-6598-45a0-9cef-8489ec81de00" providerId="ADAL" clId="{5A3A1585-9598-4162-95DD-0FBE93EF7728}" dt="2024-12-18T17:17:09.542" v="3936" actId="20577"/>
          <ac:spMkLst>
            <pc:docMk/>
            <pc:sldMk cId="3783576513" sldId="263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8T17:16:51.998" v="3924" actId="20577"/>
        <pc:sldMkLst>
          <pc:docMk/>
          <pc:sldMk cId="2493001118" sldId="264"/>
        </pc:sldMkLst>
        <pc:spChg chg="mod">
          <ac:chgData name="Marco van den Boogaard" userId="22347987-6598-45a0-9cef-8489ec81de00" providerId="ADAL" clId="{5A3A1585-9598-4162-95DD-0FBE93EF7728}" dt="2024-12-18T17:16:51.998" v="3924" actId="20577"/>
          <ac:spMkLst>
            <pc:docMk/>
            <pc:sldMk cId="2493001118" sldId="264"/>
            <ac:spMk id="2" creationId="{00000000-0000-0000-0000-000000000000}"/>
          </ac:spMkLst>
        </pc:spChg>
        <pc:picChg chg="mod">
          <ac:chgData name="Marco van den Boogaard" userId="22347987-6598-45a0-9cef-8489ec81de00" providerId="ADAL" clId="{5A3A1585-9598-4162-95DD-0FBE93EF7728}" dt="2024-12-11T18:04:24.299" v="1392" actId="1076"/>
          <ac:picMkLst>
            <pc:docMk/>
            <pc:sldMk cId="2493001118" sldId="264"/>
            <ac:picMk id="5" creationId="{00000000-0000-0000-0000-000000000000}"/>
          </ac:picMkLst>
        </pc:picChg>
      </pc:sldChg>
      <pc:sldChg chg="modSp mod">
        <pc:chgData name="Marco van den Boogaard" userId="22347987-6598-45a0-9cef-8489ec81de00" providerId="ADAL" clId="{5A3A1585-9598-4162-95DD-0FBE93EF7728}" dt="2024-12-18T17:16:57.518" v="3930" actId="20577"/>
        <pc:sldMkLst>
          <pc:docMk/>
          <pc:sldMk cId="3814970400" sldId="265"/>
        </pc:sldMkLst>
        <pc:spChg chg="mod">
          <ac:chgData name="Marco van den Boogaard" userId="22347987-6598-45a0-9cef-8489ec81de00" providerId="ADAL" clId="{5A3A1585-9598-4162-95DD-0FBE93EF7728}" dt="2024-12-18T17:16:57.518" v="3930" actId="20577"/>
          <ac:spMkLst>
            <pc:docMk/>
            <pc:sldMk cId="3814970400" sldId="265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8T17:09:59.031" v="2976" actId="20577"/>
        <pc:sldMkLst>
          <pc:docMk/>
          <pc:sldMk cId="3624140547" sldId="267"/>
        </pc:sldMkLst>
        <pc:spChg chg="mod">
          <ac:chgData name="Marco van den Boogaard" userId="22347987-6598-45a0-9cef-8489ec81de00" providerId="ADAL" clId="{5A3A1585-9598-4162-95DD-0FBE93EF7728}" dt="2024-12-18T17:09:59.031" v="2976" actId="20577"/>
          <ac:spMkLst>
            <pc:docMk/>
            <pc:sldMk cId="3624140547" sldId="267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8T17:10:03.982" v="2983" actId="20577"/>
        <pc:sldMkLst>
          <pc:docMk/>
          <pc:sldMk cId="3416469667" sldId="268"/>
        </pc:sldMkLst>
        <pc:spChg chg="mod">
          <ac:chgData name="Marco van den Boogaard" userId="22347987-6598-45a0-9cef-8489ec81de00" providerId="ADAL" clId="{5A3A1585-9598-4162-95DD-0FBE93EF7728}" dt="2024-12-18T17:10:03.982" v="2983" actId="20577"/>
          <ac:spMkLst>
            <pc:docMk/>
            <pc:sldMk cId="3416469667" sldId="268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7T15:46:56.129" v="2232" actId="20577"/>
        <pc:sldMkLst>
          <pc:docMk/>
          <pc:sldMk cId="1472560122" sldId="273"/>
        </pc:sldMkLst>
        <pc:spChg chg="mod">
          <ac:chgData name="Marco van den Boogaard" userId="22347987-6598-45a0-9cef-8489ec81de00" providerId="ADAL" clId="{5A3A1585-9598-4162-95DD-0FBE93EF7728}" dt="2024-12-17T15:46:56.129" v="2232" actId="20577"/>
          <ac:spMkLst>
            <pc:docMk/>
            <pc:sldMk cId="1472560122" sldId="273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7T15:47:01.837" v="2239" actId="20577"/>
        <pc:sldMkLst>
          <pc:docMk/>
          <pc:sldMk cId="4007938797" sldId="274"/>
        </pc:sldMkLst>
        <pc:spChg chg="mod">
          <ac:chgData name="Marco van den Boogaard" userId="22347987-6598-45a0-9cef-8489ec81de00" providerId="ADAL" clId="{5A3A1585-9598-4162-95DD-0FBE93EF7728}" dt="2024-12-17T15:47:01.837" v="2239" actId="20577"/>
          <ac:spMkLst>
            <pc:docMk/>
            <pc:sldMk cId="4007938797" sldId="274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7T15:47:24.301" v="2263" actId="20577"/>
        <pc:sldMkLst>
          <pc:docMk/>
          <pc:sldMk cId="1043188234" sldId="275"/>
        </pc:sldMkLst>
        <pc:spChg chg="mod">
          <ac:chgData name="Marco van den Boogaard" userId="22347987-6598-45a0-9cef-8489ec81de00" providerId="ADAL" clId="{5A3A1585-9598-4162-95DD-0FBE93EF7728}" dt="2024-12-17T15:47:24.301" v="2263" actId="20577"/>
          <ac:spMkLst>
            <pc:docMk/>
            <pc:sldMk cId="1043188234" sldId="275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7T15:47:43.748" v="2280" actId="20577"/>
        <pc:sldMkLst>
          <pc:docMk/>
          <pc:sldMk cId="3175164635" sldId="276"/>
        </pc:sldMkLst>
        <pc:spChg chg="mod">
          <ac:chgData name="Marco van den Boogaard" userId="22347987-6598-45a0-9cef-8489ec81de00" providerId="ADAL" clId="{5A3A1585-9598-4162-95DD-0FBE93EF7728}" dt="2024-12-17T15:47:43.748" v="2280" actId="20577"/>
          <ac:spMkLst>
            <pc:docMk/>
            <pc:sldMk cId="3175164635" sldId="276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7T15:47:59.257" v="2302" actId="20577"/>
        <pc:sldMkLst>
          <pc:docMk/>
          <pc:sldMk cId="3240741682" sldId="277"/>
        </pc:sldMkLst>
        <pc:spChg chg="mod">
          <ac:chgData name="Marco van den Boogaard" userId="22347987-6598-45a0-9cef-8489ec81de00" providerId="ADAL" clId="{5A3A1585-9598-4162-95DD-0FBE93EF7728}" dt="2024-12-17T15:47:59.257" v="2302" actId="20577"/>
          <ac:spMkLst>
            <pc:docMk/>
            <pc:sldMk cId="3240741682" sldId="277"/>
            <ac:spMk id="2" creationId="{00000000-0000-0000-0000-000000000000}"/>
          </ac:spMkLst>
        </pc:spChg>
      </pc:sldChg>
      <pc:sldChg chg="modNotesTx">
        <pc:chgData name="Marco van den Boogaard" userId="22347987-6598-45a0-9cef-8489ec81de00" providerId="ADAL" clId="{5A3A1585-9598-4162-95DD-0FBE93EF7728}" dt="2024-12-18T17:24:57.382" v="4114" actId="20577"/>
        <pc:sldMkLst>
          <pc:docMk/>
          <pc:sldMk cId="1194083369" sldId="279"/>
        </pc:sldMkLst>
      </pc:sldChg>
      <pc:sldChg chg="modSp mod">
        <pc:chgData name="Marco van den Boogaard" userId="22347987-6598-45a0-9cef-8489ec81de00" providerId="ADAL" clId="{5A3A1585-9598-4162-95DD-0FBE93EF7728}" dt="2024-12-17T15:48:29.806" v="2314" actId="20577"/>
        <pc:sldMkLst>
          <pc:docMk/>
          <pc:sldMk cId="286470792" sldId="280"/>
        </pc:sldMkLst>
        <pc:spChg chg="mod">
          <ac:chgData name="Marco van den Boogaard" userId="22347987-6598-45a0-9cef-8489ec81de00" providerId="ADAL" clId="{5A3A1585-9598-4162-95DD-0FBE93EF7728}" dt="2024-12-17T15:48:29.806" v="2314" actId="20577"/>
          <ac:spMkLst>
            <pc:docMk/>
            <pc:sldMk cId="286470792" sldId="280"/>
            <ac:spMk id="2" creationId="{00000000-0000-0000-0000-000000000000}"/>
          </ac:spMkLst>
        </pc:spChg>
      </pc:sldChg>
      <pc:sldChg chg="modSp mod">
        <pc:chgData name="Marco van den Boogaard" userId="22347987-6598-45a0-9cef-8489ec81de00" providerId="ADAL" clId="{5A3A1585-9598-4162-95DD-0FBE93EF7728}" dt="2024-12-17T15:47:07.089" v="2246" actId="20577"/>
        <pc:sldMkLst>
          <pc:docMk/>
          <pc:sldMk cId="1843845319" sldId="281"/>
        </pc:sldMkLst>
        <pc:spChg chg="mod">
          <ac:chgData name="Marco van den Boogaard" userId="22347987-6598-45a0-9cef-8489ec81de00" providerId="ADAL" clId="{5A3A1585-9598-4162-95DD-0FBE93EF7728}" dt="2024-12-17T15:47:07.089" v="2246" actId="20577"/>
          <ac:spMkLst>
            <pc:docMk/>
            <pc:sldMk cId="1843845319" sldId="281"/>
            <ac:spMk id="2" creationId="{00000000-0000-0000-0000-000000000000}"/>
          </ac:spMkLst>
        </pc:spChg>
      </pc:sldChg>
      <pc:sldChg chg="addSp delSp modSp add del mod modNotesTx">
        <pc:chgData name="Marco van den Boogaard" userId="22347987-6598-45a0-9cef-8489ec81de00" providerId="ADAL" clId="{5A3A1585-9598-4162-95DD-0FBE93EF7728}" dt="2024-12-11T18:03:53.880" v="1390" actId="2696"/>
        <pc:sldMkLst>
          <pc:docMk/>
          <pc:sldMk cId="494512284" sldId="282"/>
        </pc:sldMkLst>
      </pc:sldChg>
      <pc:sldChg chg="modSp add mod modNotesTx">
        <pc:chgData name="Marco van den Boogaard" userId="22347987-6598-45a0-9cef-8489ec81de00" providerId="ADAL" clId="{5A3A1585-9598-4162-95DD-0FBE93EF7728}" dt="2024-12-18T17:12:03.854" v="3353" actId="20577"/>
        <pc:sldMkLst>
          <pc:docMk/>
          <pc:sldMk cId="1694638632" sldId="282"/>
        </pc:sldMkLst>
        <pc:spChg chg="mod">
          <ac:chgData name="Marco van den Boogaard" userId="22347987-6598-45a0-9cef-8489ec81de00" providerId="ADAL" clId="{5A3A1585-9598-4162-95DD-0FBE93EF7728}" dt="2024-12-18T17:10:43.830" v="3027" actId="20577"/>
          <ac:spMkLst>
            <pc:docMk/>
            <pc:sldMk cId="1694638632" sldId="282"/>
            <ac:spMk id="11266" creationId="{5BC81987-95EF-21FD-D0DE-B39F96568689}"/>
          </ac:spMkLst>
        </pc:spChg>
      </pc:sldChg>
      <pc:sldChg chg="modSp add mod">
        <pc:chgData name="Marco van den Boogaard" userId="22347987-6598-45a0-9cef-8489ec81de00" providerId="ADAL" clId="{5A3A1585-9598-4162-95DD-0FBE93EF7728}" dt="2024-12-11T17:55:53.118" v="641" actId="14"/>
        <pc:sldMkLst>
          <pc:docMk/>
          <pc:sldMk cId="3865974273" sldId="283"/>
        </pc:sldMkLst>
        <pc:spChg chg="mod">
          <ac:chgData name="Marco van den Boogaard" userId="22347987-6598-45a0-9cef-8489ec81de00" providerId="ADAL" clId="{5A3A1585-9598-4162-95DD-0FBE93EF7728}" dt="2024-12-11T17:55:40.362" v="638" actId="20577"/>
          <ac:spMkLst>
            <pc:docMk/>
            <pc:sldMk cId="3865974273" sldId="283"/>
            <ac:spMk id="2" creationId="{EFA30424-9743-867F-39DE-1E3CCDDBAB6C}"/>
          </ac:spMkLst>
        </pc:spChg>
        <pc:spChg chg="mod">
          <ac:chgData name="Marco van den Boogaard" userId="22347987-6598-45a0-9cef-8489ec81de00" providerId="ADAL" clId="{5A3A1585-9598-4162-95DD-0FBE93EF7728}" dt="2024-12-11T17:55:53.118" v="641" actId="14"/>
          <ac:spMkLst>
            <pc:docMk/>
            <pc:sldMk cId="3865974273" sldId="283"/>
            <ac:spMk id="6" creationId="{E9CC80C3-8FA5-7E1E-0521-9C7F9B50BAC7}"/>
          </ac:spMkLst>
        </pc:spChg>
      </pc:sldChg>
      <pc:sldChg chg="new del">
        <pc:chgData name="Marco van den Boogaard" userId="22347987-6598-45a0-9cef-8489ec81de00" providerId="ADAL" clId="{5A3A1585-9598-4162-95DD-0FBE93EF7728}" dt="2024-12-11T17:57:45.124" v="661" actId="47"/>
        <pc:sldMkLst>
          <pc:docMk/>
          <pc:sldMk cId="12329999" sldId="284"/>
        </pc:sldMkLst>
      </pc:sldChg>
      <pc:sldChg chg="addSp delSp modSp new mod ord modNotesTx">
        <pc:chgData name="Marco van den Boogaard" userId="22347987-6598-45a0-9cef-8489ec81de00" providerId="ADAL" clId="{5A3A1585-9598-4162-95DD-0FBE93EF7728}" dt="2024-12-18T17:21:18.912" v="4112" actId="20577"/>
        <pc:sldMkLst>
          <pc:docMk/>
          <pc:sldMk cId="3097928874" sldId="284"/>
        </pc:sldMkLst>
        <pc:spChg chg="mod">
          <ac:chgData name="Marco van den Boogaard" userId="22347987-6598-45a0-9cef-8489ec81de00" providerId="ADAL" clId="{5A3A1585-9598-4162-95DD-0FBE93EF7728}" dt="2024-12-11T18:11:47.624" v="1808" actId="20577"/>
          <ac:spMkLst>
            <pc:docMk/>
            <pc:sldMk cId="3097928874" sldId="284"/>
            <ac:spMk id="2" creationId="{6C84999F-551E-0880-3DED-54F40547AC61}"/>
          </ac:spMkLst>
        </pc:spChg>
        <pc:spChg chg="mod">
          <ac:chgData name="Marco van den Boogaard" userId="22347987-6598-45a0-9cef-8489ec81de00" providerId="ADAL" clId="{5A3A1585-9598-4162-95DD-0FBE93EF7728}" dt="2024-12-18T17:20:44.478" v="4054" actId="20577"/>
          <ac:spMkLst>
            <pc:docMk/>
            <pc:sldMk cId="3097928874" sldId="284"/>
            <ac:spMk id="3" creationId="{33ECA6CB-C94D-C90F-6A68-66A72AA88016}"/>
          </ac:spMkLst>
        </pc:spChg>
      </pc:sldChg>
      <pc:sldChg chg="addSp modSp new mod modNotesTx">
        <pc:chgData name="Marco van den Boogaard" userId="22347987-6598-45a0-9cef-8489ec81de00" providerId="ADAL" clId="{5A3A1585-9598-4162-95DD-0FBE93EF7728}" dt="2024-12-12T10:13:41.707" v="2215" actId="20577"/>
        <pc:sldMkLst>
          <pc:docMk/>
          <pc:sldMk cId="959578782" sldId="285"/>
        </pc:sldMkLst>
        <pc:spChg chg="mod">
          <ac:chgData name="Marco van den Boogaard" userId="22347987-6598-45a0-9cef-8489ec81de00" providerId="ADAL" clId="{5A3A1585-9598-4162-95DD-0FBE93EF7728}" dt="2024-12-12T09:49:02.440" v="1883" actId="20577"/>
          <ac:spMkLst>
            <pc:docMk/>
            <pc:sldMk cId="959578782" sldId="285"/>
            <ac:spMk id="2" creationId="{A94221D5-BE92-4CC2-A7F5-F85B081124C4}"/>
          </ac:spMkLst>
        </pc:spChg>
        <pc:spChg chg="mod">
          <ac:chgData name="Marco van den Boogaard" userId="22347987-6598-45a0-9cef-8489ec81de00" providerId="ADAL" clId="{5A3A1585-9598-4162-95DD-0FBE93EF7728}" dt="2024-12-11T18:07:08.559" v="1603" actId="20577"/>
          <ac:spMkLst>
            <pc:docMk/>
            <pc:sldMk cId="959578782" sldId="285"/>
            <ac:spMk id="3" creationId="{55860DA3-1516-71D5-CF4E-38D9992AE7CC}"/>
          </ac:spMkLst>
        </pc:spChg>
        <pc:picChg chg="add mod">
          <ac:chgData name="Marco van den Boogaard" userId="22347987-6598-45a0-9cef-8489ec81de00" providerId="ADAL" clId="{5A3A1585-9598-4162-95DD-0FBE93EF7728}" dt="2024-12-11T18:08:45.477" v="1755" actId="1076"/>
          <ac:picMkLst>
            <pc:docMk/>
            <pc:sldMk cId="959578782" sldId="285"/>
            <ac:picMk id="4" creationId="{DF6AE918-EF1D-188B-3424-8E1BA305FDA9}"/>
          </ac:picMkLst>
        </pc:picChg>
      </pc:sldChg>
      <pc:sldChg chg="modSp new del mod">
        <pc:chgData name="Marco van den Boogaard" userId="22347987-6598-45a0-9cef-8489ec81de00" providerId="ADAL" clId="{5A3A1585-9598-4162-95DD-0FBE93EF7728}" dt="2024-12-18T15:54:58.452" v="2866" actId="47"/>
        <pc:sldMkLst>
          <pc:docMk/>
          <pc:sldMk cId="276812910" sldId="286"/>
        </pc:sldMkLst>
      </pc:sldChg>
      <pc:sldChg chg="modSp add mod">
        <pc:chgData name="Marco van den Boogaard" userId="22347987-6598-45a0-9cef-8489ec81de00" providerId="ADAL" clId="{5A3A1585-9598-4162-95DD-0FBE93EF7728}" dt="2024-12-18T15:55:49.763" v="2926" actId="20577"/>
        <pc:sldMkLst>
          <pc:docMk/>
          <pc:sldMk cId="4046948386" sldId="287"/>
        </pc:sldMkLst>
        <pc:spChg chg="mod">
          <ac:chgData name="Marco van den Boogaard" userId="22347987-6598-45a0-9cef-8489ec81de00" providerId="ADAL" clId="{5A3A1585-9598-4162-95DD-0FBE93EF7728}" dt="2024-12-18T15:55:49.763" v="2926" actId="20577"/>
          <ac:spMkLst>
            <pc:docMk/>
            <pc:sldMk cId="4046948386" sldId="287"/>
            <ac:spMk id="2" creationId="{00000000-0000-0000-0000-000000000000}"/>
          </ac:spMkLst>
        </pc:spChg>
      </pc:sldChg>
      <pc:sldChg chg="modSp add mod">
        <pc:chgData name="Marco van den Boogaard" userId="22347987-6598-45a0-9cef-8489ec81de00" providerId="ADAL" clId="{5A3A1585-9598-4162-95DD-0FBE93EF7728}" dt="2024-12-18T15:56:47.539" v="2942" actId="20577"/>
        <pc:sldMkLst>
          <pc:docMk/>
          <pc:sldMk cId="430356560" sldId="288"/>
        </pc:sldMkLst>
        <pc:spChg chg="mod">
          <ac:chgData name="Marco van den Boogaard" userId="22347987-6598-45a0-9cef-8489ec81de00" providerId="ADAL" clId="{5A3A1585-9598-4162-95DD-0FBE93EF7728}" dt="2024-12-18T15:56:47.539" v="2942" actId="20577"/>
          <ac:spMkLst>
            <pc:docMk/>
            <pc:sldMk cId="430356560" sldId="288"/>
            <ac:spMk id="2" creationId="{00000000-0000-0000-0000-000000000000}"/>
          </ac:spMkLst>
        </pc:spChg>
      </pc:sldChg>
      <pc:sldChg chg="modSp add mod">
        <pc:chgData name="Marco van den Boogaard" userId="22347987-6598-45a0-9cef-8489ec81de00" providerId="ADAL" clId="{5A3A1585-9598-4162-95DD-0FBE93EF7728}" dt="2024-12-18T16:00:47.778" v="2967" actId="20577"/>
        <pc:sldMkLst>
          <pc:docMk/>
          <pc:sldMk cId="3136789110" sldId="289"/>
        </pc:sldMkLst>
        <pc:spChg chg="mod">
          <ac:chgData name="Marco van den Boogaard" userId="22347987-6598-45a0-9cef-8489ec81de00" providerId="ADAL" clId="{5A3A1585-9598-4162-95DD-0FBE93EF7728}" dt="2024-12-18T16:00:47.778" v="2967" actId="20577"/>
          <ac:spMkLst>
            <pc:docMk/>
            <pc:sldMk cId="3136789110" sldId="289"/>
            <ac:spMk id="2" creationId="{00000000-0000-0000-0000-000000000000}"/>
          </ac:spMkLst>
        </pc:spChg>
      </pc:sldChg>
      <pc:sldChg chg="modSp add mod">
        <pc:chgData name="Marco van den Boogaard" userId="22347987-6598-45a0-9cef-8489ec81de00" providerId="ADAL" clId="{5A3A1585-9598-4162-95DD-0FBE93EF7728}" dt="2024-12-18T16:00:53.418" v="2968"/>
        <pc:sldMkLst>
          <pc:docMk/>
          <pc:sldMk cId="3506182327" sldId="290"/>
        </pc:sldMkLst>
        <pc:spChg chg="mod">
          <ac:chgData name="Marco van den Boogaard" userId="22347987-6598-45a0-9cef-8489ec81de00" providerId="ADAL" clId="{5A3A1585-9598-4162-95DD-0FBE93EF7728}" dt="2024-12-18T16:00:53.418" v="2968"/>
          <ac:spMkLst>
            <pc:docMk/>
            <pc:sldMk cId="3506182327" sldId="290"/>
            <ac:spMk id="2" creationId="{00000000-0000-0000-0000-000000000000}"/>
          </ac:spMkLst>
        </pc:spChg>
      </pc:sldChg>
      <pc:sldChg chg="modSp add mod">
        <pc:chgData name="Marco van den Boogaard" userId="22347987-6598-45a0-9cef-8489ec81de00" providerId="ADAL" clId="{5A3A1585-9598-4162-95DD-0FBE93EF7728}" dt="2024-12-18T16:00:57.823" v="2969"/>
        <pc:sldMkLst>
          <pc:docMk/>
          <pc:sldMk cId="388740444" sldId="291"/>
        </pc:sldMkLst>
        <pc:spChg chg="mod">
          <ac:chgData name="Marco van den Boogaard" userId="22347987-6598-45a0-9cef-8489ec81de00" providerId="ADAL" clId="{5A3A1585-9598-4162-95DD-0FBE93EF7728}" dt="2024-12-18T16:00:57.823" v="2969"/>
          <ac:spMkLst>
            <pc:docMk/>
            <pc:sldMk cId="388740444" sldId="291"/>
            <ac:spMk id="2" creationId="{00000000-0000-0000-0000-000000000000}"/>
          </ac:spMkLst>
        </pc:spChg>
      </pc:sldChg>
      <pc:sldChg chg="modSp new mod modNotesTx">
        <pc:chgData name="Marco van den Boogaard" userId="22347987-6598-45a0-9cef-8489ec81de00" providerId="ADAL" clId="{5A3A1585-9598-4162-95DD-0FBE93EF7728}" dt="2024-12-18T17:16:09.631" v="3918" actId="20577"/>
        <pc:sldMkLst>
          <pc:docMk/>
          <pc:sldMk cId="2666772351" sldId="292"/>
        </pc:sldMkLst>
        <pc:spChg chg="mod">
          <ac:chgData name="Marco van den Boogaard" userId="22347987-6598-45a0-9cef-8489ec81de00" providerId="ADAL" clId="{5A3A1585-9598-4162-95DD-0FBE93EF7728}" dt="2024-12-18T17:16:09.631" v="3918" actId="20577"/>
          <ac:spMkLst>
            <pc:docMk/>
            <pc:sldMk cId="2666772351" sldId="292"/>
            <ac:spMk id="2" creationId="{A5BA615B-E2FE-2220-D447-58A32C84D363}"/>
          </ac:spMkLst>
        </pc:spChg>
        <pc:spChg chg="mod">
          <ac:chgData name="Marco van den Boogaard" userId="22347987-6598-45a0-9cef-8489ec81de00" providerId="ADAL" clId="{5A3A1585-9598-4162-95DD-0FBE93EF7728}" dt="2024-12-18T17:12:50.751" v="3380" actId="20577"/>
          <ac:spMkLst>
            <pc:docMk/>
            <pc:sldMk cId="2666772351" sldId="292"/>
            <ac:spMk id="3" creationId="{77D34199-64D3-B31B-E3BC-203AD6A634EF}"/>
          </ac:spMkLst>
        </pc:spChg>
      </pc:sldChg>
      <pc:sldChg chg="new del">
        <pc:chgData name="Marco van den Boogaard" userId="22347987-6598-45a0-9cef-8489ec81de00" providerId="ADAL" clId="{5A3A1585-9598-4162-95DD-0FBE93EF7728}" dt="2024-12-18T17:18:49.077" v="4022" actId="680"/>
        <pc:sldMkLst>
          <pc:docMk/>
          <pc:sldMk cId="2001396323" sldId="293"/>
        </pc:sldMkLst>
      </pc:sldChg>
    </pc:docChg>
  </pc:docChgLst>
  <pc:docChgLst>
    <pc:chgData name="Marco van den Boogaard" userId="22347987-6598-45a0-9cef-8489ec81de00" providerId="ADAL" clId="{57467F16-6C74-4564-AF2B-44B39255509B}"/>
    <pc:docChg chg="addSld modSld modSection">
      <pc:chgData name="Marco van den Boogaard" userId="22347987-6598-45a0-9cef-8489ec81de00" providerId="ADAL" clId="{57467F16-6C74-4564-AF2B-44B39255509B}" dt="2025-01-24T10:07:29.792" v="158" actId="20577"/>
      <pc:docMkLst>
        <pc:docMk/>
      </pc:docMkLst>
      <pc:sldChg chg="modSp new mod modNotesTx">
        <pc:chgData name="Marco van den Boogaard" userId="22347987-6598-45a0-9cef-8489ec81de00" providerId="ADAL" clId="{57467F16-6C74-4564-AF2B-44B39255509B}" dt="2025-01-24T10:07:29.792" v="158" actId="20577"/>
        <pc:sldMkLst>
          <pc:docMk/>
          <pc:sldMk cId="1635821772" sldId="293"/>
        </pc:sldMkLst>
        <pc:spChg chg="mod">
          <ac:chgData name="Marco van den Boogaard" userId="22347987-6598-45a0-9cef-8489ec81de00" providerId="ADAL" clId="{57467F16-6C74-4564-AF2B-44B39255509B}" dt="2025-01-24T10:06:38.859" v="28" actId="114"/>
          <ac:spMkLst>
            <pc:docMk/>
            <pc:sldMk cId="1635821772" sldId="293"/>
            <ac:spMk id="3" creationId="{A0F3037D-500D-FD14-4C7E-895C09B772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605D3-16DF-DF43-AE35-A9E379D47CEE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FEC66-6BFA-9A4F-8C14-93D2FB19A68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019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nl-NL" sz="1200"/>
              <a:t>xxxxxxxxxxxxxxx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D1E5CF6-F634-4BD8-AA9B-4D74A31B50F4}" type="datetime1">
              <a:rPr lang="en-US" altLang="nl-NL" smtClean="0"/>
              <a:pPr>
                <a:spcBef>
                  <a:spcPct val="0"/>
                </a:spcBef>
              </a:pPr>
              <a:t>9/2/2025</a:t>
            </a:fld>
            <a:endParaRPr lang="en-US" altLang="nl-NL"/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nl-NL" sz="1200"/>
              <a:t>xxxxxxxxxxxxx</a:t>
            </a:r>
          </a:p>
        </p:txBody>
      </p:sp>
      <p:sp>
        <p:nvSpPr>
          <p:cNvPr id="61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2D7CBC-EC23-4ED8-BE1D-F225E0611CB9}" type="slidenum">
              <a:rPr lang="en-US" altLang="nl-NL" smtClean="0"/>
              <a:pPr>
                <a:spcBef>
                  <a:spcPct val="0"/>
                </a:spcBef>
              </a:pPr>
              <a:t>2</a:t>
            </a:fld>
            <a:endParaRPr lang="en-US" altLang="nl-NL"/>
          </a:p>
        </p:txBody>
      </p:sp>
      <p:sp>
        <p:nvSpPr>
          <p:cNvPr id="61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NL" altLang="nl-NL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28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9/2/2025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3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038460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is </a:t>
            </a:r>
            <a:r>
              <a:rPr lang="en-US" dirty="0" err="1"/>
              <a:t>enigszins</a:t>
            </a:r>
            <a:r>
              <a:rPr lang="en-US" dirty="0"/>
              <a:t> </a:t>
            </a:r>
            <a:r>
              <a:rPr lang="en-US" dirty="0" err="1"/>
              <a:t>vergelijkbaar</a:t>
            </a:r>
            <a:r>
              <a:rPr lang="en-US" dirty="0"/>
              <a:t> met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distributies</a:t>
            </a:r>
            <a:r>
              <a:rPr lang="en-US" dirty="0"/>
              <a:t> </a:t>
            </a:r>
            <a:r>
              <a:rPr lang="en-US" dirty="0" err="1"/>
              <a:t>onder</a:t>
            </a:r>
            <a:r>
              <a:rPr lang="en-US" dirty="0"/>
              <a:t> Linux, </a:t>
            </a:r>
            <a:r>
              <a:rPr lang="en-US" dirty="0" err="1"/>
              <a:t>waar</a:t>
            </a:r>
            <a:r>
              <a:rPr lang="en-US" dirty="0"/>
              <a:t> de </a:t>
            </a:r>
            <a:r>
              <a:rPr lang="en-US" dirty="0" err="1"/>
              <a:t>volgende</a:t>
            </a:r>
            <a:r>
              <a:rPr lang="en-US" dirty="0"/>
              <a:t> slides </a:t>
            </a:r>
            <a:r>
              <a:rPr lang="en-US" dirty="0" err="1"/>
              <a:t>verder</a:t>
            </a:r>
            <a:r>
              <a:rPr lang="en-US" dirty="0"/>
              <a:t> op </a:t>
            </a:r>
            <a:r>
              <a:rPr lang="en-US" dirty="0" err="1"/>
              <a:t>ingaan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5347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Kernel volgens UNIX </a:t>
            </a:r>
            <a:r>
              <a:rPr lang="nl-NL" dirty="0" err="1"/>
              <a:t>and</a:t>
            </a:r>
            <a:r>
              <a:rPr lang="nl-NL" dirty="0"/>
              <a:t> Linux System </a:t>
            </a:r>
            <a:r>
              <a:rPr lang="nl-NL" dirty="0" err="1"/>
              <a:t>Adminstration</a:t>
            </a:r>
            <a:r>
              <a:rPr lang="nl-NL" dirty="0"/>
              <a:t> </a:t>
            </a:r>
            <a:r>
              <a:rPr lang="nl-NL" dirty="0" err="1"/>
              <a:t>Handbook</a:t>
            </a:r>
            <a:r>
              <a:rPr lang="nl-NL" dirty="0"/>
              <a:t> 5th Edition (blz. 325):</a:t>
            </a:r>
          </a:p>
          <a:p>
            <a:pPr lvl="1" algn="l"/>
            <a:r>
              <a:rPr lang="en-US" sz="1800" b="0" i="1" u="none" strike="noStrike" baseline="0" dirty="0">
                <a:latin typeface="MinionPro-Regular"/>
              </a:rPr>
              <a:t>The kernel is the central government of a UNIX or Linux system. It’s responsible for enforcing rules, sharing resources, and providing the core services that user </a:t>
            </a:r>
            <a:r>
              <a:rPr lang="nl-NL" sz="1800" b="0" i="1" u="none" strike="noStrike" baseline="0" dirty="0" err="1">
                <a:latin typeface="MinionPro-Regular"/>
              </a:rPr>
              <a:t>processes</a:t>
            </a:r>
            <a:r>
              <a:rPr lang="nl-NL" sz="1800" b="0" i="1" u="none" strike="noStrike" baseline="0" dirty="0">
                <a:latin typeface="MinionPro-Regular"/>
              </a:rPr>
              <a:t> </a:t>
            </a:r>
            <a:r>
              <a:rPr lang="nl-NL" sz="1800" b="0" i="1" u="none" strike="noStrike" baseline="0" dirty="0" err="1">
                <a:latin typeface="MinionPro-Regular"/>
              </a:rPr>
              <a:t>rely</a:t>
            </a:r>
            <a:r>
              <a:rPr lang="nl-NL" sz="1800" b="0" i="1" u="none" strike="noStrike" baseline="0" dirty="0">
                <a:latin typeface="MinionPro-Regular"/>
              </a:rPr>
              <a:t> on.</a:t>
            </a:r>
          </a:p>
          <a:p>
            <a:pPr lvl="1" algn="l"/>
            <a:r>
              <a:rPr lang="nl-NL" sz="1800" b="0" i="1" u="none" strike="noStrike" baseline="0">
                <a:latin typeface="MinionPro-Regular"/>
              </a:rPr>
              <a:t>…</a:t>
            </a:r>
            <a:endParaRPr lang="nl-NL" i="1" baseline="0" dirty="0"/>
          </a:p>
          <a:p>
            <a:pPr lvl="1" algn="l"/>
            <a:r>
              <a:rPr lang="en-US" sz="1800" b="0" i="1" u="none" strike="noStrike" baseline="0" dirty="0">
                <a:latin typeface="MinionPro-Regular"/>
              </a:rPr>
              <a:t>The kernel hides the details of the system’s hardware underneath an abstract, high-level interface. It’s akin to an API for application programmers: a well-defined interface that provides useful facilities for interacting with the system. This interface provides five basic features: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0" i="1" u="none" strike="noStrike" baseline="0" dirty="0">
                <a:latin typeface="MinionPro-Regular"/>
              </a:rPr>
              <a:t>Management and abstraction of hardware devices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0" i="1" u="none" strike="noStrike" baseline="0" dirty="0">
                <a:latin typeface="MinionPro-Regular"/>
              </a:rPr>
              <a:t>Processes and threads (and ways to communicate among them)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0" i="1" u="none" strike="noStrike" baseline="0" dirty="0">
                <a:latin typeface="MinionPro-Regular"/>
              </a:rPr>
              <a:t>Management of memory (virtual memory and memory-space protection)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nl-NL" sz="1800" b="0" i="1" u="none" strike="noStrike" baseline="0" dirty="0">
                <a:latin typeface="MinionPro-Regular"/>
              </a:rPr>
              <a:t>I/O </a:t>
            </a:r>
            <a:r>
              <a:rPr lang="nl-NL" sz="1800" b="0" i="1" u="none" strike="noStrike" baseline="0" dirty="0" err="1">
                <a:latin typeface="MinionPro-Regular"/>
              </a:rPr>
              <a:t>facilities</a:t>
            </a:r>
            <a:r>
              <a:rPr lang="nl-NL" sz="1800" b="0" i="1" u="none" strike="noStrike" baseline="0" dirty="0">
                <a:latin typeface="MinionPro-Regular"/>
              </a:rPr>
              <a:t> (</a:t>
            </a:r>
            <a:r>
              <a:rPr lang="nl-NL" sz="1800" b="0" i="1" u="none" strike="noStrike" baseline="0" dirty="0" err="1">
                <a:latin typeface="MinionPro-Regular"/>
              </a:rPr>
              <a:t>filesystems</a:t>
            </a:r>
            <a:r>
              <a:rPr lang="nl-NL" sz="1800" b="0" i="1" u="none" strike="noStrike" baseline="0" dirty="0">
                <a:latin typeface="MinionPro-Regular"/>
              </a:rPr>
              <a:t>, </a:t>
            </a:r>
            <a:r>
              <a:rPr lang="nl-NL" sz="1800" b="0" i="1" u="none" strike="noStrike" baseline="0" dirty="0" err="1">
                <a:latin typeface="MinionPro-Regular"/>
              </a:rPr>
              <a:t>network</a:t>
            </a:r>
            <a:r>
              <a:rPr lang="nl-NL" sz="1800" b="0" i="1" u="none" strike="noStrike" baseline="0" dirty="0">
                <a:latin typeface="MinionPro-Regular"/>
              </a:rPr>
              <a:t> interfaces, </a:t>
            </a:r>
            <a:r>
              <a:rPr lang="nl-NL" sz="1800" b="0" i="1" u="none" strike="noStrike" baseline="0" dirty="0" err="1">
                <a:latin typeface="MinionPro-Regular"/>
              </a:rPr>
              <a:t>serial</a:t>
            </a:r>
            <a:r>
              <a:rPr lang="nl-NL" sz="1800" b="0" i="1" u="none" strike="noStrike" baseline="0" dirty="0">
                <a:latin typeface="MinionPro-Regular"/>
              </a:rPr>
              <a:t> interfaces, etc.)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0" i="1" u="none" strike="noStrike" baseline="0" dirty="0">
                <a:latin typeface="MinionPro-Regular"/>
              </a:rPr>
              <a:t>Housekeeping functions (startup, shutdown, timers, multitasking, etc.)</a:t>
            </a:r>
            <a:endParaRPr lang="nl-NL" i="1" baseline="0" dirty="0"/>
          </a:p>
          <a:p>
            <a:endParaRPr lang="nl-NL" baseline="0" dirty="0"/>
          </a:p>
          <a:p>
            <a:r>
              <a:rPr lang="nl-NL" baseline="0" dirty="0"/>
              <a:t>Op de </a:t>
            </a:r>
            <a:r>
              <a:rPr lang="nl-NL" i="1" baseline="0" dirty="0"/>
              <a:t>package managers</a:t>
            </a:r>
            <a:r>
              <a:rPr lang="nl-NL" i="0" baseline="0" dirty="0"/>
              <a:t> komen we verderop terug</a:t>
            </a:r>
          </a:p>
          <a:p>
            <a:endParaRPr lang="en-US" i="0" baseline="0" dirty="0"/>
          </a:p>
          <a:p>
            <a:r>
              <a:rPr lang="en-US" i="0" baseline="0" dirty="0" err="1"/>
              <a:t>Bronvermelding</a:t>
            </a:r>
            <a:r>
              <a:rPr lang="en-US" i="0" baseline="0" dirty="0"/>
              <a:t> </a:t>
            </a:r>
            <a:r>
              <a:rPr lang="en-US" i="0" baseline="0" dirty="0" err="1"/>
              <a:t>illustratie</a:t>
            </a:r>
            <a:r>
              <a:rPr lang="en-US" i="0" baseline="0" dirty="0"/>
              <a:t>: </a:t>
            </a:r>
            <a:r>
              <a:rPr lang="en-US" i="0" baseline="0" dirty="0" err="1"/>
              <a:t>MuseScore</a:t>
            </a:r>
            <a:r>
              <a:rPr lang="en-US" i="0" baseline="0" dirty="0"/>
              <a:t> (https://www.flickr.com/photos/musescore/16793281720) </a:t>
            </a:r>
            <a:r>
              <a:rPr lang="en-US" i="0" baseline="0" dirty="0" err="1"/>
              <a:t>onder</a:t>
            </a:r>
            <a:r>
              <a:rPr lang="en-US" i="0" baseline="0" dirty="0"/>
              <a:t> CC BY 2.0 </a:t>
            </a:r>
            <a:r>
              <a:rPr lang="en-US" i="0" baseline="0" dirty="0" err="1"/>
              <a:t>licentie</a:t>
            </a:r>
            <a:endParaRPr lang="en-US" i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7322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 lijst</a:t>
            </a:r>
            <a:r>
              <a:rPr lang="nl-NL" baseline="0" dirty="0"/>
              <a:t> met </a:t>
            </a:r>
            <a:r>
              <a:rPr lang="nl-NL" baseline="0" dirty="0" err="1"/>
              <a:t>enterprise</a:t>
            </a:r>
            <a:r>
              <a:rPr lang="nl-NL" baseline="0" dirty="0"/>
              <a:t> distributies zegt niets over het marktaandeel, waar moeilijk de vinger achter te krijgen is, maar is alfabetisch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err="1"/>
              <a:t>Illustratie</a:t>
            </a:r>
            <a:r>
              <a:rPr lang="en-US" baseline="0" dirty="0"/>
              <a:t>: public domain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4763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 Etsy (https://www.etsy.com/listing/234797974/got-linux-t-shirt-geek-nerd-scientist) </a:t>
            </a:r>
            <a:r>
              <a:rPr lang="en-US" dirty="0" err="1"/>
              <a:t>onder</a:t>
            </a:r>
            <a:r>
              <a:rPr lang="en-US" dirty="0"/>
              <a:t> fair use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4195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Bronvermelding</a:t>
            </a:r>
            <a:r>
              <a:rPr lang="en-US" dirty="0"/>
              <a:t> Logo’s: </a:t>
            </a:r>
            <a:r>
              <a:rPr lang="en-US" dirty="0" err="1"/>
              <a:t>onder</a:t>
            </a:r>
            <a:r>
              <a:rPr lang="en-US" dirty="0"/>
              <a:t> fair use</a:t>
            </a:r>
            <a:r>
              <a:rPr lang="en-US" baseline="0" dirty="0"/>
              <a:t> </a:t>
            </a:r>
            <a:r>
              <a:rPr lang="en-US" baseline="0" dirty="0" err="1"/>
              <a:t>overgenomen</a:t>
            </a:r>
            <a:r>
              <a:rPr lang="en-US" baseline="0" dirty="0"/>
              <a:t> van websites van VMware resp. Rocky Linux resp. Microsoft</a:t>
            </a:r>
          </a:p>
          <a:p>
            <a:r>
              <a:rPr lang="en-US" baseline="0" dirty="0" err="1"/>
              <a:t>Nog</a:t>
            </a:r>
            <a:r>
              <a:rPr lang="en-US" baseline="0" dirty="0"/>
              <a:t> </a:t>
            </a:r>
            <a:r>
              <a:rPr lang="en-US" baseline="0" dirty="0" err="1"/>
              <a:t>een</a:t>
            </a:r>
            <a:r>
              <a:rPr lang="en-US" baseline="0" dirty="0"/>
              <a:t> issue met Windows 11: TPM </a:t>
            </a:r>
            <a:r>
              <a:rPr lang="en-US" baseline="0" dirty="0" err="1"/>
              <a:t>vereiste</a:t>
            </a:r>
            <a:r>
              <a:rPr lang="en-US" baseline="0" dirty="0"/>
              <a:t> (</a:t>
            </a:r>
            <a:r>
              <a:rPr lang="en-US" baseline="0" dirty="0" err="1"/>
              <a:t>waardoor</a:t>
            </a:r>
            <a:r>
              <a:rPr lang="en-US" baseline="0" dirty="0"/>
              <a:t> </a:t>
            </a:r>
            <a:r>
              <a:rPr lang="en-US" i="1" baseline="0" dirty="0"/>
              <a:t>linked clones</a:t>
            </a:r>
            <a:r>
              <a:rPr lang="en-US" i="0" baseline="0" dirty="0"/>
              <a:t> </a:t>
            </a:r>
            <a:r>
              <a:rPr lang="en-US" i="0" baseline="0" dirty="0" err="1"/>
              <a:t>onder</a:t>
            </a:r>
            <a:r>
              <a:rPr lang="en-US" i="0" baseline="0" dirty="0"/>
              <a:t> VMware </a:t>
            </a:r>
            <a:r>
              <a:rPr lang="en-US" i="0" baseline="0" dirty="0" err="1"/>
              <a:t>geen</a:t>
            </a:r>
            <a:r>
              <a:rPr lang="en-US" i="0" baseline="0" dirty="0"/>
              <a:t> </a:t>
            </a:r>
            <a:r>
              <a:rPr lang="en-US" i="0" baseline="0" dirty="0" err="1"/>
              <a:t>optie</a:t>
            </a:r>
            <a:r>
              <a:rPr lang="en-US" i="0" baseline="0" dirty="0"/>
              <a:t> </a:t>
            </a:r>
            <a:r>
              <a:rPr lang="en-US" i="0" baseline="0" dirty="0" err="1"/>
              <a:t>meer</a:t>
            </a:r>
            <a:r>
              <a:rPr lang="en-US" i="0" baseline="0" dirty="0"/>
              <a:t> </a:t>
            </a:r>
            <a:r>
              <a:rPr lang="en-US" i="0" baseline="0" dirty="0" err="1"/>
              <a:t>zijn</a:t>
            </a:r>
            <a:r>
              <a:rPr lang="en-US" i="0" baseline="0" dirty="0"/>
              <a:t>, of </a:t>
            </a:r>
            <a:r>
              <a:rPr lang="en-US" i="0" baseline="0" dirty="0" err="1"/>
              <a:t>een</a:t>
            </a:r>
            <a:r>
              <a:rPr lang="en-US" i="0" baseline="0" dirty="0"/>
              <a:t> </a:t>
            </a:r>
            <a:r>
              <a:rPr lang="en-US" i="0" baseline="0" dirty="0" err="1"/>
              <a:t>niet</a:t>
            </a:r>
            <a:r>
              <a:rPr lang="en-US" i="0" baseline="0" dirty="0"/>
              <a:t>-standard workaround </a:t>
            </a:r>
            <a:r>
              <a:rPr lang="en-US" i="0" baseline="0" dirty="0" err="1"/>
              <a:t>moet</a:t>
            </a:r>
            <a:r>
              <a:rPr lang="en-US" i="0" baseline="0" dirty="0"/>
              <a:t> </a:t>
            </a:r>
            <a:r>
              <a:rPr lang="en-US" i="0" baseline="0" dirty="0" err="1"/>
              <a:t>worden</a:t>
            </a:r>
            <a:r>
              <a:rPr lang="en-US" i="0" baseline="0" dirty="0"/>
              <a:t> </a:t>
            </a:r>
            <a:r>
              <a:rPr lang="en-US" i="0" baseline="0" dirty="0" err="1"/>
              <a:t>toegepast</a:t>
            </a:r>
            <a:r>
              <a:rPr lang="en-US" i="0" baseline="0" dirty="0"/>
              <a:t> om </a:t>
            </a:r>
            <a:r>
              <a:rPr lang="en-US" i="0" baseline="0" dirty="0" err="1"/>
              <a:t>zonder</a:t>
            </a:r>
            <a:r>
              <a:rPr lang="en-US" i="0" baseline="0" dirty="0"/>
              <a:t> TPM te </a:t>
            </a:r>
            <a:r>
              <a:rPr lang="en-US" i="0" baseline="0" dirty="0" err="1"/>
              <a:t>draaien</a:t>
            </a:r>
            <a:r>
              <a:rPr lang="en-US" i="0" baseline="0" dirty="0"/>
              <a:t>; </a:t>
            </a:r>
            <a:r>
              <a:rPr lang="en-US" i="0" baseline="0" dirty="0" err="1"/>
              <a:t>beide</a:t>
            </a:r>
            <a:r>
              <a:rPr lang="en-US" i="0" baseline="0" dirty="0"/>
              <a:t> </a:t>
            </a:r>
            <a:r>
              <a:rPr lang="en-US" i="0" baseline="0" dirty="0" err="1"/>
              <a:t>zijn</a:t>
            </a:r>
            <a:r>
              <a:rPr lang="en-US" i="0" baseline="0" dirty="0"/>
              <a:t> </a:t>
            </a:r>
            <a:r>
              <a:rPr lang="en-US" i="0" baseline="0" dirty="0" err="1"/>
              <a:t>niet</a:t>
            </a:r>
            <a:r>
              <a:rPr lang="en-US" i="0" baseline="0" dirty="0"/>
              <a:t> zo </a:t>
            </a:r>
            <a:r>
              <a:rPr lang="en-US" i="0" baseline="0" dirty="0" err="1"/>
              <a:t>geschikt</a:t>
            </a:r>
            <a:r>
              <a:rPr lang="en-US" i="0" baseline="0" dirty="0"/>
              <a:t> voor S2).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Later in de </a:t>
            </a:r>
            <a:r>
              <a:rPr lang="en-US" baseline="0" dirty="0" err="1"/>
              <a:t>periode</a:t>
            </a:r>
            <a:r>
              <a:rPr lang="en-US" baseline="0" dirty="0"/>
              <a:t> </a:t>
            </a:r>
            <a:r>
              <a:rPr lang="en-US" baseline="0" dirty="0" err="1"/>
              <a:t>zal</a:t>
            </a:r>
            <a:r>
              <a:rPr lang="en-US" baseline="0" dirty="0"/>
              <a:t> </a:t>
            </a:r>
            <a:r>
              <a:rPr lang="en-US" baseline="0" dirty="0" err="1"/>
              <a:t>naast</a:t>
            </a:r>
            <a:r>
              <a:rPr lang="en-US" baseline="0" dirty="0"/>
              <a:t> de </a:t>
            </a:r>
            <a:r>
              <a:rPr lang="en-US" baseline="0" dirty="0" err="1"/>
              <a:t>individuele</a:t>
            </a:r>
            <a:r>
              <a:rPr lang="en-US" baseline="0" dirty="0"/>
              <a:t> </a:t>
            </a:r>
            <a:r>
              <a:rPr lang="en-US" baseline="0" dirty="0" err="1"/>
              <a:t>omgeving</a:t>
            </a:r>
            <a:r>
              <a:rPr lang="en-US" baseline="0" dirty="0"/>
              <a:t> per student </a:t>
            </a:r>
            <a:r>
              <a:rPr lang="en-US" baseline="0" dirty="0" err="1"/>
              <a:t>ook</a:t>
            </a:r>
            <a:r>
              <a:rPr lang="en-US" baseline="0" dirty="0"/>
              <a:t> </a:t>
            </a:r>
            <a:r>
              <a:rPr lang="en-US" baseline="0" dirty="0" err="1"/>
              <a:t>een</a:t>
            </a:r>
            <a:r>
              <a:rPr lang="en-US" baseline="0" dirty="0"/>
              <a:t> </a:t>
            </a:r>
            <a:r>
              <a:rPr lang="en-US" baseline="0" dirty="0" err="1"/>
              <a:t>groepsomgeving</a:t>
            </a:r>
            <a:r>
              <a:rPr lang="en-US" baseline="0" dirty="0"/>
              <a:t> </a:t>
            </a:r>
            <a:r>
              <a:rPr lang="en-US" baseline="0" dirty="0" err="1"/>
              <a:t>worden</a:t>
            </a:r>
            <a:r>
              <a:rPr lang="en-US" baseline="0" dirty="0"/>
              <a:t> </a:t>
            </a:r>
            <a:r>
              <a:rPr lang="en-US" baseline="0" dirty="0" err="1"/>
              <a:t>opgezet</a:t>
            </a:r>
            <a:r>
              <a:rPr lang="en-US" baseline="0" dirty="0"/>
              <a:t> op door school </a:t>
            </a:r>
            <a:r>
              <a:rPr lang="en-US" baseline="0" dirty="0" err="1"/>
              <a:t>aangeleverde</a:t>
            </a:r>
            <a:r>
              <a:rPr lang="en-US" baseline="0" dirty="0"/>
              <a:t> servers met </a:t>
            </a:r>
            <a:r>
              <a:rPr lang="en-US" baseline="0" dirty="0" err="1"/>
              <a:t>Proxmox</a:t>
            </a:r>
            <a:r>
              <a:rPr lang="en-US" baseline="0" dirty="0"/>
              <a:t> VE </a:t>
            </a:r>
            <a:r>
              <a:rPr lang="en-US" baseline="0" dirty="0" err="1"/>
              <a:t>als</a:t>
            </a:r>
            <a:r>
              <a:rPr lang="en-US" baseline="0" dirty="0"/>
              <a:t> hypervisor.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6190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2B3D5-0DD7-5D28-0D8E-C0A7CED5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158E8-45B4-68A7-1CBE-0982C1D36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839E8-F42C-6663-08D4-9CEA82FEA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Bronvermelding</a:t>
            </a:r>
            <a:r>
              <a:rPr lang="en-US" dirty="0"/>
              <a:t> Logo’s: </a:t>
            </a:r>
            <a:r>
              <a:rPr lang="en-US" dirty="0" err="1"/>
              <a:t>onder</a:t>
            </a:r>
            <a:r>
              <a:rPr lang="en-US" dirty="0"/>
              <a:t> fair use</a:t>
            </a:r>
            <a:r>
              <a:rPr lang="en-US" baseline="0" dirty="0"/>
              <a:t> </a:t>
            </a:r>
            <a:r>
              <a:rPr lang="en-US" baseline="0" dirty="0" err="1"/>
              <a:t>overgenomen</a:t>
            </a:r>
            <a:r>
              <a:rPr lang="en-US" baseline="0" dirty="0"/>
              <a:t> van websites van VMware resp. Rocky Linux resp. Microsoft</a:t>
            </a:r>
          </a:p>
          <a:p>
            <a:r>
              <a:rPr lang="en-US" baseline="0" dirty="0"/>
              <a:t>Het </a:t>
            </a:r>
            <a:r>
              <a:rPr lang="en-US" baseline="0" dirty="0" err="1"/>
              <a:t>betreft</a:t>
            </a:r>
            <a:r>
              <a:rPr lang="en-US" baseline="0" dirty="0"/>
              <a:t> </a:t>
            </a:r>
            <a:r>
              <a:rPr lang="en-US" baseline="0" dirty="0" err="1"/>
              <a:t>hier</a:t>
            </a:r>
            <a:r>
              <a:rPr lang="en-US" baseline="0" dirty="0"/>
              <a:t> VM’s </a:t>
            </a:r>
            <a:r>
              <a:rPr lang="en-US" baseline="0" dirty="0" err="1"/>
              <a:t>onder</a:t>
            </a:r>
            <a:r>
              <a:rPr lang="en-US" baseline="0" dirty="0"/>
              <a:t> VMware Workstation.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DCE9E-291E-FE60-B2F3-2C572AD7A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5094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Deze</a:t>
            </a:r>
            <a:r>
              <a:rPr lang="en-US" dirty="0"/>
              <a:t> en </a:t>
            </a:r>
            <a:r>
              <a:rPr lang="en-US" dirty="0" err="1"/>
              <a:t>andere</a:t>
            </a:r>
            <a:r>
              <a:rPr lang="en-US" dirty="0"/>
              <a:t> hypervisors </a:t>
            </a:r>
            <a:r>
              <a:rPr lang="en-US" dirty="0" err="1"/>
              <a:t>zullen</a:t>
            </a:r>
            <a:r>
              <a:rPr lang="en-US" dirty="0"/>
              <a:t> later in de cursus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conceptueel</a:t>
            </a:r>
            <a:r>
              <a:rPr lang="en-US" dirty="0"/>
              <a:t> </a:t>
            </a:r>
            <a:r>
              <a:rPr lang="en-US" dirty="0" err="1"/>
              <a:t>behandeld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, nu </a:t>
            </a:r>
            <a:r>
              <a:rPr lang="en-US" dirty="0" err="1"/>
              <a:t>gaan</a:t>
            </a:r>
            <a:r>
              <a:rPr lang="en-US" dirty="0"/>
              <a:t> we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gewoon</a:t>
            </a:r>
            <a:r>
              <a:rPr lang="en-US" dirty="0"/>
              <a:t> </a:t>
            </a:r>
            <a:r>
              <a:rPr lang="en-US" dirty="0" err="1"/>
              <a:t>gebruiken</a:t>
            </a:r>
            <a:r>
              <a:rPr lang="en-US" dirty="0"/>
              <a:t>.</a:t>
            </a:r>
          </a:p>
          <a:p>
            <a:r>
              <a:rPr lang="en-US" dirty="0"/>
              <a:t>Er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tijdens</a:t>
            </a:r>
            <a:r>
              <a:rPr lang="en-US" dirty="0"/>
              <a:t> de </a:t>
            </a:r>
            <a:r>
              <a:rPr lang="en-US" dirty="0" err="1"/>
              <a:t>installatie</a:t>
            </a:r>
            <a:r>
              <a:rPr lang="en-US" dirty="0"/>
              <a:t> </a:t>
            </a:r>
            <a:r>
              <a:rPr lang="en-US" dirty="0" err="1"/>
              <a:t>enkele</a:t>
            </a:r>
            <a:r>
              <a:rPr lang="en-US" dirty="0"/>
              <a:t> </a:t>
            </a:r>
            <a:r>
              <a:rPr lang="en-US" dirty="0" err="1"/>
              <a:t>instellingen</a:t>
            </a:r>
            <a:r>
              <a:rPr lang="en-US" dirty="0"/>
              <a:t> die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grote</a:t>
            </a:r>
            <a:r>
              <a:rPr lang="en-US" dirty="0"/>
              <a:t> </a:t>
            </a:r>
            <a:r>
              <a:rPr lang="en-US" dirty="0" err="1"/>
              <a:t>problemen</a:t>
            </a:r>
            <a:r>
              <a:rPr lang="en-US" dirty="0"/>
              <a:t> </a:t>
            </a:r>
            <a:r>
              <a:rPr lang="en-US" dirty="0" err="1"/>
              <a:t>zouden</a:t>
            </a:r>
            <a:r>
              <a:rPr lang="en-US" dirty="0"/>
              <a:t> </a:t>
            </a:r>
            <a:r>
              <a:rPr lang="en-US" dirty="0" err="1"/>
              <a:t>moeten</a:t>
            </a:r>
            <a:r>
              <a:rPr lang="en-US" dirty="0"/>
              <a:t> </a:t>
            </a:r>
            <a:r>
              <a:rPr lang="en-US" dirty="0" err="1"/>
              <a:t>opleveren</a:t>
            </a:r>
            <a:r>
              <a:rPr lang="en-US" dirty="0"/>
              <a:t> maar </a:t>
            </a:r>
            <a:r>
              <a:rPr lang="en-US" dirty="0" err="1"/>
              <a:t>waar</a:t>
            </a:r>
            <a:r>
              <a:rPr lang="en-US" dirty="0"/>
              <a:t> </a:t>
            </a:r>
            <a:r>
              <a:rPr lang="en-US" dirty="0" err="1"/>
              <a:t>wij</a:t>
            </a:r>
            <a:r>
              <a:rPr lang="en-US" dirty="0"/>
              <a:t> in de </a:t>
            </a:r>
            <a:r>
              <a:rPr lang="en-US" dirty="0" err="1"/>
              <a:t>opdracht</a:t>
            </a:r>
            <a:r>
              <a:rPr lang="en-US" dirty="0"/>
              <a:t> </a:t>
            </a:r>
            <a:r>
              <a:rPr lang="en-US" dirty="0" err="1"/>
              <a:t>advies</a:t>
            </a:r>
            <a:r>
              <a:rPr lang="en-US" dirty="0"/>
              <a:t> over </a:t>
            </a:r>
            <a:r>
              <a:rPr lang="en-US" dirty="0" err="1"/>
              <a:t>geven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0046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Een</a:t>
            </a:r>
            <a:r>
              <a:rPr lang="en-US" dirty="0"/>
              <a:t> en </a:t>
            </a:r>
            <a:r>
              <a:rPr lang="en-US" dirty="0" err="1"/>
              <a:t>ander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nader</a:t>
            </a:r>
            <a:r>
              <a:rPr lang="en-US" dirty="0"/>
              <a:t> </a:t>
            </a:r>
            <a:r>
              <a:rPr lang="en-US" dirty="0" err="1"/>
              <a:t>uitgelegd</a:t>
            </a:r>
            <a:r>
              <a:rPr lang="en-US" dirty="0"/>
              <a:t> in de </a:t>
            </a:r>
            <a:r>
              <a:rPr lang="en-US" dirty="0" err="1"/>
              <a:t>opdracht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0786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Illustratie</a:t>
            </a:r>
            <a:r>
              <a:rPr lang="en-US" dirty="0"/>
              <a:t>: </a:t>
            </a:r>
            <a:r>
              <a:rPr lang="en-US" dirty="0" err="1"/>
              <a:t>eigen</a:t>
            </a:r>
            <a:r>
              <a:rPr lang="en-US" dirty="0"/>
              <a:t> </a:t>
            </a:r>
            <a:r>
              <a:rPr lang="en-US" dirty="0" err="1"/>
              <a:t>werk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3759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575B-61C7-8F86-D490-677A0E17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69D4A-5EA6-01F1-5B89-367EA681B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AAADA-91A1-8A09-C131-772D262A3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03C3E54-F8E1-A61D-7B8E-131B2F5A1CA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617C1-16D6-90EE-2AAF-7CC473F1E9D8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9/2/2025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349B0-3E46-9BA8-E3FD-9F71024B64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CCB8F-CD66-C2B9-252E-05F8D0BDC0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22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60183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 </a:t>
            </a:r>
            <a:r>
              <a:rPr lang="en-US" dirty="0" err="1"/>
              <a:t>eigen</a:t>
            </a:r>
            <a:r>
              <a:rPr lang="en-US" dirty="0"/>
              <a:t> screenshot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0367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 </a:t>
            </a:r>
            <a:r>
              <a:rPr lang="en-US" dirty="0" err="1"/>
              <a:t>eigen</a:t>
            </a:r>
            <a:r>
              <a:rPr lang="en-US" dirty="0"/>
              <a:t> screenshot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5660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Bovenste</a:t>
            </a:r>
            <a:r>
              <a:rPr lang="en-US" baseline="0" dirty="0"/>
              <a:t> </a:t>
            </a:r>
            <a:r>
              <a:rPr lang="en-US" baseline="0" dirty="0" err="1"/>
              <a:t>uitsnede</a:t>
            </a:r>
            <a:r>
              <a:rPr lang="en-US" baseline="0" dirty="0"/>
              <a:t> </a:t>
            </a:r>
            <a:r>
              <a:rPr lang="en-US" baseline="0" dirty="0" err="1"/>
              <a:t>komt</a:t>
            </a:r>
            <a:r>
              <a:rPr lang="en-US" baseline="0" dirty="0"/>
              <a:t> </a:t>
            </a:r>
            <a:r>
              <a:rPr lang="en-US" baseline="0" dirty="0" err="1"/>
              <a:t>uit</a:t>
            </a:r>
            <a:r>
              <a:rPr lang="en-US" baseline="0" dirty="0"/>
              <a:t> de </a:t>
            </a:r>
            <a:r>
              <a:rPr lang="en-US" baseline="0" dirty="0" err="1"/>
              <a:t>illustraties</a:t>
            </a:r>
            <a:r>
              <a:rPr lang="en-US" baseline="0" dirty="0"/>
              <a:t> 2 sheets </a:t>
            </a:r>
            <a:r>
              <a:rPr lang="en-US" baseline="0" dirty="0" err="1"/>
              <a:t>geleden</a:t>
            </a:r>
            <a:endParaRPr lang="en-US" baseline="0" dirty="0"/>
          </a:p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illustraties</a:t>
            </a:r>
            <a:r>
              <a:rPr lang="en-US" dirty="0"/>
              <a:t>: </a:t>
            </a:r>
            <a:r>
              <a:rPr lang="en-US" dirty="0" err="1"/>
              <a:t>eigen</a:t>
            </a:r>
            <a:r>
              <a:rPr lang="en-US" dirty="0"/>
              <a:t> screenshots</a:t>
            </a:r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9/2/2025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25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421141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Toelichting</a:t>
            </a:r>
            <a:r>
              <a:rPr lang="en-US" baseline="0" dirty="0"/>
              <a:t> </a:t>
            </a:r>
            <a:r>
              <a:rPr lang="en-US" baseline="0" dirty="0" err="1"/>
              <a:t>bij</a:t>
            </a:r>
            <a:r>
              <a:rPr lang="en-US" baseline="0" dirty="0"/>
              <a:t> </a:t>
            </a:r>
            <a:r>
              <a:rPr lang="en-US" dirty="0"/>
              <a:t>UNIX and Linux System Administration Handbook 5th Edition </a:t>
            </a:r>
            <a:r>
              <a:rPr lang="en-US" dirty="0" err="1"/>
              <a:t>blz</a:t>
            </a:r>
            <a:r>
              <a:rPr lang="en-US" dirty="0"/>
              <a:t>. 168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2980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noProof="0" dirty="0"/>
              <a:t>In de</a:t>
            </a:r>
            <a:r>
              <a:rPr lang="nl-NL" baseline="0" noProof="0" dirty="0"/>
              <a:t> cursus Automation aan het begin van het tweede jaar zullen we zelfs een installatie bouwen waarbij het systeem (VM) aangezet hoeft te worden om geïnstalleerd te worden.</a:t>
            </a:r>
            <a:endParaRPr lang="nl-N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2622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7186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5419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28438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complex, met die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bestanden</a:t>
            </a:r>
            <a:r>
              <a:rPr lang="en-US" dirty="0"/>
              <a:t>, maar </a:t>
            </a:r>
            <a:r>
              <a:rPr lang="en-US" dirty="0" err="1"/>
              <a:t>gelukkig</a:t>
            </a:r>
            <a:r>
              <a:rPr lang="en-US" dirty="0"/>
              <a:t> </a:t>
            </a:r>
            <a:r>
              <a:rPr lang="en-US" dirty="0" err="1"/>
              <a:t>levert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Linux </a:t>
            </a:r>
            <a:r>
              <a:rPr lang="en-US" dirty="0" err="1"/>
              <a:t>distributie</a:t>
            </a:r>
            <a:r>
              <a:rPr lang="en-US" dirty="0"/>
              <a:t> </a:t>
            </a:r>
            <a:r>
              <a:rPr lang="en-US" dirty="0" err="1"/>
              <a:t>daar</a:t>
            </a:r>
            <a:r>
              <a:rPr lang="en-US" dirty="0"/>
              <a:t> tools voor </a:t>
            </a:r>
            <a:r>
              <a:rPr lang="en-US" dirty="0" err="1"/>
              <a:t>aan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4557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82217-843B-9FDD-9D36-03FD3E82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DDB84-992A-765F-3146-2EF57756B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D5314-2D85-8BBE-0979-78215826A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complex, met die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bestanden</a:t>
            </a:r>
            <a:r>
              <a:rPr lang="en-US" dirty="0"/>
              <a:t>, maar </a:t>
            </a:r>
            <a:r>
              <a:rPr lang="en-US" dirty="0" err="1"/>
              <a:t>gelukkig</a:t>
            </a:r>
            <a:r>
              <a:rPr lang="en-US" dirty="0"/>
              <a:t> </a:t>
            </a:r>
            <a:r>
              <a:rPr lang="en-US" dirty="0" err="1"/>
              <a:t>levert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Linux </a:t>
            </a:r>
            <a:r>
              <a:rPr lang="en-US" dirty="0" err="1"/>
              <a:t>distributie</a:t>
            </a:r>
            <a:r>
              <a:rPr lang="en-US" dirty="0"/>
              <a:t> </a:t>
            </a:r>
            <a:r>
              <a:rPr lang="en-US" dirty="0" err="1"/>
              <a:t>daar</a:t>
            </a:r>
            <a:r>
              <a:rPr lang="en-US" dirty="0"/>
              <a:t> tools voor </a:t>
            </a:r>
            <a:r>
              <a:rPr lang="en-US" dirty="0" err="1"/>
              <a:t>aan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F0583-6D7E-95B9-C456-27BCD78A9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2303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</a:t>
            </a:r>
            <a:r>
              <a:rPr lang="en-US" baseline="0" dirty="0"/>
              <a:t> https://xkcd.com/149/ </a:t>
            </a:r>
            <a:r>
              <a:rPr lang="en-US" baseline="0" dirty="0" err="1"/>
              <a:t>onder</a:t>
            </a:r>
            <a:r>
              <a:rPr lang="en-US" baseline="0" dirty="0"/>
              <a:t> </a:t>
            </a:r>
            <a:r>
              <a:rPr lang="nl-NL" b="0" dirty="0"/>
              <a:t>CC BY-NC 2.5 licentie</a:t>
            </a:r>
            <a:endParaRPr lang="en-US" baseline="0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96570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Bron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</a:t>
            </a:r>
            <a:r>
              <a:rPr lang="en-US" baseline="0" dirty="0"/>
              <a:t> https://xkcd.com/838/ </a:t>
            </a:r>
            <a:r>
              <a:rPr lang="en-US" baseline="0" dirty="0" err="1"/>
              <a:t>onder</a:t>
            </a:r>
            <a:r>
              <a:rPr lang="en-US" baseline="0" dirty="0"/>
              <a:t> </a:t>
            </a:r>
            <a:r>
              <a:rPr lang="nl-NL" b="0" dirty="0"/>
              <a:t>CC BY-NC 2.5 licentie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06122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25800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err="1"/>
              <a:t>Bronvermelding</a:t>
            </a:r>
            <a:r>
              <a:rPr lang="en-GB" baseline="0" dirty="0"/>
              <a:t> </a:t>
            </a:r>
            <a:r>
              <a:rPr lang="en-GB" baseline="0" dirty="0" err="1"/>
              <a:t>illustratie</a:t>
            </a:r>
            <a:r>
              <a:rPr lang="en-GB" baseline="0" dirty="0"/>
              <a:t>: </a:t>
            </a:r>
            <a:r>
              <a:rPr lang="en-GB" baseline="0" dirty="0" err="1"/>
              <a:t>zelf</a:t>
            </a:r>
            <a:r>
              <a:rPr lang="en-GB" baseline="0" dirty="0"/>
              <a:t> </a:t>
            </a:r>
            <a:r>
              <a:rPr lang="en-GB" baseline="0" dirty="0" err="1"/>
              <a:t>gemaakte</a:t>
            </a:r>
            <a:r>
              <a:rPr lang="en-GB" baseline="0" dirty="0"/>
              <a:t> </a:t>
            </a:r>
            <a:r>
              <a:rPr lang="en-GB" i="1" baseline="0" dirty="0"/>
              <a:t>WordArt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9193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Afbeelding 11" descr="hu volui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14" y="300471"/>
            <a:ext cx="4042858" cy="9872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04569C-3339-4FC6-A2F1-3F6AE65A4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95" y="1865461"/>
            <a:ext cx="7637778" cy="915576"/>
          </a:xfrm>
        </p:spPr>
        <p:txBody>
          <a:bodyPr/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979049C-CE6F-48A0-B893-A9BB2310A7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163" y="2951163"/>
            <a:ext cx="7639050" cy="530225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147170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 descr="HU logo payoff wit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Afbeelding 8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Rechthoek 10"/>
          <p:cNvSpPr/>
          <p:nvPr userDrawn="1"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 userDrawn="1"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028473-4BE8-43EC-93F5-C09C596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7800962-39D7-4A2F-877C-C0B248DA24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888" y="1166813"/>
            <a:ext cx="7150100" cy="458787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22787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 descr="HU logo payoff wit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Afbeelding 8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Rechthoek 10"/>
          <p:cNvSpPr/>
          <p:nvPr userDrawn="1"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 userDrawn="1"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028473-4BE8-43EC-93F5-C09C596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6827B49-8514-4B4D-93BE-DF1EBC1330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729589"/>
            <a:ext cx="9144000" cy="3413911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142AF5AF-6D65-499C-A5ED-F3C429D05A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1166813"/>
            <a:ext cx="7150100" cy="458787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275771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8219" y="1196341"/>
            <a:ext cx="7553716" cy="3292316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Arial" charset="0"/>
              <a:buChar char="•"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Rechthoek 5"/>
          <p:cNvSpPr/>
          <p:nvPr userDrawn="1"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EBDFD1-BFB9-4F68-8644-C8B5CAF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1" y="581675"/>
            <a:ext cx="7521363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9433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rtikel_vervo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718218" y="594516"/>
            <a:ext cx="7670132" cy="3894143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Font typeface="Arial"/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nl-NL" dirty="0"/>
              <a:t>Vervolg</a:t>
            </a:r>
          </a:p>
        </p:txBody>
      </p:sp>
    </p:spTree>
    <p:extLst>
      <p:ext uri="{BB962C8B-B14F-4D97-AF65-F5344CB8AC3E}">
        <p14:creationId xmlns:p14="http://schemas.microsoft.com/office/powerpoint/2010/main" val="198086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4570488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ekstvak 8"/>
          <p:cNvSpPr txBox="1"/>
          <p:nvPr/>
        </p:nvSpPr>
        <p:spPr>
          <a:xfrm>
            <a:off x="453006" y="4811317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3" name="Rechthoek 22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ekstvak 23"/>
          <p:cNvSpPr txBox="1"/>
          <p:nvPr/>
        </p:nvSpPr>
        <p:spPr>
          <a:xfrm>
            <a:off x="453006" y="7028737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  <p:sp>
        <p:nvSpPr>
          <p:cNvPr id="28" name="Tijdelijke aanduiding voor tekst 10"/>
          <p:cNvSpPr>
            <a:spLocks noGrp="1"/>
          </p:cNvSpPr>
          <p:nvPr>
            <p:ph type="body" sz="quarter" idx="17"/>
          </p:nvPr>
        </p:nvSpPr>
        <p:spPr>
          <a:xfrm flipH="1">
            <a:off x="718284" y="3414474"/>
            <a:ext cx="7670066" cy="1074185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BE96C8-0802-4DEF-9B61-78DAF483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3" y="2905077"/>
            <a:ext cx="7725727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4911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6084002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31" name="Afbeelding 30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8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afbeelding 5"/>
          <p:cNvSpPr>
            <a:spLocks noGrp="1"/>
          </p:cNvSpPr>
          <p:nvPr>
            <p:ph type="pic" sz="quarter" idx="16"/>
          </p:nvPr>
        </p:nvSpPr>
        <p:spPr>
          <a:xfrm>
            <a:off x="3063645" y="2576512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Rechthoek 15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7670066" cy="1104300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12" name="Afbeelding 11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5" name="Tekstvak 14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89D279-AE2A-4F81-B9FC-573B4F89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4" y="581675"/>
            <a:ext cx="7670066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4492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1408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6084002" y="1408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afbeelding 5"/>
          <p:cNvSpPr>
            <a:spLocks noGrp="1"/>
          </p:cNvSpPr>
          <p:nvPr>
            <p:ph type="pic" sz="quarter" idx="16"/>
          </p:nvPr>
        </p:nvSpPr>
        <p:spPr>
          <a:xfrm>
            <a:off x="3063645" y="1408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6" name="Rechthoek 25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Tijdelijke aanduiding voor tekst 10"/>
          <p:cNvSpPr>
            <a:spLocks noGrp="1"/>
          </p:cNvSpPr>
          <p:nvPr>
            <p:ph type="body" sz="quarter" idx="18"/>
          </p:nvPr>
        </p:nvSpPr>
        <p:spPr>
          <a:xfrm flipH="1">
            <a:off x="718284" y="3414474"/>
            <a:ext cx="7670066" cy="1074185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CD6AF1-FC9F-4D85-84FA-79A0AD54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4" y="2762106"/>
            <a:ext cx="7670066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1313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5104925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5292148" y="1196341"/>
            <a:ext cx="3568072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9F7ADF-4FD4-440E-B278-2B96AD70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148" y="581675"/>
            <a:ext cx="3568072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4646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4573522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3493676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Afbeelding 6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pic>
        <p:nvPicPr>
          <p:cNvPr id="8" name="Afbeelding 7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EA1F60-581A-4678-83E6-545DB57C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2" y="581675"/>
            <a:ext cx="3461388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8492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fbeelding 8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5" name="Tekstvak 14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13" name="Afbeelding 12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6" name="Tekstvak 15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A25B72-A285-45B6-B8DA-EA310278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1" y="581675"/>
            <a:ext cx="7207861" cy="46166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7951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>
          <a:xfrm>
            <a:off x="0" y="2"/>
            <a:ext cx="9144000" cy="18323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3DB5DD-F031-4348-AE63-F011E503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3103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BDEEBC-F862-428A-BC14-C55F2193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2435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ijdelijke aanduiding voor tekst 10"/>
          <p:cNvSpPr>
            <a:spLocks noGrp="1"/>
          </p:cNvSpPr>
          <p:nvPr>
            <p:ph type="body" sz="quarter" idx="10" hasCustomPrompt="1"/>
          </p:nvPr>
        </p:nvSpPr>
        <p:spPr>
          <a:xfrm>
            <a:off x="718224" y="623650"/>
            <a:ext cx="3493741" cy="312906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Tabelkop</a:t>
            </a:r>
          </a:p>
        </p:txBody>
      </p:sp>
      <p:sp>
        <p:nvSpPr>
          <p:cNvPr id="20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3493676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kstvak 15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7" name="Tekstvak 6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387718-F286-4F2E-8A56-4A663086FB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0"/>
            <a:ext cx="4572000" cy="51435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41432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5" name="Afbeelding 4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7" name="Afbeelding 6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8" name="Tekstvak 7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92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4"/>
          <p:cNvSpPr>
            <a:spLocks noGrp="1"/>
          </p:cNvSpPr>
          <p:nvPr>
            <p:ph type="pic" sz="quarter" idx="13"/>
          </p:nvPr>
        </p:nvSpPr>
        <p:spPr>
          <a:xfrm>
            <a:off x="0" y="6362"/>
            <a:ext cx="9144000" cy="332303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tekst 6"/>
          <p:cNvSpPr>
            <a:spLocks noGrp="1"/>
          </p:cNvSpPr>
          <p:nvPr>
            <p:ph type="body" sz="quarter" idx="12" hasCustomPrompt="1"/>
          </p:nvPr>
        </p:nvSpPr>
        <p:spPr>
          <a:xfrm>
            <a:off x="531064" y="3695965"/>
            <a:ext cx="7857286" cy="792692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en-US" dirty="0" err="1"/>
              <a:t>Bijschrift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919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6" name="Rectangle 56"/>
          <p:cNvSpPr>
            <a:spLocks noGrp="1" noChangeArrowheads="1"/>
          </p:cNvSpPr>
          <p:nvPr>
            <p:ph type="ctrTitle" sz="quarter"/>
          </p:nvPr>
        </p:nvSpPr>
        <p:spPr>
          <a:xfrm>
            <a:off x="1798638" y="1714500"/>
            <a:ext cx="6583362" cy="434579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5657" name="Rectangle 5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798638" y="2914650"/>
            <a:ext cx="6583362" cy="435769"/>
          </a:xfrm>
        </p:spPr>
        <p:txBody>
          <a:bodyPr/>
          <a:lstStyle>
            <a:lvl1pPr marL="0" indent="0">
              <a:lnSpc>
                <a:spcPct val="80000"/>
              </a:lnSpc>
              <a:buFont typeface="Zapf Dingbats" charset="0"/>
              <a:buNone/>
              <a:defRPr sz="15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5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D5053-9945-4756-935B-1F938735A143}" type="datetime1">
              <a:rPr lang="en-US" altLang="nl-NL"/>
              <a:pPr>
                <a:defRPr/>
              </a:pPr>
              <a:t>9/2/2025</a:t>
            </a:fld>
            <a:endParaRPr lang="en-US" altLang="nl-NL">
              <a:solidFill>
                <a:schemeClr val="tx1"/>
              </a:solidFill>
            </a:endParaRPr>
          </a:p>
        </p:txBody>
      </p:sp>
      <p:sp>
        <p:nvSpPr>
          <p:cNvPr id="5" name="Rectangle 6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44CEB-10DF-4D49-A2D0-ED95DB0AFA77}" type="slidenum">
              <a:rPr lang="en-US" altLang="nl-NL"/>
              <a:pPr>
                <a:defRPr/>
              </a:pPr>
              <a:t>‹#›</a:t>
            </a:fld>
            <a:endParaRPr lang="en-US" altLang="nl-NL"/>
          </a:p>
        </p:txBody>
      </p:sp>
      <p:sp>
        <p:nvSpPr>
          <p:cNvPr id="6" name="Rectangle 61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HU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743735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87B25-9585-4AF8-A45C-EFE45B95831E}" type="datetime1">
              <a:rPr lang="en-US" altLang="nl-NL"/>
              <a:pPr>
                <a:defRPr/>
              </a:pPr>
              <a:t>9/2/2025</a:t>
            </a:fld>
            <a:endParaRPr lang="en-US" altLang="nl-NL" sz="1050">
              <a:solidFill>
                <a:schemeClr val="tx1"/>
              </a:solidFill>
            </a:endParaRPr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96884-3ABD-4C45-9B91-0F7E85531CE0}" type="slidenum">
              <a:rPr lang="en-US" altLang="nl-NL"/>
              <a:pPr>
                <a:defRPr/>
              </a:pPr>
              <a:t>‹#›</a:t>
            </a:fld>
            <a:endParaRPr lang="en-US" altLang="nl-NL"/>
          </a:p>
        </p:txBody>
      </p:sp>
      <p:sp>
        <p:nvSpPr>
          <p:cNvPr id="6" name="Rectangle 5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HU powerpoint template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92617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idx="1"/>
          </p:nvPr>
        </p:nvSpPr>
        <p:spPr>
          <a:xfrm>
            <a:off x="750570" y="1369219"/>
            <a:ext cx="7637780" cy="120225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nl-NL" dirty="0"/>
              <a:t>Niveau 1</a:t>
            </a:r>
          </a:p>
          <a:p>
            <a:pPr lvl="1"/>
            <a:r>
              <a:rPr lang="nl-NL" dirty="0"/>
              <a:t>Niveau 2</a:t>
            </a:r>
          </a:p>
          <a:p>
            <a:pPr lvl="2"/>
            <a:r>
              <a:rPr lang="nl-NL" dirty="0"/>
              <a:t>Niveau 3</a:t>
            </a:r>
          </a:p>
        </p:txBody>
      </p:sp>
      <p:sp>
        <p:nvSpPr>
          <p:cNvPr id="5" name="Tijdelijke aanduiding voor titel 4"/>
          <p:cNvSpPr>
            <a:spLocks noGrp="1"/>
          </p:cNvSpPr>
          <p:nvPr>
            <p:ph type="title"/>
          </p:nvPr>
        </p:nvSpPr>
        <p:spPr>
          <a:xfrm>
            <a:off x="750572" y="581675"/>
            <a:ext cx="763777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</a:p>
        </p:txBody>
      </p:sp>
      <p:pic>
        <p:nvPicPr>
          <p:cNvPr id="13" name="Afbeelding 12" descr="hu logo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14" name="Tekstvak 13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  <p:pic>
        <p:nvPicPr>
          <p:cNvPr id="6" name="Afbeelding 5" descr="hu logo.png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7" name="Tekstvak 6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</p:spTree>
    <p:extLst>
      <p:ext uri="{BB962C8B-B14F-4D97-AF65-F5344CB8AC3E}">
        <p14:creationId xmlns:p14="http://schemas.microsoft.com/office/powerpoint/2010/main" val="93525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0" r:id="rId3"/>
    <p:sldLayoutId id="2147483695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1" r:id="rId17"/>
    <p:sldLayoutId id="2147483712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Courier New" panose="02070309020205020404" pitchFamily="49" charset="0"/>
        <a:buChar char="o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5284">
          <p15:clr>
            <a:srgbClr val="F26B43"/>
          </p15:clr>
        </p15:guide>
        <p15:guide id="4" orient="horz" pos="37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cid:image002.png@01DAB6A0.8160AC70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8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 err="1">
                <a:ea typeface="+mj-ea"/>
              </a:rPr>
              <a:t>Platformen</a:t>
            </a:r>
            <a:endParaRPr lang="en-US" dirty="0">
              <a:ea typeface="+mj-ea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</a:rPr>
              <a:t>Installatie</a:t>
            </a:r>
            <a:r>
              <a:rPr lang="en-US" dirty="0">
                <a:solidFill>
                  <a:schemeClr val="bg1"/>
                </a:solidFill>
              </a:rPr>
              <a:t> van Windows en Linux </a:t>
            </a:r>
            <a:r>
              <a:rPr lang="en-US" dirty="0" err="1">
                <a:solidFill>
                  <a:schemeClr val="bg1"/>
                </a:solidFill>
              </a:rPr>
              <a:t>Systemen</a:t>
            </a:r>
            <a:r>
              <a:rPr lang="en-US" dirty="0">
                <a:solidFill>
                  <a:schemeClr val="bg1"/>
                </a:solidFill>
              </a:rPr>
              <a:t>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package management op Linux </a:t>
            </a:r>
            <a:r>
              <a:rPr lang="en-US" dirty="0" err="1">
                <a:solidFill>
                  <a:schemeClr val="bg1"/>
                </a:solidFill>
              </a:rPr>
              <a:t>Systemen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en </a:t>
            </a:r>
            <a:r>
              <a:rPr lang="en-US" dirty="0" err="1">
                <a:solidFill>
                  <a:schemeClr val="bg1"/>
                </a:solidFill>
              </a:rPr>
              <a:t>gebruikers</a:t>
            </a:r>
            <a:r>
              <a:rPr lang="en-US" dirty="0">
                <a:solidFill>
                  <a:schemeClr val="bg1"/>
                </a:solidFill>
              </a:rPr>
              <a:t> en </a:t>
            </a:r>
            <a:r>
              <a:rPr lang="en-US" dirty="0" err="1">
                <a:solidFill>
                  <a:schemeClr val="bg1"/>
                </a:solidFill>
              </a:rPr>
              <a:t>groepen</a:t>
            </a:r>
            <a:r>
              <a:rPr lang="en-US" dirty="0">
                <a:solidFill>
                  <a:schemeClr val="bg1"/>
                </a:solidFill>
              </a:rPr>
              <a:t> op Linux </a:t>
            </a:r>
            <a:r>
              <a:rPr lang="en-US" dirty="0" err="1">
                <a:solidFill>
                  <a:schemeClr val="bg1"/>
                </a:solidFill>
              </a:rPr>
              <a:t>systemen</a:t>
            </a:r>
            <a:endParaRPr lang="nl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228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Een systeem installeren: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sz="1800" dirty="0"/>
              <a:t>Bedrijfssysteem variant/distributie kiezen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sz="1800" dirty="0"/>
              <a:t>Systeem configureren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sz="1800" dirty="0"/>
              <a:t>Installeren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Systeem-installatie</a:t>
            </a:r>
          </a:p>
        </p:txBody>
      </p:sp>
    </p:spTree>
    <p:extLst>
      <p:ext uri="{BB962C8B-B14F-4D97-AF65-F5344CB8AC3E}">
        <p14:creationId xmlns:p14="http://schemas.microsoft.com/office/powerpoint/2010/main" val="354685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4999F-551E-0880-3DED-54F40547AC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Windows Server </a:t>
            </a:r>
            <a:r>
              <a:rPr lang="en-US" i="1" dirty="0"/>
              <a:t>&lt;</a:t>
            </a:r>
            <a:r>
              <a:rPr lang="en-US" i="1" dirty="0" err="1"/>
              <a:t>jaartal</a:t>
            </a:r>
            <a:r>
              <a:rPr lang="en-US" i="1" dirty="0"/>
              <a:t>&gt;</a:t>
            </a:r>
            <a:r>
              <a:rPr lang="en-US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Zoals</a:t>
            </a:r>
            <a:r>
              <a:rPr lang="en-US" sz="1800" dirty="0"/>
              <a:t> de naam </a:t>
            </a:r>
            <a:r>
              <a:rPr lang="en-US" sz="1800" dirty="0" err="1"/>
              <a:t>zegt</a:t>
            </a:r>
            <a:r>
              <a:rPr lang="en-US" sz="1800" dirty="0"/>
              <a:t>: </a:t>
            </a:r>
            <a:r>
              <a:rPr lang="en-US" sz="1800" dirty="0" err="1"/>
              <a:t>gericht</a:t>
            </a:r>
            <a:r>
              <a:rPr lang="en-US" sz="1800" dirty="0"/>
              <a:t> op </a:t>
            </a:r>
            <a:r>
              <a:rPr lang="en-US" sz="1800" dirty="0" err="1"/>
              <a:t>gebruik</a:t>
            </a:r>
            <a:r>
              <a:rPr lang="en-US" sz="1800" dirty="0"/>
              <a:t> </a:t>
            </a:r>
            <a:r>
              <a:rPr lang="en-US" sz="1800" dirty="0" err="1"/>
              <a:t>als</a:t>
            </a:r>
            <a:r>
              <a:rPr lang="en-US" sz="1800" dirty="0"/>
              <a:t> </a:t>
            </a:r>
            <a:r>
              <a:rPr lang="en-US" sz="1800" i="1" dirty="0"/>
              <a:t>server</a:t>
            </a:r>
            <a:r>
              <a:rPr lang="en-US" sz="1800" dirty="0"/>
              <a:t>,</a:t>
            </a:r>
            <a:br>
              <a:rPr lang="en-US" sz="1800" dirty="0"/>
            </a:br>
            <a:r>
              <a:rPr lang="en-US" sz="1800" dirty="0"/>
              <a:t>om </a:t>
            </a:r>
            <a:r>
              <a:rPr lang="en-US" sz="1800" dirty="0" err="1"/>
              <a:t>diensten</a:t>
            </a:r>
            <a:r>
              <a:rPr lang="en-US" sz="1800" dirty="0"/>
              <a:t> </a:t>
            </a:r>
            <a:r>
              <a:rPr lang="en-US" sz="1800" dirty="0" err="1"/>
              <a:t>aan</a:t>
            </a:r>
            <a:r>
              <a:rPr lang="en-US" sz="1800" dirty="0"/>
              <a:t> het </a:t>
            </a:r>
            <a:r>
              <a:rPr lang="en-US" sz="1800" dirty="0" err="1"/>
              <a:t>netwerk</a:t>
            </a:r>
            <a:r>
              <a:rPr lang="en-US" sz="1800" dirty="0"/>
              <a:t> te </a:t>
            </a:r>
            <a:r>
              <a:rPr lang="en-US" sz="1800" dirty="0" err="1"/>
              <a:t>leveren</a:t>
            </a:r>
            <a:endParaRPr lang="en-US" sz="1800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Standaardinstallatie</a:t>
            </a:r>
            <a:r>
              <a:rPr lang="en-US" sz="1800" dirty="0"/>
              <a:t> is met beperkte </a:t>
            </a:r>
            <a:r>
              <a:rPr lang="en-US" sz="1800" dirty="0" err="1"/>
              <a:t>grafische</a:t>
            </a:r>
            <a:r>
              <a:rPr lang="en-US" sz="1800" dirty="0"/>
              <a:t> interface: Core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“Desktop experience” </a:t>
            </a:r>
            <a:r>
              <a:rPr lang="en-US" sz="1800" dirty="0" err="1"/>
              <a:t>waarmee</a:t>
            </a:r>
            <a:r>
              <a:rPr lang="en-US" sz="1800" dirty="0"/>
              <a:t> het </a:t>
            </a:r>
            <a:r>
              <a:rPr lang="en-US" sz="1800" dirty="0" err="1"/>
              <a:t>meer</a:t>
            </a:r>
            <a:r>
              <a:rPr lang="en-US" sz="1800" dirty="0"/>
              <a:t> op de client </a:t>
            </a:r>
            <a:r>
              <a:rPr lang="en-US" sz="1800" dirty="0" err="1"/>
              <a:t>versie</a:t>
            </a:r>
            <a:r>
              <a:rPr lang="en-US" sz="1800" dirty="0"/>
              <a:t> </a:t>
            </a:r>
            <a:r>
              <a:rPr lang="en-US" sz="1800" dirty="0" err="1"/>
              <a:t>lijkt</a:t>
            </a:r>
            <a:r>
              <a:rPr lang="en-US" sz="1800" dirty="0"/>
              <a:t> is </a:t>
            </a:r>
            <a:r>
              <a:rPr lang="en-US" sz="1800" dirty="0" err="1"/>
              <a:t>wel</a:t>
            </a:r>
            <a:r>
              <a:rPr lang="en-US" sz="1800" dirty="0"/>
              <a:t> </a:t>
            </a:r>
            <a:r>
              <a:rPr lang="en-US" sz="1800" dirty="0" err="1"/>
              <a:t>beschikbaar</a:t>
            </a:r>
            <a:endParaRPr lang="en-US" sz="1800" dirty="0"/>
          </a:p>
          <a:p>
            <a:pPr marL="1600200" lvl="2">
              <a:buFont typeface="Arial" panose="020B0604020202020204" pitchFamily="34" charset="0"/>
              <a:buChar char="•"/>
            </a:pPr>
            <a:r>
              <a:rPr lang="en-US" sz="1600" dirty="0" err="1"/>
              <a:t>kiezen</a:t>
            </a:r>
            <a:r>
              <a:rPr lang="en-US" sz="1600" dirty="0"/>
              <a:t> </a:t>
            </a:r>
            <a:r>
              <a:rPr lang="en-US" sz="1600" dirty="0" err="1"/>
              <a:t>bij</a:t>
            </a:r>
            <a:r>
              <a:rPr lang="en-US" sz="1600" dirty="0"/>
              <a:t> </a:t>
            </a:r>
            <a:r>
              <a:rPr lang="en-US" sz="1600" dirty="0" err="1"/>
              <a:t>installatie</a:t>
            </a:r>
            <a:endParaRPr lang="en-US" sz="1600" dirty="0"/>
          </a:p>
          <a:p>
            <a:pPr marL="1600200" lvl="2">
              <a:buFont typeface="Arial" panose="020B0604020202020204" pitchFamily="34" charset="0"/>
              <a:buChar char="•"/>
            </a:pPr>
            <a:r>
              <a:rPr lang="en-US" sz="1600" dirty="0" err="1"/>
              <a:t>keuze</a:t>
            </a:r>
            <a:r>
              <a:rPr lang="en-US" sz="1600" dirty="0"/>
              <a:t> </a:t>
            </a:r>
            <a:r>
              <a:rPr lang="en-US" sz="1600" dirty="0" err="1"/>
              <a:t>tussen</a:t>
            </a:r>
            <a:r>
              <a:rPr lang="en-US" sz="1600" dirty="0"/>
              <a:t> </a:t>
            </a:r>
            <a:r>
              <a:rPr lang="en-US" sz="1600" dirty="0" err="1"/>
              <a:t>grafische</a:t>
            </a:r>
            <a:r>
              <a:rPr lang="en-US" sz="1600" dirty="0"/>
              <a:t> interface (GUI) of Core is </a:t>
            </a:r>
            <a:r>
              <a:rPr lang="en-US" sz="1600" dirty="0" err="1"/>
              <a:t>eenmalig</a:t>
            </a:r>
            <a:r>
              <a:rPr lang="en-US" sz="1600" dirty="0"/>
              <a:t> en </a:t>
            </a:r>
            <a:r>
              <a:rPr lang="en-US" sz="1600" dirty="0" err="1"/>
              <a:t>onomkeerbaar</a:t>
            </a:r>
            <a:endParaRPr lang="en-US" sz="1600" dirty="0"/>
          </a:p>
          <a:p>
            <a:r>
              <a:rPr lang="en-US" dirty="0"/>
              <a:t>Windows </a:t>
            </a:r>
            <a:r>
              <a:rPr lang="en-US" i="1" dirty="0"/>
              <a:t>[10|11]</a:t>
            </a:r>
            <a:r>
              <a:rPr lang="en-US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Gericht</a:t>
            </a:r>
            <a:r>
              <a:rPr lang="en-US" sz="1800" dirty="0"/>
              <a:t> op </a:t>
            </a:r>
            <a:r>
              <a:rPr lang="en-US" sz="1800" dirty="0" err="1"/>
              <a:t>gebruik</a:t>
            </a:r>
            <a:r>
              <a:rPr lang="en-US" sz="1800" dirty="0"/>
              <a:t> </a:t>
            </a:r>
            <a:r>
              <a:rPr lang="en-US" sz="1800" dirty="0" err="1"/>
              <a:t>als</a:t>
            </a:r>
            <a:r>
              <a:rPr lang="en-US" sz="1800" dirty="0"/>
              <a:t> </a:t>
            </a:r>
            <a:r>
              <a:rPr lang="en-US" sz="1800" i="1" dirty="0"/>
              <a:t>client</a:t>
            </a:r>
            <a:r>
              <a:rPr lang="en-US" sz="1800" dirty="0"/>
              <a:t>, op desktop, laptop of tablet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Altijd</a:t>
            </a:r>
            <a:r>
              <a:rPr lang="en-US" sz="1800" dirty="0"/>
              <a:t> met </a:t>
            </a:r>
            <a:r>
              <a:rPr lang="en-US" sz="1800" dirty="0" err="1"/>
              <a:t>grafische</a:t>
            </a:r>
            <a:r>
              <a:rPr lang="en-US" sz="1800" dirty="0"/>
              <a:t> interface</a:t>
            </a:r>
          </a:p>
          <a:p>
            <a:pPr marL="1600200" lvl="2">
              <a:buFont typeface="Arial" panose="020B0604020202020204" pitchFamily="34" charset="0"/>
              <a:buChar char="•"/>
            </a:pPr>
            <a:endParaRPr lang="nl-NL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ECA6CB-C94D-C90F-6A68-66A72AA88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Windows: </a:t>
            </a:r>
            <a:r>
              <a:rPr lang="en-US" dirty="0" err="1"/>
              <a:t>keuze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server- of client-variant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7928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5401227" cy="3292316"/>
          </a:xfrm>
        </p:spPr>
        <p:txBody>
          <a:bodyPr/>
          <a:lstStyle/>
          <a:p>
            <a:r>
              <a:rPr lang="nl-NL" dirty="0"/>
              <a:t>‘</a:t>
            </a:r>
            <a:r>
              <a:rPr lang="nl-NL" sz="1800" dirty="0"/>
              <a:t>Linux’ is eigenlijk alleen de </a:t>
            </a:r>
            <a:r>
              <a:rPr lang="nl-NL" sz="1800" i="1" dirty="0"/>
              <a:t>kernel</a:t>
            </a:r>
          </a:p>
          <a:p>
            <a:r>
              <a:rPr lang="nl-NL" sz="1800" dirty="0"/>
              <a:t>Combinatie van </a:t>
            </a:r>
            <a:r>
              <a:rPr lang="nl-NL" sz="1800" i="1" dirty="0"/>
              <a:t>kernel</a:t>
            </a:r>
            <a:r>
              <a:rPr lang="nl-NL" sz="1800" dirty="0"/>
              <a:t> en allerlei andere software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600" dirty="0"/>
              <a:t>maakt het operating system compleet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600" dirty="0"/>
              <a:t>biedt functionaliteit richting gebruikers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600" dirty="0"/>
              <a:t>meestal ook applicatiesoftware</a:t>
            </a:r>
          </a:p>
          <a:p>
            <a:r>
              <a:rPr lang="nl-NL" sz="1800" dirty="0"/>
              <a:t>Er zijn heel, heel veel Linux distributies, elk met eigen voor- en nadelen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600" dirty="0"/>
              <a:t>verschillende doeleinden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600" dirty="0"/>
              <a:t>verschillende </a:t>
            </a:r>
            <a:r>
              <a:rPr lang="nl-NL" sz="1600" i="1" dirty="0"/>
              <a:t>package managers</a:t>
            </a:r>
            <a:endParaRPr lang="nl-NL" sz="1600" dirty="0"/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is een Linux distributie?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74" y="1043340"/>
            <a:ext cx="2942216" cy="315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7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Er zijn </a:t>
            </a:r>
            <a:r>
              <a:rPr lang="nl-NL" i="1" dirty="0" err="1"/>
              <a:t>enterprise</a:t>
            </a:r>
            <a:r>
              <a:rPr lang="nl-NL" dirty="0"/>
              <a:t> distributies primair gericht op zakelijk gebruik: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gebruik van </a:t>
            </a:r>
            <a:r>
              <a:rPr lang="nl-NL" i="1" dirty="0"/>
              <a:t>proven </a:t>
            </a:r>
            <a:r>
              <a:rPr lang="nl-NL" i="1" dirty="0" err="1"/>
              <a:t>technology</a:t>
            </a:r>
            <a:endParaRPr lang="nl-NL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voorspelbaarheid (stabiliteit, compatibiliteit, langdurige ondersteuning) staat voorop</a:t>
            </a:r>
          </a:p>
          <a:p>
            <a:r>
              <a:rPr lang="nl-NL" dirty="0"/>
              <a:t>Er zijn distributies primair gericht op ontwikkelaars en hobbyisten: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up-to-date software is belangrijker dan voorspelbaarheid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hoge release frequentie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Twee hoofdsoorten Linux distributies</a:t>
            </a:r>
          </a:p>
        </p:txBody>
      </p:sp>
    </p:spTree>
    <p:extLst>
      <p:ext uri="{BB962C8B-B14F-4D97-AF65-F5344CB8AC3E}">
        <p14:creationId xmlns:p14="http://schemas.microsoft.com/office/powerpoint/2010/main" val="3783576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De bekendste en meest gebruikte distributies voor zakelijk gebruik zijn:</a:t>
            </a:r>
          </a:p>
          <a:p>
            <a:r>
              <a:rPr lang="nl-NL" dirty="0" err="1"/>
              <a:t>Debian</a:t>
            </a:r>
            <a:endParaRPr lang="nl-NL" dirty="0"/>
          </a:p>
          <a:p>
            <a:r>
              <a:rPr lang="nl-NL" dirty="0"/>
              <a:t>Red Hat Enterprise Linux (RHEL)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1800" dirty="0"/>
              <a:t>Wij gebruiken </a:t>
            </a:r>
            <a:r>
              <a:rPr lang="nl-NL" sz="1800" dirty="0" err="1"/>
              <a:t>Rocky</a:t>
            </a:r>
            <a:r>
              <a:rPr lang="nl-NL" sz="1800" dirty="0"/>
              <a:t> Linux, die hiervan is afgeleid</a:t>
            </a:r>
          </a:p>
          <a:p>
            <a:r>
              <a:rPr lang="nl-NL" dirty="0"/>
              <a:t>Oracle Linux</a:t>
            </a:r>
          </a:p>
          <a:p>
            <a:r>
              <a:rPr lang="nl-NL" dirty="0"/>
              <a:t>SUSE Linux Enterprise Server (SLES)</a:t>
            </a:r>
          </a:p>
          <a:p>
            <a:r>
              <a:rPr lang="nl-NL" dirty="0"/>
              <a:t>Ubuntu LTS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Enkele zakelijke Linux distributies</a:t>
            </a:r>
          </a:p>
        </p:txBody>
      </p:sp>
      <p:pic>
        <p:nvPicPr>
          <p:cNvPr id="5" name="Picture 2" descr="https://www.wpclipart.com/office/people/clothes/shirt_tie_white_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560" y="1605142"/>
            <a:ext cx="1486734" cy="157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00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Voorbeelden van distributies voor ontwikkelaars en hobbyisten:</a:t>
            </a:r>
          </a:p>
          <a:p>
            <a:r>
              <a:rPr lang="nl-NL" dirty="0" err="1"/>
              <a:t>Fedora</a:t>
            </a:r>
            <a:endParaRPr lang="nl-NL" dirty="0"/>
          </a:p>
          <a:p>
            <a:r>
              <a:rPr lang="nl-NL" dirty="0"/>
              <a:t>Linux Mint</a:t>
            </a:r>
          </a:p>
          <a:p>
            <a:r>
              <a:rPr lang="nl-NL" dirty="0" err="1"/>
              <a:t>openSUSE</a:t>
            </a:r>
            <a:endParaRPr lang="nl-NL" dirty="0"/>
          </a:p>
          <a:p>
            <a:r>
              <a:rPr lang="nl-NL" dirty="0" err="1"/>
              <a:t>Slackware</a:t>
            </a:r>
            <a:endParaRPr lang="nl-NL" dirty="0"/>
          </a:p>
          <a:p>
            <a:r>
              <a:rPr lang="nl-NL" dirty="0"/>
              <a:t>Ubuntu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Enkele andere Linux distributies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931" y="2052010"/>
            <a:ext cx="2263263" cy="203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7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nl-NL" dirty="0"/>
              <a:t>RHEL is een periodieke afsplitsing van </a:t>
            </a:r>
            <a:r>
              <a:rPr lang="nl-NL" dirty="0" err="1"/>
              <a:t>Fedora</a:t>
            </a:r>
            <a:endParaRPr lang="nl-NL" dirty="0"/>
          </a:p>
          <a:p>
            <a:pPr marL="806450" lvl="2">
              <a:spcBef>
                <a:spcPts val="1200"/>
              </a:spcBef>
            </a:pPr>
            <a:r>
              <a:rPr lang="nl-NL" dirty="0"/>
              <a:t>vervolgens wordt RHEL onderhouden in </a:t>
            </a:r>
            <a:r>
              <a:rPr lang="nl-NL" dirty="0" err="1"/>
              <a:t>CentOS</a:t>
            </a:r>
            <a:r>
              <a:rPr lang="nl-NL" dirty="0"/>
              <a:t> Stream</a:t>
            </a:r>
          </a:p>
          <a:p>
            <a:pPr>
              <a:spcBef>
                <a:spcPts val="1200"/>
              </a:spcBef>
            </a:pPr>
            <a:r>
              <a:rPr lang="nl-NL" dirty="0"/>
              <a:t>Oracle Linux en </a:t>
            </a:r>
            <a:r>
              <a:rPr lang="nl-NL" dirty="0" err="1"/>
              <a:t>Rocky</a:t>
            </a:r>
            <a:r>
              <a:rPr lang="nl-NL" dirty="0"/>
              <a:t> Linux zijn RHEL ‘in een ander jasje’</a:t>
            </a:r>
          </a:p>
          <a:p>
            <a:pPr>
              <a:spcBef>
                <a:spcPts val="1200"/>
              </a:spcBef>
            </a:pPr>
            <a:r>
              <a:rPr lang="nl-NL" dirty="0"/>
              <a:t>Ubuntu is een afgeleide van </a:t>
            </a:r>
            <a:r>
              <a:rPr lang="nl-NL" dirty="0" err="1"/>
              <a:t>Debian</a:t>
            </a:r>
            <a:r>
              <a:rPr lang="nl-NL" dirty="0"/>
              <a:t> met een hogere update-frequentie</a:t>
            </a:r>
          </a:p>
          <a:p>
            <a:pPr>
              <a:spcBef>
                <a:spcPts val="1200"/>
              </a:spcBef>
            </a:pPr>
            <a:r>
              <a:rPr lang="nl-NL" dirty="0"/>
              <a:t>Ubuntu LTS releases zijn Ubuntu releases die langer onderhouden worden (Long Term Support)</a:t>
            </a:r>
          </a:p>
          <a:p>
            <a:pPr>
              <a:spcBef>
                <a:spcPts val="1200"/>
              </a:spcBef>
            </a:pPr>
            <a:r>
              <a:rPr lang="nl-NL" dirty="0"/>
              <a:t>SLES is een afgeleide van </a:t>
            </a:r>
            <a:r>
              <a:rPr lang="nl-NL" dirty="0" err="1"/>
              <a:t>openSUSE</a:t>
            </a: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Samenhang tussen distributies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8026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Redenen om voor een zakelijk gerichte (</a:t>
            </a:r>
            <a:r>
              <a:rPr lang="nl-NL" i="1" dirty="0" err="1"/>
              <a:t>enterprise</a:t>
            </a:r>
            <a:r>
              <a:rPr lang="nl-NL" dirty="0"/>
              <a:t>) distributie te kiezen: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Behoefte aan een support contract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Ingerichte servers moeten lang meegaan zonder volledige herinstallaties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Eisen die door leveranciers van middleware of applicatiesoftware gesteld worden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Vaak maar 1 of 2 distributies officieel ondersteund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distributie kiezen 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14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Redenen om niet voor een </a:t>
            </a:r>
            <a:r>
              <a:rPr lang="nl-NL" i="1" dirty="0" err="1"/>
              <a:t>enterprise</a:t>
            </a:r>
            <a:r>
              <a:rPr lang="nl-NL" dirty="0"/>
              <a:t> distributie te kiezen:</a:t>
            </a:r>
          </a:p>
          <a:p>
            <a:r>
              <a:rPr lang="nl-NL" dirty="0"/>
              <a:t>Behoefte aan nieuwste functionaliteit die alleen in nieuwste (versies van) softwarepakketten beschikbaar is</a:t>
            </a:r>
          </a:p>
          <a:p>
            <a:r>
              <a:rPr lang="nl-NL" dirty="0"/>
              <a:t>Doorgaans meer flexibiliteit ten aanzien van de inrichting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distributie kiezen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6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6058596" cy="3292316"/>
          </a:xfrm>
        </p:spPr>
        <p:txBody>
          <a:bodyPr/>
          <a:lstStyle/>
          <a:p>
            <a:r>
              <a:rPr lang="nl-NL" altLang="nl-NL" sz="1800" dirty="0" err="1"/>
              <a:t>VMware</a:t>
            </a:r>
            <a:r>
              <a:rPr lang="nl-NL" altLang="nl-NL" sz="1800" dirty="0"/>
              <a:t> </a:t>
            </a:r>
            <a:r>
              <a:rPr lang="nl-NL" altLang="nl-NL" sz="1800" dirty="0" err="1"/>
              <a:t>WorkStation</a:t>
            </a:r>
            <a:r>
              <a:rPr lang="nl-NL" altLang="nl-NL" sz="1800" dirty="0"/>
              <a:t> (zie Canvas)</a:t>
            </a:r>
          </a:p>
          <a:p>
            <a:pPr lvl="1"/>
            <a:r>
              <a:rPr lang="nl-NL" altLang="nl-NL" sz="1600" dirty="0"/>
              <a:t>Na registratie kosteloos te installeren op je laptop</a:t>
            </a:r>
          </a:p>
          <a:p>
            <a:r>
              <a:rPr lang="nl-NL" altLang="nl-NL" sz="1800" dirty="0" err="1"/>
              <a:t>Rocky</a:t>
            </a:r>
            <a:r>
              <a:rPr lang="nl-NL" altLang="nl-NL" sz="1800" dirty="0"/>
              <a:t> Linux 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altLang="nl-NL" sz="1600" dirty="0"/>
              <a:t>Afgeleid van </a:t>
            </a:r>
            <a:r>
              <a:rPr lang="de-DE" altLang="nl-NL" sz="1600" dirty="0" err="1"/>
              <a:t>Red</a:t>
            </a:r>
            <a:r>
              <a:rPr lang="de-DE" altLang="nl-NL" sz="1600" dirty="0"/>
              <a:t> Hat Enterprise Linux (RHEL)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nl-NL" sz="1600" dirty="0"/>
              <a:t>Maar open source en </a:t>
            </a:r>
            <a:r>
              <a:rPr lang="en-US" altLang="nl-NL" sz="1600" dirty="0" err="1"/>
              <a:t>kostenloos</a:t>
            </a:r>
            <a:endParaRPr lang="en-US" altLang="nl-NL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nl-NL" sz="1600" dirty="0" err="1"/>
              <a:t>Niet</a:t>
            </a:r>
            <a:r>
              <a:rPr lang="en-US" altLang="nl-NL" sz="1600" dirty="0"/>
              <a:t> alle </a:t>
            </a:r>
            <a:r>
              <a:rPr lang="en-US" altLang="nl-NL" sz="1600" dirty="0" err="1"/>
              <a:t>opdrachten</a:t>
            </a:r>
            <a:r>
              <a:rPr lang="en-US" altLang="nl-NL" sz="1600" dirty="0"/>
              <a:t> Werken </a:t>
            </a:r>
            <a:r>
              <a:rPr lang="en-US" altLang="nl-NL" sz="1600" dirty="0" err="1"/>
              <a:t>gegarandeerd</a:t>
            </a:r>
            <a:r>
              <a:rPr lang="en-US" altLang="nl-NL" sz="1600" dirty="0"/>
              <a:t> </a:t>
            </a:r>
            <a:r>
              <a:rPr lang="en-US" altLang="nl-NL" sz="1600" dirty="0" err="1"/>
              <a:t>onder</a:t>
            </a:r>
            <a:r>
              <a:rPr lang="en-US" altLang="nl-NL" sz="1600" dirty="0"/>
              <a:t> Rocky Linux 9, die </a:t>
            </a:r>
            <a:r>
              <a:rPr lang="en-US" altLang="nl-NL" sz="1600" dirty="0" err="1"/>
              <a:t>gebruiken</a:t>
            </a:r>
            <a:r>
              <a:rPr lang="en-US" altLang="nl-NL" sz="1600" dirty="0"/>
              <a:t> we </a:t>
            </a:r>
            <a:r>
              <a:rPr lang="en-US" altLang="nl-NL" sz="1600" dirty="0" err="1"/>
              <a:t>dus</a:t>
            </a:r>
            <a:r>
              <a:rPr lang="en-US" altLang="nl-NL" sz="1600" dirty="0"/>
              <a:t> </a:t>
            </a:r>
            <a:r>
              <a:rPr lang="en-US" altLang="nl-NL" sz="1600" dirty="0" err="1"/>
              <a:t>niet</a:t>
            </a:r>
            <a:endParaRPr lang="nl-NL" altLang="nl-NL" sz="1600" dirty="0"/>
          </a:p>
          <a:p>
            <a:r>
              <a:rPr lang="nl-NL" altLang="nl-NL" sz="1800" dirty="0"/>
              <a:t>Windows Server 2019 / 2022 / 10 (GUI)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altLang="nl-NL" sz="1600" dirty="0"/>
              <a:t>Inbegrepen bij </a:t>
            </a:r>
            <a:r>
              <a:rPr lang="nl-NL" altLang="nl-NL" sz="1600" i="1" dirty="0"/>
              <a:t>Azure for </a:t>
            </a:r>
            <a:r>
              <a:rPr lang="nl-NL" altLang="nl-NL" sz="1600" i="1" dirty="0" err="1"/>
              <a:t>Students</a:t>
            </a:r>
            <a:endParaRPr lang="nl-NL" altLang="nl-NL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altLang="nl-NL" sz="1600" dirty="0"/>
              <a:t>Windows 11 vraagt, vergeleken met Windows 10, te veel resources!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altLang="nl-NL" sz="1600" dirty="0"/>
              <a:t>Klonen met behulp van </a:t>
            </a:r>
            <a:r>
              <a:rPr lang="nl-NL" altLang="nl-NL" sz="1600" dirty="0" err="1"/>
              <a:t>sysprep</a:t>
            </a:r>
            <a:r>
              <a:rPr lang="nl-NL" altLang="nl-NL" sz="1600" dirty="0"/>
              <a:t> (verplicht!)</a:t>
            </a:r>
            <a:endParaRPr lang="nl-NL" sz="1600" dirty="0"/>
          </a:p>
        </p:txBody>
      </p:sp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 dirty="0"/>
              <a:t>Opzet / software voor practicumomgeving</a:t>
            </a: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blackWhite">
          <a:xfrm flipV="1">
            <a:off x="6094810" y="2191785"/>
            <a:ext cx="549711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ED0010"/>
              </a:buClr>
              <a:buSzPct val="60000"/>
              <a:buFont typeface="Zapf Dingbats" pitchFamily="-84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6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2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nl-NL" altLang="nl-NL" sz="1050">
              <a:solidFill>
                <a:schemeClr val="tx1"/>
              </a:solidFill>
            </a:endParaRPr>
          </a:p>
        </p:txBody>
      </p:sp>
      <p:pic>
        <p:nvPicPr>
          <p:cNvPr id="1028" name="Picture 4" descr="http://www.vmware.com/files/images/framework/vmware-Logo-B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392" y="1325066"/>
            <a:ext cx="1975253" cy="3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0F6A10-2B2D-4C14-81C5-2E5B4C9C34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16162" r="4603" b="16162"/>
          <a:stretch/>
        </p:blipFill>
        <p:spPr>
          <a:xfrm>
            <a:off x="6477713" y="2027591"/>
            <a:ext cx="2666288" cy="719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4968F9-A5EF-01C0-5E5B-A9622AE0B5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1233"/>
          <a:stretch/>
        </p:blipFill>
        <p:spPr>
          <a:xfrm>
            <a:off x="6618939" y="3047824"/>
            <a:ext cx="2525061" cy="57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4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EC4B-FFA5-B238-9B8A-5258F703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94864A-C74D-1DED-7E60-D474D7B6B5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62" b="16162"/>
          <a:stretch/>
        </p:blipFill>
        <p:spPr>
          <a:xfrm>
            <a:off x="6348647" y="1315686"/>
            <a:ext cx="2794959" cy="7191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EF5299-5073-E860-00DD-5D9B691E7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388" y="3334881"/>
            <a:ext cx="2556598" cy="5741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08BB9-DA4B-5D31-9667-A6C64E49A0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altLang="nl-NL" dirty="0"/>
              <a:t>Installatie als onderdeel van het practicum</a:t>
            </a:r>
          </a:p>
          <a:p>
            <a:r>
              <a:rPr lang="nl-NL" altLang="nl-NL" dirty="0"/>
              <a:t>Maak twee Linux </a:t>
            </a:r>
            <a:r>
              <a:rPr lang="nl-NL" altLang="nl-NL" dirty="0" err="1"/>
              <a:t>VM’s</a:t>
            </a:r>
            <a:r>
              <a:rPr lang="nl-NL" altLang="nl-NL" dirty="0"/>
              <a:t>: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altLang="nl-NL" sz="1800" dirty="0">
                <a:latin typeface="Calibri" panose="020F0502020204030204" pitchFamily="34" charset="0"/>
                <a:cs typeface="Calibri" panose="020F0502020204030204" pitchFamily="34" charset="0"/>
              </a:rPr>
              <a:t>éé</a:t>
            </a:r>
            <a:r>
              <a:rPr lang="nl-NL" altLang="nl-NL" sz="1800" dirty="0"/>
              <a:t>n met tenminste 1536 </a:t>
            </a:r>
            <a:r>
              <a:rPr lang="nl-NL" altLang="nl-NL" sz="1800" dirty="0" err="1"/>
              <a:t>MiB</a:t>
            </a:r>
            <a:r>
              <a:rPr lang="nl-NL" altLang="nl-NL" sz="1800" dirty="0"/>
              <a:t> RAM (handmatige installatie)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altLang="nl-NL" sz="1800" dirty="0">
                <a:latin typeface="Calibri" panose="020F0502020204030204" pitchFamily="34" charset="0"/>
                <a:cs typeface="Calibri" panose="020F0502020204030204" pitchFamily="34" charset="0"/>
              </a:rPr>
              <a:t>éé</a:t>
            </a:r>
            <a:r>
              <a:rPr lang="nl-NL" altLang="nl-NL" sz="1800" dirty="0"/>
              <a:t>n met tenminste 3072 </a:t>
            </a:r>
            <a:r>
              <a:rPr lang="nl-NL" altLang="nl-NL" sz="1800" dirty="0" err="1"/>
              <a:t>MiB</a:t>
            </a:r>
            <a:r>
              <a:rPr lang="nl-NL" altLang="nl-NL" sz="1800" dirty="0"/>
              <a:t> RAM (netwerkinstallatie)</a:t>
            </a:r>
          </a:p>
          <a:p>
            <a:pPr lvl="1">
              <a:lnSpc>
                <a:spcPct val="100000"/>
              </a:lnSpc>
            </a:pPr>
            <a:r>
              <a:rPr lang="nl-NL" altLang="nl-NL" sz="1800" dirty="0"/>
              <a:t>met beide een virtuele disk van minimaal 20 </a:t>
            </a:r>
            <a:r>
              <a:rPr lang="nl-NL" altLang="nl-NL" sz="1800" dirty="0" err="1"/>
              <a:t>GiB</a:t>
            </a:r>
            <a:endParaRPr lang="nl-NL" altLang="nl-NL" sz="1800" dirty="0"/>
          </a:p>
          <a:p>
            <a:r>
              <a:rPr lang="nl-NL" dirty="0"/>
              <a:t>Maak tenminste drie Windows Server GUI </a:t>
            </a:r>
            <a:r>
              <a:rPr lang="nl-NL" dirty="0" err="1"/>
              <a:t>VM’s</a:t>
            </a:r>
            <a:r>
              <a:rPr lang="nl-NL" dirty="0"/>
              <a:t>, een Windows Server </a:t>
            </a:r>
            <a:r>
              <a:rPr lang="nl-NL" dirty="0" err="1"/>
              <a:t>Core</a:t>
            </a:r>
            <a:r>
              <a:rPr lang="nl-NL" dirty="0"/>
              <a:t> VM en een Windows 10 client VM: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GUI: “Desktop </a:t>
            </a:r>
            <a:r>
              <a:rPr lang="nl-NL" dirty="0" err="1"/>
              <a:t>Experience</a:t>
            </a:r>
            <a:r>
              <a:rPr lang="nl-NL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elk met tenminste 2048 </a:t>
            </a:r>
            <a:r>
              <a:rPr lang="nl-NL" dirty="0" err="1"/>
              <a:t>MiB</a:t>
            </a:r>
            <a:r>
              <a:rPr lang="nl-NL" dirty="0"/>
              <a:t> 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elk met een virtuele disk van minimaal 60 </a:t>
            </a:r>
            <a:r>
              <a:rPr lang="nl-NL" dirty="0" err="1"/>
              <a:t>GiB</a:t>
            </a:r>
            <a:endParaRPr lang="nl-NL" dirty="0"/>
          </a:p>
        </p:txBody>
      </p:sp>
      <p:sp>
        <p:nvSpPr>
          <p:cNvPr id="11266" name="Titel 1">
            <a:extLst>
              <a:ext uri="{FF2B5EF4-FFF2-40B4-BE49-F238E27FC236}">
                <a16:creationId xmlns:a16="http://schemas.microsoft.com/office/drawing/2014/main" id="{5BC81987-95EF-21FD-D0DE-B39F9656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 dirty="0"/>
              <a:t>Opzet / </a:t>
            </a:r>
            <a:r>
              <a:rPr lang="nl-NL" altLang="nl-NL" dirty="0" err="1"/>
              <a:t>VM’s</a:t>
            </a:r>
            <a:r>
              <a:rPr lang="nl-NL" altLang="nl-NL" dirty="0"/>
              <a:t> in individuele omgeving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847890FB-70B4-0155-B1AD-FD19E92CF4F7}"/>
              </a:ext>
            </a:extLst>
          </p:cNvPr>
          <p:cNvSpPr>
            <a:spLocks noChangeArrowheads="1"/>
          </p:cNvSpPr>
          <p:nvPr/>
        </p:nvSpPr>
        <p:spPr bwMode="blackWhite">
          <a:xfrm flipV="1">
            <a:off x="6094810" y="2191785"/>
            <a:ext cx="549711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ED0010"/>
              </a:buClr>
              <a:buSzPct val="60000"/>
              <a:buFont typeface="Zapf Dingbats" pitchFamily="-84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6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2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 pitchFamily="-84" charset="2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nl-NL" altLang="nl-NL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638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4221D5-BE92-4CC2-A7F5-F85B081124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VMware Workstation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i="1" dirty="0"/>
              <a:t>hypervisor</a:t>
            </a:r>
            <a:r>
              <a:rPr lang="en-US" dirty="0"/>
              <a:t>, software die </a:t>
            </a:r>
            <a:r>
              <a:rPr lang="en-US" dirty="0" err="1"/>
              <a:t>ervoor</a:t>
            </a:r>
            <a:r>
              <a:rPr lang="en-US" dirty="0"/>
              <a:t> </a:t>
            </a:r>
            <a:r>
              <a:rPr lang="en-US" dirty="0" err="1"/>
              <a:t>zorgt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je laptop </a:t>
            </a:r>
            <a:r>
              <a:rPr lang="en-US" dirty="0" err="1"/>
              <a:t>zich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gedragen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meerdere</a:t>
            </a:r>
            <a:r>
              <a:rPr lang="en-US" dirty="0"/>
              <a:t> (</a:t>
            </a:r>
            <a:r>
              <a:rPr lang="en-US" dirty="0" err="1"/>
              <a:t>virtuele</a:t>
            </a:r>
            <a:r>
              <a:rPr lang="en-US" dirty="0"/>
              <a:t>) computers (later in </a:t>
            </a:r>
            <a:r>
              <a:rPr lang="en-US" dirty="0" err="1"/>
              <a:t>deze</a:t>
            </a:r>
            <a:r>
              <a:rPr lang="en-US" dirty="0"/>
              <a:t> cursus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daarover</a:t>
            </a:r>
            <a:r>
              <a:rPr lang="en-US" dirty="0"/>
              <a:t>)</a:t>
            </a:r>
          </a:p>
          <a:p>
            <a:r>
              <a:rPr lang="en-US" dirty="0"/>
              <a:t>Na </a:t>
            </a:r>
            <a:r>
              <a:rPr lang="en-US" dirty="0" err="1"/>
              <a:t>registratie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Broadcom gratis te </a:t>
            </a:r>
            <a:r>
              <a:rPr lang="en-US" dirty="0" err="1"/>
              <a:t>downloaden</a:t>
            </a:r>
            <a:r>
              <a:rPr lang="en-US" dirty="0"/>
              <a:t> voor </a:t>
            </a:r>
            <a:r>
              <a:rPr lang="en-US" dirty="0" err="1"/>
              <a:t>persoonlijk</a:t>
            </a:r>
            <a:r>
              <a:rPr lang="en-US" dirty="0"/>
              <a:t> </a:t>
            </a:r>
            <a:r>
              <a:rPr lang="en-US" dirty="0" err="1"/>
              <a:t>gebruik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installatie</a:t>
            </a:r>
            <a:r>
              <a:rPr lang="en-US" dirty="0"/>
              <a:t> </a:t>
            </a:r>
            <a:r>
              <a:rPr lang="en-US" dirty="0" err="1"/>
              <a:t>wijst</a:t>
            </a:r>
            <a:r>
              <a:rPr lang="en-US" dirty="0"/>
              <a:t> </a:t>
            </a:r>
            <a:r>
              <a:rPr lang="en-US" dirty="0" err="1"/>
              <a:t>redelijk</a:t>
            </a:r>
            <a:r>
              <a:rPr lang="en-US" dirty="0"/>
              <a:t> </a:t>
            </a:r>
            <a:r>
              <a:rPr lang="en-US" dirty="0" err="1"/>
              <a:t>zichzelf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</a:t>
            </a:r>
            <a:r>
              <a:rPr lang="en-US" dirty="0" err="1"/>
              <a:t>opstarten</a:t>
            </a:r>
            <a:br>
              <a:rPr lang="en-US" dirty="0"/>
            </a:br>
            <a:r>
              <a:rPr lang="en-US" dirty="0" err="1"/>
              <a:t>wel</a:t>
            </a:r>
            <a:r>
              <a:rPr lang="en-US" dirty="0"/>
              <a:t> even de </a:t>
            </a:r>
            <a:r>
              <a:rPr lang="en-US" dirty="0" err="1"/>
              <a:t>juiste</a:t>
            </a:r>
            <a:r>
              <a:rPr lang="en-US" dirty="0"/>
              <a:t> </a:t>
            </a:r>
            <a:r>
              <a:rPr lang="en-US" dirty="0" err="1"/>
              <a:t>keuze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:</a:t>
            </a:r>
          </a:p>
          <a:p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860DA3-1516-71D5-CF4E-38D9992AE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VMware Workstation </a:t>
            </a:r>
            <a:r>
              <a:rPr lang="en-US" dirty="0" err="1"/>
              <a:t>installeren</a:t>
            </a:r>
            <a:endParaRPr lang="nl-NL" dirty="0"/>
          </a:p>
        </p:txBody>
      </p:sp>
      <p:pic>
        <p:nvPicPr>
          <p:cNvPr id="4" name="Afbeelding 1" descr="Afbeelding met tekst, schermopname, Lettertype, Besturingssysteem&#10;&#10;Automatisch gegenereerde beschrijving">
            <a:extLst>
              <a:ext uri="{FF2B5EF4-FFF2-40B4-BE49-F238E27FC236}">
                <a16:creationId xmlns:a16="http://schemas.microsoft.com/office/drawing/2014/main" id="{DF6AE918-EF1D-188B-3424-8E1BA305FDA9}"/>
              </a:ext>
            </a:extLst>
          </p:cNvPr>
          <p:cNvPicPr>
            <a:picLocks noChangeAspect="1"/>
          </p:cNvPicPr>
          <p:nvPr/>
        </p:nvPicPr>
        <p:blipFill rotWithShape="1"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2" t="6115" r="3082" b="2447"/>
          <a:stretch>
            <a:fillRect/>
          </a:stretch>
        </p:blipFill>
        <p:spPr bwMode="auto">
          <a:xfrm>
            <a:off x="5363392" y="2997834"/>
            <a:ext cx="2057400" cy="18986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59578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BA615B-E2FE-2220-D447-58A32C84D3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Wijst redelijk zichzelf, maar let even op het volgende:</a:t>
            </a:r>
          </a:p>
          <a:p>
            <a:r>
              <a:rPr lang="nl-NL" dirty="0"/>
              <a:t>Standaard installatie van Windows Server is zonder uitgebreide desktop, de zogenaamde ‘</a:t>
            </a:r>
            <a:r>
              <a:rPr lang="nl-NL" dirty="0" err="1"/>
              <a:t>Core</a:t>
            </a:r>
            <a:r>
              <a:rPr lang="nl-NL" dirty="0"/>
              <a:t>’ installatie. Kies voor GUI systemen de installatie-optie “Desktop </a:t>
            </a:r>
            <a:r>
              <a:rPr lang="nl-NL" dirty="0" err="1"/>
              <a:t>experience</a:t>
            </a:r>
            <a:r>
              <a:rPr lang="nl-NL" dirty="0"/>
              <a:t>”</a:t>
            </a:r>
          </a:p>
          <a:p>
            <a:r>
              <a:rPr lang="nl-NL" dirty="0"/>
              <a:t>Maak in ieder geval voor de grafische Windows servers in je individuele omgeving gebruik van de </a:t>
            </a:r>
            <a:r>
              <a:rPr lang="nl-NL" dirty="0" err="1"/>
              <a:t>VMware</a:t>
            </a:r>
            <a:r>
              <a:rPr lang="nl-NL" dirty="0"/>
              <a:t> faciliteit </a:t>
            </a:r>
            <a:r>
              <a:rPr lang="nl-NL" i="1" dirty="0" err="1"/>
              <a:t>Linked</a:t>
            </a:r>
            <a:r>
              <a:rPr lang="nl-NL" i="1" dirty="0"/>
              <a:t> </a:t>
            </a:r>
            <a:r>
              <a:rPr lang="nl-NL" i="1" dirty="0" err="1"/>
              <a:t>Clones</a:t>
            </a:r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D34199-64D3-B31B-E3BC-203AD6A63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</a:t>
            </a:r>
            <a:r>
              <a:rPr lang="en-US" dirty="0" err="1"/>
              <a:t>installeren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66772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Na een keuze voor een distributie gemaakt te hebben kan met de installatie begonnen worden.</a:t>
            </a:r>
          </a:p>
          <a:p>
            <a:pPr marL="0" indent="0">
              <a:buNone/>
            </a:pPr>
            <a:r>
              <a:rPr lang="nl-NL" dirty="0"/>
              <a:t>Hiervoor is benodigd:</a:t>
            </a:r>
          </a:p>
          <a:p>
            <a:r>
              <a:rPr lang="nl-NL" dirty="0"/>
              <a:t>een systeem (fysiek of VM) met consoletoegang</a:t>
            </a:r>
          </a:p>
          <a:p>
            <a:r>
              <a:rPr lang="nl-NL" dirty="0"/>
              <a:t>de installatiesoftware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dit kan een image van de volledige distributie zijn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/>
              <a:t>maar een minimaal image plus internet toegang is ook een optie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Linux installeren (1)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2361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l-NL" dirty="0"/>
              <a:t>Alle Linux </a:t>
            </a:r>
            <a:r>
              <a:rPr lang="nl-NL" i="1" dirty="0" err="1"/>
              <a:t>installers</a:t>
            </a:r>
            <a:r>
              <a:rPr lang="nl-NL" dirty="0"/>
              <a:t> doorlopen de volgende fasen: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nl-NL" dirty="0"/>
              <a:t>opstarten van de installatie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nl-NL" dirty="0"/>
              <a:t>configureren van het te installeren systeem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nl-NL" dirty="0"/>
              <a:t>installeren van de software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Linux installeren (2)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67751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Voor de Linux practica van deze cursus hebben wij gekozen voor:</a:t>
            </a:r>
          </a:p>
          <a:p>
            <a:r>
              <a:rPr lang="nl-NL" dirty="0" err="1"/>
              <a:t>Rocky</a:t>
            </a:r>
            <a:r>
              <a:rPr lang="nl-NL" dirty="0"/>
              <a:t> Linux, compatibel met Red Hat Enterprise Linux, omdat RHEL in het bedrijfsleven veel gebruikt wordt</a:t>
            </a:r>
          </a:p>
          <a:p>
            <a:r>
              <a:rPr lang="nl-NL" dirty="0"/>
              <a:t>een vrij volledig (DVD) image zodat ook een geautomatiseerde installatie kan worden uitgevoerd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installeren 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78164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4489885" cy="329231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Oorspronkelijk bijna een wetenschap, nu slechts paar harde eisen: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/boot </a:t>
            </a:r>
            <a:r>
              <a:rPr lang="nl-NL" dirty="0"/>
              <a:t>partitie verplicht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/boot/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efi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/>
              <a:t>partitie verplicht op UEFI systeem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 dirty="0"/>
              <a:t>root en swap volumes</a:t>
            </a:r>
          </a:p>
          <a:p>
            <a:endParaRPr lang="nl-NL" dirty="0"/>
          </a:p>
        </p:txBody>
      </p:sp>
      <p:sp>
        <p:nvSpPr>
          <p:cNvPr id="13" name="Rectangle 12"/>
          <p:cNvSpPr/>
          <p:nvPr/>
        </p:nvSpPr>
        <p:spPr>
          <a:xfrm>
            <a:off x="6260470" y="587615"/>
            <a:ext cx="2446216" cy="29620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br>
              <a:rPr lang="en-US" sz="1400" dirty="0"/>
            </a:br>
            <a:r>
              <a:rPr lang="en-US" sz="1400" dirty="0" err="1"/>
              <a:t>harde</a:t>
            </a:r>
            <a:r>
              <a:rPr lang="en-US" sz="1400" dirty="0"/>
              <a:t> </a:t>
            </a:r>
            <a:r>
              <a:rPr lang="en-US" sz="1400" dirty="0" err="1"/>
              <a:t>schijf</a:t>
            </a:r>
            <a:r>
              <a:rPr lang="en-US" sz="1400" dirty="0"/>
              <a:t>/solid state disk</a:t>
            </a:r>
            <a:endParaRPr lang="nl-NL" sz="1400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6396477" y="2655019"/>
            <a:ext cx="2161717" cy="807702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partitie</a:t>
            </a:r>
            <a:endParaRPr lang="en-US" dirty="0"/>
          </a:p>
        </p:txBody>
      </p:sp>
      <p:sp>
        <p:nvSpPr>
          <p:cNvPr id="15" name="Flowchart: Magnetic Disk 14"/>
          <p:cNvSpPr/>
          <p:nvPr/>
        </p:nvSpPr>
        <p:spPr>
          <a:xfrm>
            <a:off x="6396477" y="1690339"/>
            <a:ext cx="2161717" cy="1061724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8333 h 11688"/>
              <a:gd name="connsiteX6" fmla="*/ 0 w 10000"/>
              <a:gd name="connsiteY6" fmla="*/ 1667 h 11688"/>
              <a:gd name="connsiteX0" fmla="*/ 10000 w 10000"/>
              <a:gd name="connsiteY0" fmla="*/ 1667 h 11688"/>
              <a:gd name="connsiteX1" fmla="*/ 5000 w 10000"/>
              <a:gd name="connsiteY1" fmla="*/ 3334 h 11688"/>
              <a:gd name="connsiteX2" fmla="*/ 0 w 10000"/>
              <a:gd name="connsiteY2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11478 h 11688"/>
              <a:gd name="connsiteX6" fmla="*/ 0 w 10000"/>
              <a:gd name="connsiteY6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8333 h 11688"/>
              <a:gd name="connsiteX6" fmla="*/ 0 w 10000"/>
              <a:gd name="connsiteY6" fmla="*/ 1667 h 11688"/>
              <a:gd name="connsiteX0" fmla="*/ 10000 w 10000"/>
              <a:gd name="connsiteY0" fmla="*/ 1667 h 11688"/>
              <a:gd name="connsiteX1" fmla="*/ 5000 w 10000"/>
              <a:gd name="connsiteY1" fmla="*/ 3334 h 11688"/>
              <a:gd name="connsiteX2" fmla="*/ 0 w 10000"/>
              <a:gd name="connsiteY2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11478 h 11688"/>
              <a:gd name="connsiteX4" fmla="*/ 5000 w 10000"/>
              <a:gd name="connsiteY4" fmla="*/ 10000 h 11688"/>
              <a:gd name="connsiteX5" fmla="*/ 0 w 10000"/>
              <a:gd name="connsiteY5" fmla="*/ 11478 h 11688"/>
              <a:gd name="connsiteX6" fmla="*/ 0 w 10000"/>
              <a:gd name="connsiteY6" fmla="*/ 1667 h 11688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8333 h 13145"/>
              <a:gd name="connsiteX4" fmla="*/ 5000 w 10000"/>
              <a:gd name="connsiteY4" fmla="*/ 10000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8333 h 13145"/>
              <a:gd name="connsiteX4" fmla="*/ 5044 w 10000"/>
              <a:gd name="connsiteY4" fmla="*/ 13145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44 w 10000"/>
              <a:gd name="connsiteY4" fmla="*/ 13145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44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3145" stroke="0" extrusionOk="0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11478"/>
                </a:lnTo>
                <a:cubicBezTo>
                  <a:pt x="10000" y="12399"/>
                  <a:pt x="7805" y="13145"/>
                  <a:pt x="5044" y="13145"/>
                </a:cubicBezTo>
                <a:cubicBezTo>
                  <a:pt x="2283" y="13145"/>
                  <a:pt x="0" y="12399"/>
                  <a:pt x="0" y="11478"/>
                </a:cubicBezTo>
                <a:lnTo>
                  <a:pt x="0" y="1667"/>
                </a:lnTo>
                <a:close/>
              </a:path>
              <a:path w="10000" h="13145" fill="none" extrusionOk="0">
                <a:moveTo>
                  <a:pt x="10000" y="1667"/>
                </a:moveTo>
                <a:cubicBezTo>
                  <a:pt x="10000" y="2588"/>
                  <a:pt x="7761" y="3334"/>
                  <a:pt x="5000" y="3334"/>
                </a:cubicBezTo>
                <a:cubicBezTo>
                  <a:pt x="2239" y="3334"/>
                  <a:pt x="0" y="2588"/>
                  <a:pt x="0" y="1667"/>
                </a:cubicBezTo>
              </a:path>
              <a:path w="10000" h="13145" fill="none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11478"/>
                </a:lnTo>
                <a:cubicBezTo>
                  <a:pt x="10000" y="12399"/>
                  <a:pt x="7776" y="13145"/>
                  <a:pt x="5015" y="13145"/>
                </a:cubicBezTo>
                <a:cubicBezTo>
                  <a:pt x="2254" y="13145"/>
                  <a:pt x="0" y="12399"/>
                  <a:pt x="0" y="11478"/>
                </a:cubicBezTo>
                <a:lnTo>
                  <a:pt x="0" y="166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partitie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diskindeling (1)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556591" y="3244866"/>
            <a:ext cx="8150244" cy="1461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rgbClr val="AAFFFD"/>
              </a:buClr>
              <a:buSzPct val="60000"/>
            </a:pPr>
            <a:r>
              <a:rPr lang="nl-NL" sz="2100" kern="0" dirty="0" err="1">
                <a:solidFill>
                  <a:srgbClr val="000000"/>
                </a:solidFill>
              </a:rPr>
              <a:t>Logical</a:t>
            </a:r>
            <a:r>
              <a:rPr lang="nl-NL" sz="2100" kern="0" dirty="0">
                <a:solidFill>
                  <a:srgbClr val="000000"/>
                </a:solidFill>
              </a:rPr>
              <a:t> Volume Manager:</a:t>
            </a:r>
          </a:p>
          <a:p>
            <a:pPr marL="342900" indent="-342900" defTabSz="457200">
              <a:buClr>
                <a:schemeClr val="accent1"/>
              </a:buClr>
              <a:buSzPct val="60000"/>
              <a:buFont typeface="Arial" charset="0"/>
              <a:buChar char="•"/>
            </a:pPr>
            <a:r>
              <a:rPr lang="nl-NL" sz="2000" dirty="0"/>
              <a:t>Volumes (file systems) zijn niet meer 1 op 1 gebonden aan partities</a:t>
            </a:r>
          </a:p>
          <a:p>
            <a:pPr marL="800100" lvl="2" indent="-342900" defTabSz="457200">
              <a:spcBef>
                <a:spcPct val="20000"/>
              </a:spcBef>
              <a:buClr>
                <a:schemeClr val="accent1"/>
              </a:buClr>
              <a:buSzPct val="60000"/>
              <a:buFont typeface="Arial" charset="0"/>
              <a:buChar char="•"/>
            </a:pPr>
            <a:r>
              <a:rPr lang="nl-NL" sz="2000" dirty="0"/>
              <a:t>meerdere partities kunnen gecombineerd worden</a:t>
            </a:r>
          </a:p>
          <a:p>
            <a:pPr marL="800100" lvl="2" indent="-342900" defTabSz="457200">
              <a:spcBef>
                <a:spcPct val="20000"/>
              </a:spcBef>
              <a:buClr>
                <a:schemeClr val="accent1"/>
              </a:buClr>
              <a:buSzPct val="60000"/>
              <a:buFont typeface="Arial" charset="0"/>
              <a:buChar char="•"/>
            </a:pPr>
            <a:r>
              <a:rPr lang="nl-NL" sz="2000" dirty="0"/>
              <a:t>elke partitie kan meerdere volumes bevatten</a:t>
            </a:r>
          </a:p>
        </p:txBody>
      </p:sp>
      <p:sp>
        <p:nvSpPr>
          <p:cNvPr id="17" name="Flowchart: Magnetic Disk 14"/>
          <p:cNvSpPr/>
          <p:nvPr/>
        </p:nvSpPr>
        <p:spPr>
          <a:xfrm>
            <a:off x="6394099" y="1689007"/>
            <a:ext cx="2164095" cy="1773714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8333 h 11688"/>
              <a:gd name="connsiteX6" fmla="*/ 0 w 10000"/>
              <a:gd name="connsiteY6" fmla="*/ 1667 h 11688"/>
              <a:gd name="connsiteX0" fmla="*/ 10000 w 10000"/>
              <a:gd name="connsiteY0" fmla="*/ 1667 h 11688"/>
              <a:gd name="connsiteX1" fmla="*/ 5000 w 10000"/>
              <a:gd name="connsiteY1" fmla="*/ 3334 h 11688"/>
              <a:gd name="connsiteX2" fmla="*/ 0 w 10000"/>
              <a:gd name="connsiteY2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11478 h 11688"/>
              <a:gd name="connsiteX6" fmla="*/ 0 w 10000"/>
              <a:gd name="connsiteY6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8333 h 11688"/>
              <a:gd name="connsiteX6" fmla="*/ 0 w 10000"/>
              <a:gd name="connsiteY6" fmla="*/ 1667 h 11688"/>
              <a:gd name="connsiteX0" fmla="*/ 10000 w 10000"/>
              <a:gd name="connsiteY0" fmla="*/ 1667 h 11688"/>
              <a:gd name="connsiteX1" fmla="*/ 5000 w 10000"/>
              <a:gd name="connsiteY1" fmla="*/ 3334 h 11688"/>
              <a:gd name="connsiteX2" fmla="*/ 0 w 10000"/>
              <a:gd name="connsiteY2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11478 h 11688"/>
              <a:gd name="connsiteX4" fmla="*/ 5000 w 10000"/>
              <a:gd name="connsiteY4" fmla="*/ 10000 h 11688"/>
              <a:gd name="connsiteX5" fmla="*/ 0 w 10000"/>
              <a:gd name="connsiteY5" fmla="*/ 11478 h 11688"/>
              <a:gd name="connsiteX6" fmla="*/ 0 w 10000"/>
              <a:gd name="connsiteY6" fmla="*/ 1667 h 11688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8333 h 13145"/>
              <a:gd name="connsiteX4" fmla="*/ 5000 w 10000"/>
              <a:gd name="connsiteY4" fmla="*/ 10000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8333 h 13145"/>
              <a:gd name="connsiteX4" fmla="*/ 5044 w 10000"/>
              <a:gd name="connsiteY4" fmla="*/ 13145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44 w 10000"/>
              <a:gd name="connsiteY4" fmla="*/ 13145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44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20395"/>
              <a:gd name="connsiteX1" fmla="*/ 5000 w 10000"/>
              <a:gd name="connsiteY1" fmla="*/ 0 h 20395"/>
              <a:gd name="connsiteX2" fmla="*/ 10000 w 10000"/>
              <a:gd name="connsiteY2" fmla="*/ 1667 h 20395"/>
              <a:gd name="connsiteX3" fmla="*/ 10000 w 10000"/>
              <a:gd name="connsiteY3" fmla="*/ 11478 h 20395"/>
              <a:gd name="connsiteX4" fmla="*/ 5044 w 10000"/>
              <a:gd name="connsiteY4" fmla="*/ 13145 h 20395"/>
              <a:gd name="connsiteX5" fmla="*/ 0 w 10000"/>
              <a:gd name="connsiteY5" fmla="*/ 11478 h 20395"/>
              <a:gd name="connsiteX6" fmla="*/ 0 w 10000"/>
              <a:gd name="connsiteY6" fmla="*/ 1667 h 20395"/>
              <a:gd name="connsiteX0" fmla="*/ 10000 w 10000"/>
              <a:gd name="connsiteY0" fmla="*/ 1667 h 20395"/>
              <a:gd name="connsiteX1" fmla="*/ 5000 w 10000"/>
              <a:gd name="connsiteY1" fmla="*/ 3334 h 20395"/>
              <a:gd name="connsiteX2" fmla="*/ 0 w 10000"/>
              <a:gd name="connsiteY2" fmla="*/ 1667 h 20395"/>
              <a:gd name="connsiteX0" fmla="*/ 0 w 10000"/>
              <a:gd name="connsiteY0" fmla="*/ 1667 h 20395"/>
              <a:gd name="connsiteX1" fmla="*/ 5000 w 10000"/>
              <a:gd name="connsiteY1" fmla="*/ 0 h 20395"/>
              <a:gd name="connsiteX2" fmla="*/ 10000 w 10000"/>
              <a:gd name="connsiteY2" fmla="*/ 1667 h 20395"/>
              <a:gd name="connsiteX3" fmla="*/ 10000 w 10000"/>
              <a:gd name="connsiteY3" fmla="*/ 11478 h 20395"/>
              <a:gd name="connsiteX4" fmla="*/ 5015 w 10000"/>
              <a:gd name="connsiteY4" fmla="*/ 13145 h 20395"/>
              <a:gd name="connsiteX5" fmla="*/ 0 w 10000"/>
              <a:gd name="connsiteY5" fmla="*/ 20323 h 20395"/>
              <a:gd name="connsiteX6" fmla="*/ 0 w 10000"/>
              <a:gd name="connsiteY6" fmla="*/ 1667 h 20395"/>
              <a:gd name="connsiteX0" fmla="*/ 0 w 10000"/>
              <a:gd name="connsiteY0" fmla="*/ 1667 h 20453"/>
              <a:gd name="connsiteX1" fmla="*/ 5000 w 10000"/>
              <a:gd name="connsiteY1" fmla="*/ 0 h 20453"/>
              <a:gd name="connsiteX2" fmla="*/ 10000 w 10000"/>
              <a:gd name="connsiteY2" fmla="*/ 1667 h 20453"/>
              <a:gd name="connsiteX3" fmla="*/ 10000 w 10000"/>
              <a:gd name="connsiteY3" fmla="*/ 11478 h 20453"/>
              <a:gd name="connsiteX4" fmla="*/ 5044 w 10000"/>
              <a:gd name="connsiteY4" fmla="*/ 13145 h 20453"/>
              <a:gd name="connsiteX5" fmla="*/ 0 w 10000"/>
              <a:gd name="connsiteY5" fmla="*/ 11478 h 20453"/>
              <a:gd name="connsiteX6" fmla="*/ 0 w 10000"/>
              <a:gd name="connsiteY6" fmla="*/ 1667 h 20453"/>
              <a:gd name="connsiteX0" fmla="*/ 10000 w 10000"/>
              <a:gd name="connsiteY0" fmla="*/ 1667 h 20453"/>
              <a:gd name="connsiteX1" fmla="*/ 5000 w 10000"/>
              <a:gd name="connsiteY1" fmla="*/ 3334 h 20453"/>
              <a:gd name="connsiteX2" fmla="*/ 0 w 10000"/>
              <a:gd name="connsiteY2" fmla="*/ 1667 h 20453"/>
              <a:gd name="connsiteX0" fmla="*/ 0 w 10000"/>
              <a:gd name="connsiteY0" fmla="*/ 1667 h 20453"/>
              <a:gd name="connsiteX1" fmla="*/ 5000 w 10000"/>
              <a:gd name="connsiteY1" fmla="*/ 0 h 20453"/>
              <a:gd name="connsiteX2" fmla="*/ 10000 w 10000"/>
              <a:gd name="connsiteY2" fmla="*/ 1667 h 20453"/>
              <a:gd name="connsiteX3" fmla="*/ 10000 w 10000"/>
              <a:gd name="connsiteY3" fmla="*/ 20381 h 20453"/>
              <a:gd name="connsiteX4" fmla="*/ 5015 w 10000"/>
              <a:gd name="connsiteY4" fmla="*/ 13145 h 20453"/>
              <a:gd name="connsiteX5" fmla="*/ 0 w 10000"/>
              <a:gd name="connsiteY5" fmla="*/ 20323 h 20453"/>
              <a:gd name="connsiteX6" fmla="*/ 0 w 10000"/>
              <a:gd name="connsiteY6" fmla="*/ 1667 h 20453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11478 h 21960"/>
              <a:gd name="connsiteX4" fmla="*/ 5044 w 10000"/>
              <a:gd name="connsiteY4" fmla="*/ 13145 h 21960"/>
              <a:gd name="connsiteX5" fmla="*/ 0 w 10000"/>
              <a:gd name="connsiteY5" fmla="*/ 11478 h 21960"/>
              <a:gd name="connsiteX6" fmla="*/ 0 w 10000"/>
              <a:gd name="connsiteY6" fmla="*/ 1667 h 21960"/>
              <a:gd name="connsiteX0" fmla="*/ 10000 w 10000"/>
              <a:gd name="connsiteY0" fmla="*/ 1667 h 21960"/>
              <a:gd name="connsiteX1" fmla="*/ 5000 w 10000"/>
              <a:gd name="connsiteY1" fmla="*/ 3334 h 21960"/>
              <a:gd name="connsiteX2" fmla="*/ 0 w 10000"/>
              <a:gd name="connsiteY2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20381 h 21960"/>
              <a:gd name="connsiteX4" fmla="*/ 5202 w 10000"/>
              <a:gd name="connsiteY4" fmla="*/ 21960 h 21960"/>
              <a:gd name="connsiteX5" fmla="*/ 0 w 10000"/>
              <a:gd name="connsiteY5" fmla="*/ 20323 h 21960"/>
              <a:gd name="connsiteX6" fmla="*/ 0 w 10000"/>
              <a:gd name="connsiteY6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11478 h 21960"/>
              <a:gd name="connsiteX4" fmla="*/ 5055 w 10000"/>
              <a:gd name="connsiteY4" fmla="*/ 21960 h 21960"/>
              <a:gd name="connsiteX5" fmla="*/ 0 w 10000"/>
              <a:gd name="connsiteY5" fmla="*/ 11478 h 21960"/>
              <a:gd name="connsiteX6" fmla="*/ 0 w 10000"/>
              <a:gd name="connsiteY6" fmla="*/ 1667 h 21960"/>
              <a:gd name="connsiteX0" fmla="*/ 10000 w 10000"/>
              <a:gd name="connsiteY0" fmla="*/ 1667 h 21960"/>
              <a:gd name="connsiteX1" fmla="*/ 5000 w 10000"/>
              <a:gd name="connsiteY1" fmla="*/ 3334 h 21960"/>
              <a:gd name="connsiteX2" fmla="*/ 0 w 10000"/>
              <a:gd name="connsiteY2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20381 h 21960"/>
              <a:gd name="connsiteX4" fmla="*/ 5202 w 10000"/>
              <a:gd name="connsiteY4" fmla="*/ 21960 h 21960"/>
              <a:gd name="connsiteX5" fmla="*/ 0 w 10000"/>
              <a:gd name="connsiteY5" fmla="*/ 20323 h 21960"/>
              <a:gd name="connsiteX6" fmla="*/ 0 w 10000"/>
              <a:gd name="connsiteY6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20381 h 21960"/>
              <a:gd name="connsiteX4" fmla="*/ 5055 w 10000"/>
              <a:gd name="connsiteY4" fmla="*/ 21960 h 21960"/>
              <a:gd name="connsiteX5" fmla="*/ 0 w 10000"/>
              <a:gd name="connsiteY5" fmla="*/ 11478 h 21960"/>
              <a:gd name="connsiteX6" fmla="*/ 0 w 10000"/>
              <a:gd name="connsiteY6" fmla="*/ 1667 h 21960"/>
              <a:gd name="connsiteX0" fmla="*/ 10000 w 10000"/>
              <a:gd name="connsiteY0" fmla="*/ 1667 h 21960"/>
              <a:gd name="connsiteX1" fmla="*/ 5000 w 10000"/>
              <a:gd name="connsiteY1" fmla="*/ 3334 h 21960"/>
              <a:gd name="connsiteX2" fmla="*/ 0 w 10000"/>
              <a:gd name="connsiteY2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20381 h 21960"/>
              <a:gd name="connsiteX4" fmla="*/ 5202 w 10000"/>
              <a:gd name="connsiteY4" fmla="*/ 21960 h 21960"/>
              <a:gd name="connsiteX5" fmla="*/ 0 w 10000"/>
              <a:gd name="connsiteY5" fmla="*/ 20323 h 21960"/>
              <a:gd name="connsiteX6" fmla="*/ 0 w 10000"/>
              <a:gd name="connsiteY6" fmla="*/ 1667 h 21960"/>
              <a:gd name="connsiteX0" fmla="*/ 11 w 10011"/>
              <a:gd name="connsiteY0" fmla="*/ 1667 h 21960"/>
              <a:gd name="connsiteX1" fmla="*/ 5011 w 10011"/>
              <a:gd name="connsiteY1" fmla="*/ 0 h 21960"/>
              <a:gd name="connsiteX2" fmla="*/ 10011 w 10011"/>
              <a:gd name="connsiteY2" fmla="*/ 1667 h 21960"/>
              <a:gd name="connsiteX3" fmla="*/ 10011 w 10011"/>
              <a:gd name="connsiteY3" fmla="*/ 20381 h 21960"/>
              <a:gd name="connsiteX4" fmla="*/ 5066 w 10011"/>
              <a:gd name="connsiteY4" fmla="*/ 21960 h 21960"/>
              <a:gd name="connsiteX5" fmla="*/ 0 w 10011"/>
              <a:gd name="connsiteY5" fmla="*/ 20293 h 21960"/>
              <a:gd name="connsiteX6" fmla="*/ 11 w 10011"/>
              <a:gd name="connsiteY6" fmla="*/ 1667 h 21960"/>
              <a:gd name="connsiteX0" fmla="*/ 10011 w 10011"/>
              <a:gd name="connsiteY0" fmla="*/ 1667 h 21960"/>
              <a:gd name="connsiteX1" fmla="*/ 5011 w 10011"/>
              <a:gd name="connsiteY1" fmla="*/ 3334 h 21960"/>
              <a:gd name="connsiteX2" fmla="*/ 11 w 10011"/>
              <a:gd name="connsiteY2" fmla="*/ 1667 h 21960"/>
              <a:gd name="connsiteX0" fmla="*/ 11 w 10011"/>
              <a:gd name="connsiteY0" fmla="*/ 1667 h 21960"/>
              <a:gd name="connsiteX1" fmla="*/ 5011 w 10011"/>
              <a:gd name="connsiteY1" fmla="*/ 0 h 21960"/>
              <a:gd name="connsiteX2" fmla="*/ 10011 w 10011"/>
              <a:gd name="connsiteY2" fmla="*/ 1667 h 21960"/>
              <a:gd name="connsiteX3" fmla="*/ 10011 w 10011"/>
              <a:gd name="connsiteY3" fmla="*/ 20381 h 21960"/>
              <a:gd name="connsiteX4" fmla="*/ 5213 w 10011"/>
              <a:gd name="connsiteY4" fmla="*/ 21960 h 21960"/>
              <a:gd name="connsiteX5" fmla="*/ 11 w 10011"/>
              <a:gd name="connsiteY5" fmla="*/ 20323 h 21960"/>
              <a:gd name="connsiteX6" fmla="*/ 11 w 10011"/>
              <a:gd name="connsiteY6" fmla="*/ 1667 h 2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1" h="21960" stroke="0" extrusionOk="0">
                <a:moveTo>
                  <a:pt x="11" y="1667"/>
                </a:moveTo>
                <a:cubicBezTo>
                  <a:pt x="11" y="746"/>
                  <a:pt x="2250" y="0"/>
                  <a:pt x="5011" y="0"/>
                </a:cubicBezTo>
                <a:cubicBezTo>
                  <a:pt x="7772" y="0"/>
                  <a:pt x="10011" y="746"/>
                  <a:pt x="10011" y="1667"/>
                </a:cubicBezTo>
                <a:lnTo>
                  <a:pt x="10011" y="20381"/>
                </a:lnTo>
                <a:cubicBezTo>
                  <a:pt x="10011" y="21302"/>
                  <a:pt x="7827" y="21960"/>
                  <a:pt x="5066" y="21960"/>
                </a:cubicBezTo>
                <a:cubicBezTo>
                  <a:pt x="2305" y="21960"/>
                  <a:pt x="0" y="21214"/>
                  <a:pt x="0" y="20293"/>
                </a:cubicBezTo>
                <a:cubicBezTo>
                  <a:pt x="4" y="14084"/>
                  <a:pt x="7" y="7876"/>
                  <a:pt x="11" y="1667"/>
                </a:cubicBezTo>
                <a:close/>
              </a:path>
              <a:path w="10011" h="21960" fill="none" extrusionOk="0">
                <a:moveTo>
                  <a:pt x="10011" y="1667"/>
                </a:moveTo>
                <a:cubicBezTo>
                  <a:pt x="10011" y="2588"/>
                  <a:pt x="7772" y="3334"/>
                  <a:pt x="5011" y="3334"/>
                </a:cubicBezTo>
                <a:cubicBezTo>
                  <a:pt x="2250" y="3334"/>
                  <a:pt x="11" y="2588"/>
                  <a:pt x="11" y="1667"/>
                </a:cubicBezTo>
              </a:path>
              <a:path w="10011" h="21960" fill="none">
                <a:moveTo>
                  <a:pt x="11" y="1667"/>
                </a:moveTo>
                <a:cubicBezTo>
                  <a:pt x="11" y="746"/>
                  <a:pt x="2250" y="0"/>
                  <a:pt x="5011" y="0"/>
                </a:cubicBezTo>
                <a:cubicBezTo>
                  <a:pt x="7772" y="0"/>
                  <a:pt x="10011" y="746"/>
                  <a:pt x="10011" y="1667"/>
                </a:cubicBezTo>
                <a:lnTo>
                  <a:pt x="10011" y="20381"/>
                </a:lnTo>
                <a:cubicBezTo>
                  <a:pt x="10011" y="21302"/>
                  <a:pt x="7974" y="21960"/>
                  <a:pt x="5213" y="21960"/>
                </a:cubicBezTo>
                <a:cubicBezTo>
                  <a:pt x="2452" y="21960"/>
                  <a:pt x="11" y="21244"/>
                  <a:pt x="11" y="20323"/>
                </a:cubicBezTo>
                <a:lnTo>
                  <a:pt x="11" y="1667"/>
                </a:lnTo>
                <a:close/>
              </a:path>
            </a:pathLst>
          </a:custGeom>
          <a:solidFill>
            <a:schemeClr val="accent1"/>
          </a:soli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/>
          </a:p>
          <a:p>
            <a:pPr algn="ctr"/>
            <a:r>
              <a:rPr lang="en-US" dirty="0"/>
              <a:t>physical volume</a:t>
            </a:r>
            <a:endParaRPr lang="nl-NL" dirty="0"/>
          </a:p>
        </p:txBody>
      </p:sp>
      <p:sp>
        <p:nvSpPr>
          <p:cNvPr id="30" name="Flowchart: Magnetic Disk 14"/>
          <p:cNvSpPr/>
          <p:nvPr/>
        </p:nvSpPr>
        <p:spPr>
          <a:xfrm>
            <a:off x="6390762" y="1681237"/>
            <a:ext cx="2164095" cy="1773714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8333 h 11688"/>
              <a:gd name="connsiteX6" fmla="*/ 0 w 10000"/>
              <a:gd name="connsiteY6" fmla="*/ 1667 h 11688"/>
              <a:gd name="connsiteX0" fmla="*/ 10000 w 10000"/>
              <a:gd name="connsiteY0" fmla="*/ 1667 h 11688"/>
              <a:gd name="connsiteX1" fmla="*/ 5000 w 10000"/>
              <a:gd name="connsiteY1" fmla="*/ 3334 h 11688"/>
              <a:gd name="connsiteX2" fmla="*/ 0 w 10000"/>
              <a:gd name="connsiteY2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11478 h 11688"/>
              <a:gd name="connsiteX6" fmla="*/ 0 w 10000"/>
              <a:gd name="connsiteY6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8333 h 11688"/>
              <a:gd name="connsiteX4" fmla="*/ 5000 w 10000"/>
              <a:gd name="connsiteY4" fmla="*/ 10000 h 11688"/>
              <a:gd name="connsiteX5" fmla="*/ 0 w 10000"/>
              <a:gd name="connsiteY5" fmla="*/ 8333 h 11688"/>
              <a:gd name="connsiteX6" fmla="*/ 0 w 10000"/>
              <a:gd name="connsiteY6" fmla="*/ 1667 h 11688"/>
              <a:gd name="connsiteX0" fmla="*/ 10000 w 10000"/>
              <a:gd name="connsiteY0" fmla="*/ 1667 h 11688"/>
              <a:gd name="connsiteX1" fmla="*/ 5000 w 10000"/>
              <a:gd name="connsiteY1" fmla="*/ 3334 h 11688"/>
              <a:gd name="connsiteX2" fmla="*/ 0 w 10000"/>
              <a:gd name="connsiteY2" fmla="*/ 1667 h 11688"/>
              <a:gd name="connsiteX0" fmla="*/ 0 w 10000"/>
              <a:gd name="connsiteY0" fmla="*/ 1667 h 11688"/>
              <a:gd name="connsiteX1" fmla="*/ 5000 w 10000"/>
              <a:gd name="connsiteY1" fmla="*/ 0 h 11688"/>
              <a:gd name="connsiteX2" fmla="*/ 10000 w 10000"/>
              <a:gd name="connsiteY2" fmla="*/ 1667 h 11688"/>
              <a:gd name="connsiteX3" fmla="*/ 10000 w 10000"/>
              <a:gd name="connsiteY3" fmla="*/ 11478 h 11688"/>
              <a:gd name="connsiteX4" fmla="*/ 5000 w 10000"/>
              <a:gd name="connsiteY4" fmla="*/ 10000 h 11688"/>
              <a:gd name="connsiteX5" fmla="*/ 0 w 10000"/>
              <a:gd name="connsiteY5" fmla="*/ 11478 h 11688"/>
              <a:gd name="connsiteX6" fmla="*/ 0 w 10000"/>
              <a:gd name="connsiteY6" fmla="*/ 1667 h 11688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8333 h 13145"/>
              <a:gd name="connsiteX4" fmla="*/ 5000 w 10000"/>
              <a:gd name="connsiteY4" fmla="*/ 10000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8333 h 13145"/>
              <a:gd name="connsiteX4" fmla="*/ 5044 w 10000"/>
              <a:gd name="connsiteY4" fmla="*/ 13145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44 w 10000"/>
              <a:gd name="connsiteY4" fmla="*/ 13145 h 13145"/>
              <a:gd name="connsiteX5" fmla="*/ 0 w 10000"/>
              <a:gd name="connsiteY5" fmla="*/ 8333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44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10000 w 10000"/>
              <a:gd name="connsiteY0" fmla="*/ 1667 h 13145"/>
              <a:gd name="connsiteX1" fmla="*/ 5000 w 10000"/>
              <a:gd name="connsiteY1" fmla="*/ 3334 h 13145"/>
              <a:gd name="connsiteX2" fmla="*/ 0 w 10000"/>
              <a:gd name="connsiteY2" fmla="*/ 1667 h 13145"/>
              <a:gd name="connsiteX0" fmla="*/ 0 w 10000"/>
              <a:gd name="connsiteY0" fmla="*/ 1667 h 13145"/>
              <a:gd name="connsiteX1" fmla="*/ 5000 w 10000"/>
              <a:gd name="connsiteY1" fmla="*/ 0 h 13145"/>
              <a:gd name="connsiteX2" fmla="*/ 10000 w 10000"/>
              <a:gd name="connsiteY2" fmla="*/ 1667 h 13145"/>
              <a:gd name="connsiteX3" fmla="*/ 10000 w 10000"/>
              <a:gd name="connsiteY3" fmla="*/ 11478 h 13145"/>
              <a:gd name="connsiteX4" fmla="*/ 5015 w 10000"/>
              <a:gd name="connsiteY4" fmla="*/ 13145 h 13145"/>
              <a:gd name="connsiteX5" fmla="*/ 0 w 10000"/>
              <a:gd name="connsiteY5" fmla="*/ 11478 h 13145"/>
              <a:gd name="connsiteX6" fmla="*/ 0 w 10000"/>
              <a:gd name="connsiteY6" fmla="*/ 1667 h 13145"/>
              <a:gd name="connsiteX0" fmla="*/ 0 w 10000"/>
              <a:gd name="connsiteY0" fmla="*/ 1667 h 20395"/>
              <a:gd name="connsiteX1" fmla="*/ 5000 w 10000"/>
              <a:gd name="connsiteY1" fmla="*/ 0 h 20395"/>
              <a:gd name="connsiteX2" fmla="*/ 10000 w 10000"/>
              <a:gd name="connsiteY2" fmla="*/ 1667 h 20395"/>
              <a:gd name="connsiteX3" fmla="*/ 10000 w 10000"/>
              <a:gd name="connsiteY3" fmla="*/ 11478 h 20395"/>
              <a:gd name="connsiteX4" fmla="*/ 5044 w 10000"/>
              <a:gd name="connsiteY4" fmla="*/ 13145 h 20395"/>
              <a:gd name="connsiteX5" fmla="*/ 0 w 10000"/>
              <a:gd name="connsiteY5" fmla="*/ 11478 h 20395"/>
              <a:gd name="connsiteX6" fmla="*/ 0 w 10000"/>
              <a:gd name="connsiteY6" fmla="*/ 1667 h 20395"/>
              <a:gd name="connsiteX0" fmla="*/ 10000 w 10000"/>
              <a:gd name="connsiteY0" fmla="*/ 1667 h 20395"/>
              <a:gd name="connsiteX1" fmla="*/ 5000 w 10000"/>
              <a:gd name="connsiteY1" fmla="*/ 3334 h 20395"/>
              <a:gd name="connsiteX2" fmla="*/ 0 w 10000"/>
              <a:gd name="connsiteY2" fmla="*/ 1667 h 20395"/>
              <a:gd name="connsiteX0" fmla="*/ 0 w 10000"/>
              <a:gd name="connsiteY0" fmla="*/ 1667 h 20395"/>
              <a:gd name="connsiteX1" fmla="*/ 5000 w 10000"/>
              <a:gd name="connsiteY1" fmla="*/ 0 h 20395"/>
              <a:gd name="connsiteX2" fmla="*/ 10000 w 10000"/>
              <a:gd name="connsiteY2" fmla="*/ 1667 h 20395"/>
              <a:gd name="connsiteX3" fmla="*/ 10000 w 10000"/>
              <a:gd name="connsiteY3" fmla="*/ 11478 h 20395"/>
              <a:gd name="connsiteX4" fmla="*/ 5015 w 10000"/>
              <a:gd name="connsiteY4" fmla="*/ 13145 h 20395"/>
              <a:gd name="connsiteX5" fmla="*/ 0 w 10000"/>
              <a:gd name="connsiteY5" fmla="*/ 20323 h 20395"/>
              <a:gd name="connsiteX6" fmla="*/ 0 w 10000"/>
              <a:gd name="connsiteY6" fmla="*/ 1667 h 20395"/>
              <a:gd name="connsiteX0" fmla="*/ 0 w 10000"/>
              <a:gd name="connsiteY0" fmla="*/ 1667 h 20453"/>
              <a:gd name="connsiteX1" fmla="*/ 5000 w 10000"/>
              <a:gd name="connsiteY1" fmla="*/ 0 h 20453"/>
              <a:gd name="connsiteX2" fmla="*/ 10000 w 10000"/>
              <a:gd name="connsiteY2" fmla="*/ 1667 h 20453"/>
              <a:gd name="connsiteX3" fmla="*/ 10000 w 10000"/>
              <a:gd name="connsiteY3" fmla="*/ 11478 h 20453"/>
              <a:gd name="connsiteX4" fmla="*/ 5044 w 10000"/>
              <a:gd name="connsiteY4" fmla="*/ 13145 h 20453"/>
              <a:gd name="connsiteX5" fmla="*/ 0 w 10000"/>
              <a:gd name="connsiteY5" fmla="*/ 11478 h 20453"/>
              <a:gd name="connsiteX6" fmla="*/ 0 w 10000"/>
              <a:gd name="connsiteY6" fmla="*/ 1667 h 20453"/>
              <a:gd name="connsiteX0" fmla="*/ 10000 w 10000"/>
              <a:gd name="connsiteY0" fmla="*/ 1667 h 20453"/>
              <a:gd name="connsiteX1" fmla="*/ 5000 w 10000"/>
              <a:gd name="connsiteY1" fmla="*/ 3334 h 20453"/>
              <a:gd name="connsiteX2" fmla="*/ 0 w 10000"/>
              <a:gd name="connsiteY2" fmla="*/ 1667 h 20453"/>
              <a:gd name="connsiteX0" fmla="*/ 0 w 10000"/>
              <a:gd name="connsiteY0" fmla="*/ 1667 h 20453"/>
              <a:gd name="connsiteX1" fmla="*/ 5000 w 10000"/>
              <a:gd name="connsiteY1" fmla="*/ 0 h 20453"/>
              <a:gd name="connsiteX2" fmla="*/ 10000 w 10000"/>
              <a:gd name="connsiteY2" fmla="*/ 1667 h 20453"/>
              <a:gd name="connsiteX3" fmla="*/ 10000 w 10000"/>
              <a:gd name="connsiteY3" fmla="*/ 20381 h 20453"/>
              <a:gd name="connsiteX4" fmla="*/ 5015 w 10000"/>
              <a:gd name="connsiteY4" fmla="*/ 13145 h 20453"/>
              <a:gd name="connsiteX5" fmla="*/ 0 w 10000"/>
              <a:gd name="connsiteY5" fmla="*/ 20323 h 20453"/>
              <a:gd name="connsiteX6" fmla="*/ 0 w 10000"/>
              <a:gd name="connsiteY6" fmla="*/ 1667 h 20453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11478 h 21960"/>
              <a:gd name="connsiteX4" fmla="*/ 5044 w 10000"/>
              <a:gd name="connsiteY4" fmla="*/ 13145 h 21960"/>
              <a:gd name="connsiteX5" fmla="*/ 0 w 10000"/>
              <a:gd name="connsiteY5" fmla="*/ 11478 h 21960"/>
              <a:gd name="connsiteX6" fmla="*/ 0 w 10000"/>
              <a:gd name="connsiteY6" fmla="*/ 1667 h 21960"/>
              <a:gd name="connsiteX0" fmla="*/ 10000 w 10000"/>
              <a:gd name="connsiteY0" fmla="*/ 1667 h 21960"/>
              <a:gd name="connsiteX1" fmla="*/ 5000 w 10000"/>
              <a:gd name="connsiteY1" fmla="*/ 3334 h 21960"/>
              <a:gd name="connsiteX2" fmla="*/ 0 w 10000"/>
              <a:gd name="connsiteY2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20381 h 21960"/>
              <a:gd name="connsiteX4" fmla="*/ 5202 w 10000"/>
              <a:gd name="connsiteY4" fmla="*/ 21960 h 21960"/>
              <a:gd name="connsiteX5" fmla="*/ 0 w 10000"/>
              <a:gd name="connsiteY5" fmla="*/ 20323 h 21960"/>
              <a:gd name="connsiteX6" fmla="*/ 0 w 10000"/>
              <a:gd name="connsiteY6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11478 h 21960"/>
              <a:gd name="connsiteX4" fmla="*/ 5055 w 10000"/>
              <a:gd name="connsiteY4" fmla="*/ 21960 h 21960"/>
              <a:gd name="connsiteX5" fmla="*/ 0 w 10000"/>
              <a:gd name="connsiteY5" fmla="*/ 11478 h 21960"/>
              <a:gd name="connsiteX6" fmla="*/ 0 w 10000"/>
              <a:gd name="connsiteY6" fmla="*/ 1667 h 21960"/>
              <a:gd name="connsiteX0" fmla="*/ 10000 w 10000"/>
              <a:gd name="connsiteY0" fmla="*/ 1667 h 21960"/>
              <a:gd name="connsiteX1" fmla="*/ 5000 w 10000"/>
              <a:gd name="connsiteY1" fmla="*/ 3334 h 21960"/>
              <a:gd name="connsiteX2" fmla="*/ 0 w 10000"/>
              <a:gd name="connsiteY2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20381 h 21960"/>
              <a:gd name="connsiteX4" fmla="*/ 5202 w 10000"/>
              <a:gd name="connsiteY4" fmla="*/ 21960 h 21960"/>
              <a:gd name="connsiteX5" fmla="*/ 0 w 10000"/>
              <a:gd name="connsiteY5" fmla="*/ 20323 h 21960"/>
              <a:gd name="connsiteX6" fmla="*/ 0 w 10000"/>
              <a:gd name="connsiteY6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20381 h 21960"/>
              <a:gd name="connsiteX4" fmla="*/ 5055 w 10000"/>
              <a:gd name="connsiteY4" fmla="*/ 21960 h 21960"/>
              <a:gd name="connsiteX5" fmla="*/ 0 w 10000"/>
              <a:gd name="connsiteY5" fmla="*/ 11478 h 21960"/>
              <a:gd name="connsiteX6" fmla="*/ 0 w 10000"/>
              <a:gd name="connsiteY6" fmla="*/ 1667 h 21960"/>
              <a:gd name="connsiteX0" fmla="*/ 10000 w 10000"/>
              <a:gd name="connsiteY0" fmla="*/ 1667 h 21960"/>
              <a:gd name="connsiteX1" fmla="*/ 5000 w 10000"/>
              <a:gd name="connsiteY1" fmla="*/ 3334 h 21960"/>
              <a:gd name="connsiteX2" fmla="*/ 0 w 10000"/>
              <a:gd name="connsiteY2" fmla="*/ 1667 h 21960"/>
              <a:gd name="connsiteX0" fmla="*/ 0 w 10000"/>
              <a:gd name="connsiteY0" fmla="*/ 1667 h 21960"/>
              <a:gd name="connsiteX1" fmla="*/ 5000 w 10000"/>
              <a:gd name="connsiteY1" fmla="*/ 0 h 21960"/>
              <a:gd name="connsiteX2" fmla="*/ 10000 w 10000"/>
              <a:gd name="connsiteY2" fmla="*/ 1667 h 21960"/>
              <a:gd name="connsiteX3" fmla="*/ 10000 w 10000"/>
              <a:gd name="connsiteY3" fmla="*/ 20381 h 21960"/>
              <a:gd name="connsiteX4" fmla="*/ 5202 w 10000"/>
              <a:gd name="connsiteY4" fmla="*/ 21960 h 21960"/>
              <a:gd name="connsiteX5" fmla="*/ 0 w 10000"/>
              <a:gd name="connsiteY5" fmla="*/ 20323 h 21960"/>
              <a:gd name="connsiteX6" fmla="*/ 0 w 10000"/>
              <a:gd name="connsiteY6" fmla="*/ 1667 h 21960"/>
              <a:gd name="connsiteX0" fmla="*/ 11 w 10011"/>
              <a:gd name="connsiteY0" fmla="*/ 1667 h 21960"/>
              <a:gd name="connsiteX1" fmla="*/ 5011 w 10011"/>
              <a:gd name="connsiteY1" fmla="*/ 0 h 21960"/>
              <a:gd name="connsiteX2" fmla="*/ 10011 w 10011"/>
              <a:gd name="connsiteY2" fmla="*/ 1667 h 21960"/>
              <a:gd name="connsiteX3" fmla="*/ 10011 w 10011"/>
              <a:gd name="connsiteY3" fmla="*/ 20381 h 21960"/>
              <a:gd name="connsiteX4" fmla="*/ 5066 w 10011"/>
              <a:gd name="connsiteY4" fmla="*/ 21960 h 21960"/>
              <a:gd name="connsiteX5" fmla="*/ 0 w 10011"/>
              <a:gd name="connsiteY5" fmla="*/ 20293 h 21960"/>
              <a:gd name="connsiteX6" fmla="*/ 11 w 10011"/>
              <a:gd name="connsiteY6" fmla="*/ 1667 h 21960"/>
              <a:gd name="connsiteX0" fmla="*/ 10011 w 10011"/>
              <a:gd name="connsiteY0" fmla="*/ 1667 h 21960"/>
              <a:gd name="connsiteX1" fmla="*/ 5011 w 10011"/>
              <a:gd name="connsiteY1" fmla="*/ 3334 h 21960"/>
              <a:gd name="connsiteX2" fmla="*/ 11 w 10011"/>
              <a:gd name="connsiteY2" fmla="*/ 1667 h 21960"/>
              <a:gd name="connsiteX0" fmla="*/ 11 w 10011"/>
              <a:gd name="connsiteY0" fmla="*/ 1667 h 21960"/>
              <a:gd name="connsiteX1" fmla="*/ 5011 w 10011"/>
              <a:gd name="connsiteY1" fmla="*/ 0 h 21960"/>
              <a:gd name="connsiteX2" fmla="*/ 10011 w 10011"/>
              <a:gd name="connsiteY2" fmla="*/ 1667 h 21960"/>
              <a:gd name="connsiteX3" fmla="*/ 10011 w 10011"/>
              <a:gd name="connsiteY3" fmla="*/ 20381 h 21960"/>
              <a:gd name="connsiteX4" fmla="*/ 5213 w 10011"/>
              <a:gd name="connsiteY4" fmla="*/ 21960 h 21960"/>
              <a:gd name="connsiteX5" fmla="*/ 11 w 10011"/>
              <a:gd name="connsiteY5" fmla="*/ 20323 h 21960"/>
              <a:gd name="connsiteX6" fmla="*/ 11 w 10011"/>
              <a:gd name="connsiteY6" fmla="*/ 1667 h 2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1" h="21960" stroke="0" extrusionOk="0">
                <a:moveTo>
                  <a:pt x="11" y="1667"/>
                </a:moveTo>
                <a:cubicBezTo>
                  <a:pt x="11" y="746"/>
                  <a:pt x="2250" y="0"/>
                  <a:pt x="5011" y="0"/>
                </a:cubicBezTo>
                <a:cubicBezTo>
                  <a:pt x="7772" y="0"/>
                  <a:pt x="10011" y="746"/>
                  <a:pt x="10011" y="1667"/>
                </a:cubicBezTo>
                <a:lnTo>
                  <a:pt x="10011" y="20381"/>
                </a:lnTo>
                <a:cubicBezTo>
                  <a:pt x="10011" y="21302"/>
                  <a:pt x="7827" y="21960"/>
                  <a:pt x="5066" y="21960"/>
                </a:cubicBezTo>
                <a:cubicBezTo>
                  <a:pt x="2305" y="21960"/>
                  <a:pt x="0" y="21214"/>
                  <a:pt x="0" y="20293"/>
                </a:cubicBezTo>
                <a:cubicBezTo>
                  <a:pt x="4" y="14084"/>
                  <a:pt x="7" y="7876"/>
                  <a:pt x="11" y="1667"/>
                </a:cubicBezTo>
                <a:close/>
              </a:path>
              <a:path w="10011" h="21960" fill="none" extrusionOk="0">
                <a:moveTo>
                  <a:pt x="10011" y="1667"/>
                </a:moveTo>
                <a:cubicBezTo>
                  <a:pt x="10011" y="2588"/>
                  <a:pt x="7772" y="3334"/>
                  <a:pt x="5011" y="3334"/>
                </a:cubicBezTo>
                <a:cubicBezTo>
                  <a:pt x="2250" y="3334"/>
                  <a:pt x="11" y="2588"/>
                  <a:pt x="11" y="1667"/>
                </a:cubicBezTo>
              </a:path>
              <a:path w="10011" h="21960" fill="none">
                <a:moveTo>
                  <a:pt x="11" y="1667"/>
                </a:moveTo>
                <a:cubicBezTo>
                  <a:pt x="11" y="746"/>
                  <a:pt x="2250" y="0"/>
                  <a:pt x="5011" y="0"/>
                </a:cubicBezTo>
                <a:cubicBezTo>
                  <a:pt x="7772" y="0"/>
                  <a:pt x="10011" y="746"/>
                  <a:pt x="10011" y="1667"/>
                </a:cubicBezTo>
                <a:lnTo>
                  <a:pt x="10011" y="20381"/>
                </a:lnTo>
                <a:cubicBezTo>
                  <a:pt x="10011" y="21302"/>
                  <a:pt x="7974" y="21960"/>
                  <a:pt x="5213" y="21960"/>
                </a:cubicBezTo>
                <a:cubicBezTo>
                  <a:pt x="2452" y="21960"/>
                  <a:pt x="11" y="21244"/>
                  <a:pt x="11" y="20323"/>
                </a:cubicBezTo>
                <a:lnTo>
                  <a:pt x="11" y="1667"/>
                </a:lnTo>
                <a:close/>
              </a:path>
            </a:pathLst>
          </a:custGeom>
          <a:solidFill>
            <a:srgbClr val="0070C0"/>
          </a:soli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/>
          </a:p>
          <a:p>
            <a:pPr algn="ctr"/>
            <a:r>
              <a:rPr lang="en-US" dirty="0"/>
              <a:t>volume group</a:t>
            </a:r>
            <a:endParaRPr lang="nl-NL" dirty="0"/>
          </a:p>
        </p:txBody>
      </p:sp>
      <p:sp>
        <p:nvSpPr>
          <p:cNvPr id="16" name="Flowchart: Magnetic Disk 15"/>
          <p:cNvSpPr/>
          <p:nvPr/>
        </p:nvSpPr>
        <p:spPr>
          <a:xfrm>
            <a:off x="6396477" y="1139170"/>
            <a:ext cx="2161717" cy="680703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9985 w 10000"/>
              <a:gd name="connsiteY3" fmla="*/ 6643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9985 w 10000"/>
              <a:gd name="connsiteY3" fmla="*/ 6643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4985 w 10000"/>
              <a:gd name="connsiteY4" fmla="*/ 7917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0 w 10000"/>
              <a:gd name="connsiteY0" fmla="*/ 1667 h 7917"/>
              <a:gd name="connsiteX1" fmla="*/ 5000 w 10000"/>
              <a:gd name="connsiteY1" fmla="*/ 0 h 7917"/>
              <a:gd name="connsiteX2" fmla="*/ 10000 w 10000"/>
              <a:gd name="connsiteY2" fmla="*/ 1667 h 7917"/>
              <a:gd name="connsiteX3" fmla="*/ 9985 w 10000"/>
              <a:gd name="connsiteY3" fmla="*/ 6643 h 7917"/>
              <a:gd name="connsiteX4" fmla="*/ 4956 w 10000"/>
              <a:gd name="connsiteY4" fmla="*/ 7563 h 7917"/>
              <a:gd name="connsiteX5" fmla="*/ 0 w 10000"/>
              <a:gd name="connsiteY5" fmla="*/ 6603 h 7917"/>
              <a:gd name="connsiteX6" fmla="*/ 0 w 10000"/>
              <a:gd name="connsiteY6" fmla="*/ 1667 h 7917"/>
              <a:gd name="connsiteX0" fmla="*/ 10000 w 10000"/>
              <a:gd name="connsiteY0" fmla="*/ 1667 h 7917"/>
              <a:gd name="connsiteX1" fmla="*/ 5000 w 10000"/>
              <a:gd name="connsiteY1" fmla="*/ 3334 h 7917"/>
              <a:gd name="connsiteX2" fmla="*/ 0 w 10000"/>
              <a:gd name="connsiteY2" fmla="*/ 1667 h 7917"/>
              <a:gd name="connsiteX0" fmla="*/ 0 w 10000"/>
              <a:gd name="connsiteY0" fmla="*/ 1667 h 7917"/>
              <a:gd name="connsiteX1" fmla="*/ 5000 w 10000"/>
              <a:gd name="connsiteY1" fmla="*/ 0 h 7917"/>
              <a:gd name="connsiteX2" fmla="*/ 10000 w 10000"/>
              <a:gd name="connsiteY2" fmla="*/ 1667 h 7917"/>
              <a:gd name="connsiteX3" fmla="*/ 10000 w 10000"/>
              <a:gd name="connsiteY3" fmla="*/ 6682 h 7917"/>
              <a:gd name="connsiteX4" fmla="*/ 4985 w 10000"/>
              <a:gd name="connsiteY4" fmla="*/ 7917 h 7917"/>
              <a:gd name="connsiteX5" fmla="*/ 0 w 10000"/>
              <a:gd name="connsiteY5" fmla="*/ 6603 h 7917"/>
              <a:gd name="connsiteX6" fmla="*/ 0 w 10000"/>
              <a:gd name="connsiteY6" fmla="*/ 1667 h 7917"/>
              <a:gd name="connsiteX0" fmla="*/ 0 w 10000"/>
              <a:gd name="connsiteY0" fmla="*/ 2106 h 10596"/>
              <a:gd name="connsiteX1" fmla="*/ 5000 w 10000"/>
              <a:gd name="connsiteY1" fmla="*/ 0 h 10596"/>
              <a:gd name="connsiteX2" fmla="*/ 10000 w 10000"/>
              <a:gd name="connsiteY2" fmla="*/ 2106 h 10596"/>
              <a:gd name="connsiteX3" fmla="*/ 9985 w 10000"/>
              <a:gd name="connsiteY3" fmla="*/ 8391 h 10596"/>
              <a:gd name="connsiteX4" fmla="*/ 4956 w 10000"/>
              <a:gd name="connsiteY4" fmla="*/ 10596 h 10596"/>
              <a:gd name="connsiteX5" fmla="*/ 0 w 10000"/>
              <a:gd name="connsiteY5" fmla="*/ 8340 h 10596"/>
              <a:gd name="connsiteX6" fmla="*/ 0 w 10000"/>
              <a:gd name="connsiteY6" fmla="*/ 2106 h 10596"/>
              <a:gd name="connsiteX0" fmla="*/ 10000 w 10000"/>
              <a:gd name="connsiteY0" fmla="*/ 2106 h 10596"/>
              <a:gd name="connsiteX1" fmla="*/ 5000 w 10000"/>
              <a:gd name="connsiteY1" fmla="*/ 4211 h 10596"/>
              <a:gd name="connsiteX2" fmla="*/ 0 w 10000"/>
              <a:gd name="connsiteY2" fmla="*/ 2106 h 10596"/>
              <a:gd name="connsiteX0" fmla="*/ 0 w 10000"/>
              <a:gd name="connsiteY0" fmla="*/ 2106 h 10596"/>
              <a:gd name="connsiteX1" fmla="*/ 5000 w 10000"/>
              <a:gd name="connsiteY1" fmla="*/ 0 h 10596"/>
              <a:gd name="connsiteX2" fmla="*/ 10000 w 10000"/>
              <a:gd name="connsiteY2" fmla="*/ 2106 h 10596"/>
              <a:gd name="connsiteX3" fmla="*/ 10000 w 10000"/>
              <a:gd name="connsiteY3" fmla="*/ 8440 h 10596"/>
              <a:gd name="connsiteX4" fmla="*/ 4985 w 10000"/>
              <a:gd name="connsiteY4" fmla="*/ 10000 h 10596"/>
              <a:gd name="connsiteX5" fmla="*/ 0 w 10000"/>
              <a:gd name="connsiteY5" fmla="*/ 8340 h 10596"/>
              <a:gd name="connsiteX6" fmla="*/ 0 w 10000"/>
              <a:gd name="connsiteY6" fmla="*/ 2106 h 10596"/>
              <a:gd name="connsiteX0" fmla="*/ 0 w 10000"/>
              <a:gd name="connsiteY0" fmla="*/ 2106 h 10645"/>
              <a:gd name="connsiteX1" fmla="*/ 5000 w 10000"/>
              <a:gd name="connsiteY1" fmla="*/ 0 h 10645"/>
              <a:gd name="connsiteX2" fmla="*/ 10000 w 10000"/>
              <a:gd name="connsiteY2" fmla="*/ 2106 h 10645"/>
              <a:gd name="connsiteX3" fmla="*/ 9985 w 10000"/>
              <a:gd name="connsiteY3" fmla="*/ 8391 h 10645"/>
              <a:gd name="connsiteX4" fmla="*/ 4956 w 10000"/>
              <a:gd name="connsiteY4" fmla="*/ 10596 h 10645"/>
              <a:gd name="connsiteX5" fmla="*/ 0 w 10000"/>
              <a:gd name="connsiteY5" fmla="*/ 8340 h 10645"/>
              <a:gd name="connsiteX6" fmla="*/ 0 w 10000"/>
              <a:gd name="connsiteY6" fmla="*/ 2106 h 10645"/>
              <a:gd name="connsiteX0" fmla="*/ 10000 w 10000"/>
              <a:gd name="connsiteY0" fmla="*/ 2106 h 10645"/>
              <a:gd name="connsiteX1" fmla="*/ 5000 w 10000"/>
              <a:gd name="connsiteY1" fmla="*/ 4211 h 10645"/>
              <a:gd name="connsiteX2" fmla="*/ 0 w 10000"/>
              <a:gd name="connsiteY2" fmla="*/ 2106 h 10645"/>
              <a:gd name="connsiteX0" fmla="*/ 0 w 10000"/>
              <a:gd name="connsiteY0" fmla="*/ 2106 h 10645"/>
              <a:gd name="connsiteX1" fmla="*/ 5000 w 10000"/>
              <a:gd name="connsiteY1" fmla="*/ 0 h 10645"/>
              <a:gd name="connsiteX2" fmla="*/ 10000 w 10000"/>
              <a:gd name="connsiteY2" fmla="*/ 2106 h 10645"/>
              <a:gd name="connsiteX3" fmla="*/ 10000 w 10000"/>
              <a:gd name="connsiteY3" fmla="*/ 8440 h 10645"/>
              <a:gd name="connsiteX4" fmla="*/ 4985 w 10000"/>
              <a:gd name="connsiteY4" fmla="*/ 10645 h 10645"/>
              <a:gd name="connsiteX5" fmla="*/ 0 w 10000"/>
              <a:gd name="connsiteY5" fmla="*/ 8340 h 10645"/>
              <a:gd name="connsiteX6" fmla="*/ 0 w 10000"/>
              <a:gd name="connsiteY6" fmla="*/ 2106 h 1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645" stroke="0" extrusionOk="0">
                <a:moveTo>
                  <a:pt x="0" y="2106"/>
                </a:moveTo>
                <a:cubicBezTo>
                  <a:pt x="0" y="942"/>
                  <a:pt x="2239" y="0"/>
                  <a:pt x="5000" y="0"/>
                </a:cubicBezTo>
                <a:cubicBezTo>
                  <a:pt x="7761" y="0"/>
                  <a:pt x="10000" y="942"/>
                  <a:pt x="10000" y="2106"/>
                </a:cubicBezTo>
                <a:cubicBezTo>
                  <a:pt x="9995" y="4201"/>
                  <a:pt x="9990" y="6295"/>
                  <a:pt x="9985" y="8391"/>
                </a:cubicBezTo>
                <a:cubicBezTo>
                  <a:pt x="9985" y="9554"/>
                  <a:pt x="7717" y="10596"/>
                  <a:pt x="4956" y="10596"/>
                </a:cubicBezTo>
                <a:cubicBezTo>
                  <a:pt x="2195" y="10596"/>
                  <a:pt x="0" y="9504"/>
                  <a:pt x="0" y="8340"/>
                </a:cubicBezTo>
                <a:lnTo>
                  <a:pt x="0" y="2106"/>
                </a:lnTo>
                <a:close/>
              </a:path>
              <a:path w="10000" h="10645" fill="none" extrusionOk="0">
                <a:moveTo>
                  <a:pt x="10000" y="2106"/>
                </a:moveTo>
                <a:cubicBezTo>
                  <a:pt x="10000" y="3269"/>
                  <a:pt x="7761" y="4211"/>
                  <a:pt x="5000" y="4211"/>
                </a:cubicBezTo>
                <a:cubicBezTo>
                  <a:pt x="2239" y="4211"/>
                  <a:pt x="0" y="3269"/>
                  <a:pt x="0" y="2106"/>
                </a:cubicBezTo>
              </a:path>
              <a:path w="10000" h="10645" fill="none">
                <a:moveTo>
                  <a:pt x="0" y="2106"/>
                </a:moveTo>
                <a:cubicBezTo>
                  <a:pt x="0" y="942"/>
                  <a:pt x="2239" y="0"/>
                  <a:pt x="5000" y="0"/>
                </a:cubicBezTo>
                <a:cubicBezTo>
                  <a:pt x="7761" y="0"/>
                  <a:pt x="10000" y="942"/>
                  <a:pt x="10000" y="2106"/>
                </a:cubicBezTo>
                <a:lnTo>
                  <a:pt x="10000" y="8440"/>
                </a:lnTo>
                <a:cubicBezTo>
                  <a:pt x="10000" y="9603"/>
                  <a:pt x="7746" y="10645"/>
                  <a:pt x="4985" y="10645"/>
                </a:cubicBezTo>
                <a:cubicBezTo>
                  <a:pt x="2224" y="10645"/>
                  <a:pt x="0" y="9504"/>
                  <a:pt x="0" y="8340"/>
                </a:cubicBezTo>
                <a:lnTo>
                  <a:pt x="0" y="210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 err="1"/>
              <a:t>partitie</a:t>
            </a:r>
            <a:endParaRPr lang="nl-NL" dirty="0"/>
          </a:p>
        </p:txBody>
      </p:sp>
      <p:sp>
        <p:nvSpPr>
          <p:cNvPr id="31" name="Flowchart: Magnetic Disk 15"/>
          <p:cNvSpPr/>
          <p:nvPr/>
        </p:nvSpPr>
        <p:spPr>
          <a:xfrm>
            <a:off x="6393950" y="1131400"/>
            <a:ext cx="2161717" cy="680703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9985 w 10000"/>
              <a:gd name="connsiteY3" fmla="*/ 6643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9985 w 10000"/>
              <a:gd name="connsiteY3" fmla="*/ 6643 h 10000"/>
              <a:gd name="connsiteX4" fmla="*/ 5000 w 10000"/>
              <a:gd name="connsiteY4" fmla="*/ 10000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6682 h 10000"/>
              <a:gd name="connsiteX4" fmla="*/ 4985 w 10000"/>
              <a:gd name="connsiteY4" fmla="*/ 7917 h 10000"/>
              <a:gd name="connsiteX5" fmla="*/ 0 w 10000"/>
              <a:gd name="connsiteY5" fmla="*/ 6603 h 10000"/>
              <a:gd name="connsiteX6" fmla="*/ 0 w 10000"/>
              <a:gd name="connsiteY6" fmla="*/ 1667 h 10000"/>
              <a:gd name="connsiteX0" fmla="*/ 0 w 10000"/>
              <a:gd name="connsiteY0" fmla="*/ 1667 h 7917"/>
              <a:gd name="connsiteX1" fmla="*/ 5000 w 10000"/>
              <a:gd name="connsiteY1" fmla="*/ 0 h 7917"/>
              <a:gd name="connsiteX2" fmla="*/ 10000 w 10000"/>
              <a:gd name="connsiteY2" fmla="*/ 1667 h 7917"/>
              <a:gd name="connsiteX3" fmla="*/ 9985 w 10000"/>
              <a:gd name="connsiteY3" fmla="*/ 6643 h 7917"/>
              <a:gd name="connsiteX4" fmla="*/ 4956 w 10000"/>
              <a:gd name="connsiteY4" fmla="*/ 7563 h 7917"/>
              <a:gd name="connsiteX5" fmla="*/ 0 w 10000"/>
              <a:gd name="connsiteY5" fmla="*/ 6603 h 7917"/>
              <a:gd name="connsiteX6" fmla="*/ 0 w 10000"/>
              <a:gd name="connsiteY6" fmla="*/ 1667 h 7917"/>
              <a:gd name="connsiteX0" fmla="*/ 10000 w 10000"/>
              <a:gd name="connsiteY0" fmla="*/ 1667 h 7917"/>
              <a:gd name="connsiteX1" fmla="*/ 5000 w 10000"/>
              <a:gd name="connsiteY1" fmla="*/ 3334 h 7917"/>
              <a:gd name="connsiteX2" fmla="*/ 0 w 10000"/>
              <a:gd name="connsiteY2" fmla="*/ 1667 h 7917"/>
              <a:gd name="connsiteX0" fmla="*/ 0 w 10000"/>
              <a:gd name="connsiteY0" fmla="*/ 1667 h 7917"/>
              <a:gd name="connsiteX1" fmla="*/ 5000 w 10000"/>
              <a:gd name="connsiteY1" fmla="*/ 0 h 7917"/>
              <a:gd name="connsiteX2" fmla="*/ 10000 w 10000"/>
              <a:gd name="connsiteY2" fmla="*/ 1667 h 7917"/>
              <a:gd name="connsiteX3" fmla="*/ 10000 w 10000"/>
              <a:gd name="connsiteY3" fmla="*/ 6682 h 7917"/>
              <a:gd name="connsiteX4" fmla="*/ 4985 w 10000"/>
              <a:gd name="connsiteY4" fmla="*/ 7917 h 7917"/>
              <a:gd name="connsiteX5" fmla="*/ 0 w 10000"/>
              <a:gd name="connsiteY5" fmla="*/ 6603 h 7917"/>
              <a:gd name="connsiteX6" fmla="*/ 0 w 10000"/>
              <a:gd name="connsiteY6" fmla="*/ 1667 h 7917"/>
              <a:gd name="connsiteX0" fmla="*/ 0 w 10000"/>
              <a:gd name="connsiteY0" fmla="*/ 2106 h 10596"/>
              <a:gd name="connsiteX1" fmla="*/ 5000 w 10000"/>
              <a:gd name="connsiteY1" fmla="*/ 0 h 10596"/>
              <a:gd name="connsiteX2" fmla="*/ 10000 w 10000"/>
              <a:gd name="connsiteY2" fmla="*/ 2106 h 10596"/>
              <a:gd name="connsiteX3" fmla="*/ 9985 w 10000"/>
              <a:gd name="connsiteY3" fmla="*/ 8391 h 10596"/>
              <a:gd name="connsiteX4" fmla="*/ 4956 w 10000"/>
              <a:gd name="connsiteY4" fmla="*/ 10596 h 10596"/>
              <a:gd name="connsiteX5" fmla="*/ 0 w 10000"/>
              <a:gd name="connsiteY5" fmla="*/ 8340 h 10596"/>
              <a:gd name="connsiteX6" fmla="*/ 0 w 10000"/>
              <a:gd name="connsiteY6" fmla="*/ 2106 h 10596"/>
              <a:gd name="connsiteX0" fmla="*/ 10000 w 10000"/>
              <a:gd name="connsiteY0" fmla="*/ 2106 h 10596"/>
              <a:gd name="connsiteX1" fmla="*/ 5000 w 10000"/>
              <a:gd name="connsiteY1" fmla="*/ 4211 h 10596"/>
              <a:gd name="connsiteX2" fmla="*/ 0 w 10000"/>
              <a:gd name="connsiteY2" fmla="*/ 2106 h 10596"/>
              <a:gd name="connsiteX0" fmla="*/ 0 w 10000"/>
              <a:gd name="connsiteY0" fmla="*/ 2106 h 10596"/>
              <a:gd name="connsiteX1" fmla="*/ 5000 w 10000"/>
              <a:gd name="connsiteY1" fmla="*/ 0 h 10596"/>
              <a:gd name="connsiteX2" fmla="*/ 10000 w 10000"/>
              <a:gd name="connsiteY2" fmla="*/ 2106 h 10596"/>
              <a:gd name="connsiteX3" fmla="*/ 10000 w 10000"/>
              <a:gd name="connsiteY3" fmla="*/ 8440 h 10596"/>
              <a:gd name="connsiteX4" fmla="*/ 4985 w 10000"/>
              <a:gd name="connsiteY4" fmla="*/ 10000 h 10596"/>
              <a:gd name="connsiteX5" fmla="*/ 0 w 10000"/>
              <a:gd name="connsiteY5" fmla="*/ 8340 h 10596"/>
              <a:gd name="connsiteX6" fmla="*/ 0 w 10000"/>
              <a:gd name="connsiteY6" fmla="*/ 2106 h 10596"/>
              <a:gd name="connsiteX0" fmla="*/ 0 w 10000"/>
              <a:gd name="connsiteY0" fmla="*/ 2106 h 10645"/>
              <a:gd name="connsiteX1" fmla="*/ 5000 w 10000"/>
              <a:gd name="connsiteY1" fmla="*/ 0 h 10645"/>
              <a:gd name="connsiteX2" fmla="*/ 10000 w 10000"/>
              <a:gd name="connsiteY2" fmla="*/ 2106 h 10645"/>
              <a:gd name="connsiteX3" fmla="*/ 9985 w 10000"/>
              <a:gd name="connsiteY3" fmla="*/ 8391 h 10645"/>
              <a:gd name="connsiteX4" fmla="*/ 4956 w 10000"/>
              <a:gd name="connsiteY4" fmla="*/ 10596 h 10645"/>
              <a:gd name="connsiteX5" fmla="*/ 0 w 10000"/>
              <a:gd name="connsiteY5" fmla="*/ 8340 h 10645"/>
              <a:gd name="connsiteX6" fmla="*/ 0 w 10000"/>
              <a:gd name="connsiteY6" fmla="*/ 2106 h 10645"/>
              <a:gd name="connsiteX0" fmla="*/ 10000 w 10000"/>
              <a:gd name="connsiteY0" fmla="*/ 2106 h 10645"/>
              <a:gd name="connsiteX1" fmla="*/ 5000 w 10000"/>
              <a:gd name="connsiteY1" fmla="*/ 4211 h 10645"/>
              <a:gd name="connsiteX2" fmla="*/ 0 w 10000"/>
              <a:gd name="connsiteY2" fmla="*/ 2106 h 10645"/>
              <a:gd name="connsiteX0" fmla="*/ 0 w 10000"/>
              <a:gd name="connsiteY0" fmla="*/ 2106 h 10645"/>
              <a:gd name="connsiteX1" fmla="*/ 5000 w 10000"/>
              <a:gd name="connsiteY1" fmla="*/ 0 h 10645"/>
              <a:gd name="connsiteX2" fmla="*/ 10000 w 10000"/>
              <a:gd name="connsiteY2" fmla="*/ 2106 h 10645"/>
              <a:gd name="connsiteX3" fmla="*/ 10000 w 10000"/>
              <a:gd name="connsiteY3" fmla="*/ 8440 h 10645"/>
              <a:gd name="connsiteX4" fmla="*/ 4985 w 10000"/>
              <a:gd name="connsiteY4" fmla="*/ 10645 h 10645"/>
              <a:gd name="connsiteX5" fmla="*/ 0 w 10000"/>
              <a:gd name="connsiteY5" fmla="*/ 8340 h 10645"/>
              <a:gd name="connsiteX6" fmla="*/ 0 w 10000"/>
              <a:gd name="connsiteY6" fmla="*/ 2106 h 1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645" stroke="0" extrusionOk="0">
                <a:moveTo>
                  <a:pt x="0" y="2106"/>
                </a:moveTo>
                <a:cubicBezTo>
                  <a:pt x="0" y="942"/>
                  <a:pt x="2239" y="0"/>
                  <a:pt x="5000" y="0"/>
                </a:cubicBezTo>
                <a:cubicBezTo>
                  <a:pt x="7761" y="0"/>
                  <a:pt x="10000" y="942"/>
                  <a:pt x="10000" y="2106"/>
                </a:cubicBezTo>
                <a:cubicBezTo>
                  <a:pt x="9995" y="4201"/>
                  <a:pt x="9990" y="6295"/>
                  <a:pt x="9985" y="8391"/>
                </a:cubicBezTo>
                <a:cubicBezTo>
                  <a:pt x="9985" y="9554"/>
                  <a:pt x="7717" y="10596"/>
                  <a:pt x="4956" y="10596"/>
                </a:cubicBezTo>
                <a:cubicBezTo>
                  <a:pt x="2195" y="10596"/>
                  <a:pt x="0" y="9504"/>
                  <a:pt x="0" y="8340"/>
                </a:cubicBezTo>
                <a:lnTo>
                  <a:pt x="0" y="2106"/>
                </a:lnTo>
                <a:close/>
              </a:path>
              <a:path w="10000" h="10645" fill="none" extrusionOk="0">
                <a:moveTo>
                  <a:pt x="10000" y="2106"/>
                </a:moveTo>
                <a:cubicBezTo>
                  <a:pt x="10000" y="3269"/>
                  <a:pt x="7761" y="4211"/>
                  <a:pt x="5000" y="4211"/>
                </a:cubicBezTo>
                <a:cubicBezTo>
                  <a:pt x="2239" y="4211"/>
                  <a:pt x="0" y="3269"/>
                  <a:pt x="0" y="2106"/>
                </a:cubicBezTo>
              </a:path>
              <a:path w="10000" h="10645" fill="none">
                <a:moveTo>
                  <a:pt x="0" y="2106"/>
                </a:moveTo>
                <a:cubicBezTo>
                  <a:pt x="0" y="942"/>
                  <a:pt x="2239" y="0"/>
                  <a:pt x="5000" y="0"/>
                </a:cubicBezTo>
                <a:cubicBezTo>
                  <a:pt x="7761" y="0"/>
                  <a:pt x="10000" y="942"/>
                  <a:pt x="10000" y="2106"/>
                </a:cubicBezTo>
                <a:lnTo>
                  <a:pt x="10000" y="8440"/>
                </a:lnTo>
                <a:cubicBezTo>
                  <a:pt x="10000" y="9603"/>
                  <a:pt x="7746" y="10645"/>
                  <a:pt x="4985" y="10645"/>
                </a:cubicBezTo>
                <a:cubicBezTo>
                  <a:pt x="2224" y="10645"/>
                  <a:pt x="0" y="9504"/>
                  <a:pt x="0" y="8340"/>
                </a:cubicBezTo>
                <a:lnTo>
                  <a:pt x="0" y="2106"/>
                </a:lnTo>
                <a:close/>
              </a:path>
            </a:pathLst>
          </a:custGeom>
          <a:solidFill>
            <a:srgbClr val="002060"/>
          </a:soli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dirty="0">
                <a:latin typeface="Consolas" panose="020B0609020204030204" pitchFamily="49" charset="0"/>
              </a:rPr>
              <a:t>/boot</a:t>
            </a:r>
            <a:r>
              <a:rPr lang="en-US" dirty="0"/>
              <a:t> </a:t>
            </a:r>
            <a:r>
              <a:rPr lang="en-US" dirty="0" err="1"/>
              <a:t>partitie</a:t>
            </a:r>
            <a:endParaRPr lang="nl-NL" dirty="0"/>
          </a:p>
        </p:txBody>
      </p:sp>
      <p:sp>
        <p:nvSpPr>
          <p:cNvPr id="32" name="Flowchart: Magnetic Disk 31"/>
          <p:cNvSpPr/>
          <p:nvPr/>
        </p:nvSpPr>
        <p:spPr>
          <a:xfrm>
            <a:off x="6453206" y="2846015"/>
            <a:ext cx="2060745" cy="532118"/>
          </a:xfrm>
          <a:prstGeom prst="flowChartMagneticDisk">
            <a:avLst/>
          </a:prstGeom>
          <a:solidFill>
            <a:srgbClr val="002060"/>
          </a:soli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volume</a:t>
            </a:r>
          </a:p>
        </p:txBody>
      </p:sp>
      <p:sp>
        <p:nvSpPr>
          <p:cNvPr id="33" name="Flowchart: Magnetic Disk 32"/>
          <p:cNvSpPr/>
          <p:nvPr/>
        </p:nvSpPr>
        <p:spPr>
          <a:xfrm>
            <a:off x="6453206" y="2367286"/>
            <a:ext cx="2060745" cy="532118"/>
          </a:xfrm>
          <a:prstGeom prst="flowChartMagneticDisk">
            <a:avLst/>
          </a:prstGeom>
          <a:solidFill>
            <a:srgbClr val="002060"/>
          </a:soli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volume</a:t>
            </a:r>
          </a:p>
        </p:txBody>
      </p:sp>
    </p:spTree>
    <p:extLst>
      <p:ext uri="{BB962C8B-B14F-4D97-AF65-F5344CB8AC3E}">
        <p14:creationId xmlns:p14="http://schemas.microsoft.com/office/powerpoint/2010/main" val="184384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7553716" cy="3556634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Richtlijnen:</a:t>
            </a:r>
          </a:p>
          <a:p>
            <a:r>
              <a:rPr lang="nl-NL" dirty="0" err="1"/>
              <a:t>Logical</a:t>
            </a:r>
            <a:r>
              <a:rPr lang="nl-NL" dirty="0"/>
              <a:t> volumes voor alles behalve </a:t>
            </a:r>
            <a:r>
              <a:rPr lang="nl-NL" dirty="0">
                <a:latin typeface="Consolas" panose="020B0609020204030204" pitchFamily="49" charset="0"/>
              </a:rPr>
              <a:t>/boot</a:t>
            </a:r>
            <a:r>
              <a:rPr lang="nl-NL" dirty="0"/>
              <a:t> en </a:t>
            </a:r>
            <a:r>
              <a:rPr lang="nl-NL" dirty="0">
                <a:latin typeface="Consolas" panose="020B0609020204030204" pitchFamily="49" charset="0"/>
              </a:rPr>
              <a:t>/boot/</a:t>
            </a:r>
            <a:r>
              <a:rPr lang="nl-NL" dirty="0" err="1">
                <a:latin typeface="Consolas" panose="020B0609020204030204" pitchFamily="49" charset="0"/>
              </a:rPr>
              <a:t>efi</a:t>
            </a:r>
            <a:endParaRPr lang="nl-NL" dirty="0">
              <a:latin typeface="Consolas" panose="020B0609020204030204" pitchFamily="49" charset="0"/>
            </a:endParaRPr>
          </a:p>
          <a:p>
            <a:r>
              <a:rPr lang="nl-NL" dirty="0"/>
              <a:t>Belangrijke data op eigen volume</a:t>
            </a:r>
          </a:p>
          <a:p>
            <a:pPr marL="914400" lvl="2" indent="0">
              <a:buNone/>
            </a:pPr>
            <a:r>
              <a:rPr lang="nl-NL" dirty="0"/>
              <a:t>Kan minder overlast veroorzaken en ondervinden van andere data</a:t>
            </a:r>
          </a:p>
          <a:p>
            <a:r>
              <a:rPr lang="nl-NL" dirty="0"/>
              <a:t>Directories waar gebruikers alles in mogen op eigen volume</a:t>
            </a:r>
          </a:p>
          <a:p>
            <a:pPr marL="914400" lvl="2" indent="0">
              <a:buNone/>
            </a:pPr>
            <a:r>
              <a:rPr lang="nl-NL" dirty="0"/>
              <a:t>Dit voorkomt dat gebruikers iets onhandigs doen waardoor het systeem vastloopt</a:t>
            </a:r>
          </a:p>
          <a:p>
            <a:pPr marL="914400" lvl="2" indent="0">
              <a:buNone/>
            </a:pPr>
            <a:r>
              <a:rPr lang="nl-NL" dirty="0"/>
              <a:t>Bijvoorbeeld </a:t>
            </a:r>
            <a:r>
              <a:rPr lang="nl-NL" dirty="0">
                <a:latin typeface="Consolas" panose="020B0609020204030204" pitchFamily="49" charset="0"/>
              </a:rPr>
              <a:t>/home </a:t>
            </a:r>
            <a:r>
              <a:rPr lang="nl-NL" dirty="0"/>
              <a:t>op workstations, </a:t>
            </a:r>
            <a:r>
              <a:rPr lang="nl-NL" dirty="0">
                <a:latin typeface="Consolas" panose="020B0609020204030204" pitchFamily="49" charset="0"/>
              </a:rPr>
              <a:t>/var </a:t>
            </a:r>
            <a:r>
              <a:rPr lang="nl-NL" dirty="0"/>
              <a:t>en </a:t>
            </a:r>
            <a:r>
              <a:rPr lang="nl-NL" dirty="0">
                <a:latin typeface="Consolas" panose="020B0609020204030204" pitchFamily="49" charset="0"/>
              </a:rPr>
              <a:t>/</a:t>
            </a:r>
            <a:r>
              <a:rPr lang="nl-NL" dirty="0" err="1">
                <a:latin typeface="Consolas" panose="020B0609020204030204" pitchFamily="49" charset="0"/>
              </a:rPr>
              <a:t>tmp</a:t>
            </a:r>
            <a:r>
              <a:rPr lang="nl-NL" dirty="0">
                <a:latin typeface="Consolas" panose="020B0609020204030204" pitchFamily="49" charset="0"/>
              </a:rPr>
              <a:t> </a:t>
            </a:r>
            <a:r>
              <a:rPr lang="nl-NL" dirty="0"/>
              <a:t>op servers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diskindeling (2)</a:t>
            </a:r>
          </a:p>
        </p:txBody>
      </p:sp>
    </p:spTree>
    <p:extLst>
      <p:ext uri="{BB962C8B-B14F-4D97-AF65-F5344CB8AC3E}">
        <p14:creationId xmlns:p14="http://schemas.microsoft.com/office/powerpoint/2010/main" val="1472560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18219" y="846483"/>
            <a:ext cx="7837384" cy="3292316"/>
          </a:xfrm>
        </p:spPr>
        <p:txBody>
          <a:bodyPr/>
          <a:lstStyle/>
          <a:p>
            <a:pPr marL="0" indent="0" algn="ctr">
              <a:buNone/>
            </a:pPr>
            <a:r>
              <a:rPr lang="nl-NL" dirty="0"/>
              <a:t>Best </a:t>
            </a:r>
            <a:r>
              <a:rPr lang="nl-NL" dirty="0" err="1"/>
              <a:t>practices</a:t>
            </a:r>
            <a:endParaRPr lang="nl-NL" dirty="0"/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diskindeling 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  <p:graphicFrame>
        <p:nvGraphicFramePr>
          <p:cNvPr id="5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216974"/>
              </p:ext>
            </p:extLst>
          </p:nvPr>
        </p:nvGraphicFramePr>
        <p:xfrm>
          <a:off x="914397" y="1224499"/>
          <a:ext cx="7482180" cy="362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1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1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440">
                <a:tc>
                  <a:txBody>
                    <a:bodyPr/>
                    <a:lstStyle/>
                    <a:p>
                      <a:r>
                        <a:rPr lang="nl-NL" sz="1800" dirty="0"/>
                        <a:t>Persoonlijk (werkstation)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Server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577">
                <a:tc>
                  <a:txBody>
                    <a:bodyPr/>
                    <a:lstStyle/>
                    <a:p>
                      <a:r>
                        <a:rPr lang="nl-NL" sz="1400" dirty="0"/>
                        <a:t>Een bootpartitie </a:t>
                      </a:r>
                    </a:p>
                    <a:p>
                      <a:r>
                        <a:rPr lang="nl-NL" sz="1400" dirty="0"/>
                        <a:t>(</a:t>
                      </a:r>
                      <a:r>
                        <a:rPr lang="nl-NL" sz="1400" dirty="0">
                          <a:latin typeface="Consolas" panose="020B0609020204030204" pitchFamily="49" charset="0"/>
                        </a:rPr>
                        <a:t>/boot</a:t>
                      </a:r>
                      <a:r>
                        <a:rPr lang="nl-NL" sz="1400" dirty="0"/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Een bootpartitie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(</a:t>
                      </a:r>
                      <a:r>
                        <a:rPr lang="nl-NL" sz="1400" dirty="0">
                          <a:latin typeface="Consolas" panose="020B0609020204030204" pitchFamily="49" charset="0"/>
                        </a:rPr>
                        <a:t>/boot</a:t>
                      </a:r>
                      <a:r>
                        <a:rPr lang="nl-NL" sz="1400" dirty="0"/>
                        <a:t>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47">
                <a:tc>
                  <a:txBody>
                    <a:bodyPr/>
                    <a:lstStyle/>
                    <a:p>
                      <a:r>
                        <a:rPr lang="nl-NL" sz="1400" dirty="0"/>
                        <a:t>Een swap volume van omvang 2x RAM, max. 2 GB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Een swap</a:t>
                      </a:r>
                      <a:r>
                        <a:rPr lang="nl-NL" sz="1400" baseline="0" dirty="0"/>
                        <a:t> volume </a:t>
                      </a:r>
                      <a:r>
                        <a:rPr lang="nl-NL" sz="1400" dirty="0"/>
                        <a:t>van omvang</a:t>
                      </a:r>
                      <a:r>
                        <a:rPr lang="nl-NL" sz="1400" baseline="0" dirty="0"/>
                        <a:t> </a:t>
                      </a:r>
                      <a:r>
                        <a:rPr lang="nl-NL" sz="1400" dirty="0"/>
                        <a:t>2x RAM, max. 4 GB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577">
                <a:tc>
                  <a:txBody>
                    <a:bodyPr/>
                    <a:lstStyle/>
                    <a:p>
                      <a:r>
                        <a:rPr lang="nl-NL" sz="1400" dirty="0"/>
                        <a:t>Een systeem-partitie</a:t>
                      </a:r>
                      <a:endParaRPr lang="nl-NL" sz="1400" baseline="0" dirty="0"/>
                    </a:p>
                    <a:p>
                      <a:r>
                        <a:rPr lang="nl-NL" sz="1400" baseline="0" dirty="0"/>
                        <a:t>(</a:t>
                      </a:r>
                      <a:r>
                        <a:rPr lang="nl-NL" sz="1400" baseline="0" dirty="0"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nl-NL" sz="1400" baseline="0" dirty="0"/>
                        <a:t>)</a:t>
                      </a:r>
                      <a:endParaRPr lang="nl-NL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Een </a:t>
                      </a:r>
                      <a:r>
                        <a:rPr lang="nl-NL" sz="1400" dirty="0" err="1"/>
                        <a:t>systeem-partitie</a:t>
                      </a:r>
                      <a:endParaRPr lang="nl-NL" sz="1400" dirty="0"/>
                    </a:p>
                    <a:p>
                      <a:r>
                        <a:rPr lang="nl-NL" sz="1400" dirty="0"/>
                        <a:t>(</a:t>
                      </a:r>
                      <a:r>
                        <a:rPr lang="nl-NL" sz="1400" dirty="0"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nl-NL" sz="1400" dirty="0"/>
                        <a:t>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187">
                <a:tc>
                  <a:txBody>
                    <a:bodyPr/>
                    <a:lstStyle/>
                    <a:p>
                      <a:r>
                        <a:rPr lang="nl-NL" sz="1400" dirty="0"/>
                        <a:t>Een </a:t>
                      </a:r>
                      <a:r>
                        <a:rPr lang="nl-NL" sz="1400" dirty="0" err="1"/>
                        <a:t>data-partitie</a:t>
                      </a:r>
                      <a:endParaRPr lang="nl-NL" sz="1400" dirty="0"/>
                    </a:p>
                    <a:p>
                      <a:r>
                        <a:rPr lang="nl-NL" sz="1400" dirty="0"/>
                        <a:t>(</a:t>
                      </a:r>
                      <a:r>
                        <a:rPr lang="nl-NL" sz="1400" dirty="0">
                          <a:latin typeface="Consolas" panose="020B0609020204030204" pitchFamily="49" charset="0"/>
                        </a:rPr>
                        <a:t>/home</a:t>
                      </a:r>
                      <a:r>
                        <a:rPr lang="nl-NL" sz="1400" dirty="0"/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Partitie(s) voor applicatie</a:t>
                      </a:r>
                      <a:r>
                        <a:rPr lang="nl-NL" sz="1400" baseline="0" dirty="0"/>
                        <a:t>data</a:t>
                      </a:r>
                      <a:br>
                        <a:rPr lang="nl-NL" sz="1400" baseline="0" dirty="0"/>
                      </a:br>
                      <a:r>
                        <a:rPr lang="nl-NL" sz="1400" baseline="0" dirty="0"/>
                        <a:t>(afhankelijk van applicatie)</a:t>
                      </a:r>
                      <a:endParaRPr lang="nl-NL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440">
                <a:tc>
                  <a:txBody>
                    <a:bodyPr/>
                    <a:lstStyle/>
                    <a:p>
                      <a:endParaRPr lang="nl-NL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Partitie voor variabele systeem data (bijv. logfiles</a:t>
                      </a:r>
                      <a:r>
                        <a:rPr lang="nl-NL" sz="1400" baseline="0" dirty="0"/>
                        <a:t>)</a:t>
                      </a:r>
                    </a:p>
                    <a:p>
                      <a:r>
                        <a:rPr lang="nl-NL" sz="1400" baseline="0" dirty="0"/>
                        <a:t>(</a:t>
                      </a:r>
                      <a:r>
                        <a:rPr lang="nl-NL" sz="1400" baseline="0" dirty="0">
                          <a:latin typeface="Consolas" panose="020B0609020204030204" pitchFamily="49" charset="0"/>
                        </a:rPr>
                        <a:t>/var</a:t>
                      </a:r>
                      <a:r>
                        <a:rPr lang="nl-NL" sz="1400" baseline="0" dirty="0"/>
                        <a:t>)</a:t>
                      </a:r>
                      <a:endParaRPr lang="nl-NL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577">
                <a:tc>
                  <a:txBody>
                    <a:bodyPr/>
                    <a:lstStyle/>
                    <a:p>
                      <a:endParaRPr lang="nl-NL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Partitie voor tijdelijke bestanden</a:t>
                      </a:r>
                    </a:p>
                    <a:p>
                      <a:r>
                        <a:rPr lang="nl-NL" sz="1400" dirty="0"/>
                        <a:t>(</a:t>
                      </a:r>
                      <a:r>
                        <a:rPr lang="nl-NL" sz="1400" dirty="0"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nl-NL" sz="1400" dirty="0" err="1">
                          <a:latin typeface="Consolas" panose="020B0609020204030204" pitchFamily="49" charset="0"/>
                        </a:rPr>
                        <a:t>tmp</a:t>
                      </a:r>
                      <a:r>
                        <a:rPr lang="nl-NL" sz="1400" dirty="0"/>
                        <a:t>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938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F7454-7354-30DA-D43F-19A93C54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CC80C3-8FA5-7E1E-0521-9C7F9B50B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Wat zijn packages?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Wat is een </a:t>
            </a:r>
            <a:r>
              <a:rPr lang="nl-NL" dirty="0" err="1"/>
              <a:t>repository</a:t>
            </a:r>
            <a:r>
              <a:rPr lang="nl-NL" dirty="0"/>
              <a:t>?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Onderlinge afhankelijkheden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30424-9743-867F-39DE-1E3CCDDB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software-installatie</a:t>
            </a:r>
          </a:p>
        </p:txBody>
      </p:sp>
      <p:pic>
        <p:nvPicPr>
          <p:cNvPr id="2050" name="Picture 2" descr="https://upload.wikimedia.org/wikipedia/commons/thumb/3/35/Tux.svg/512px-Tux.svg.png" title="Tux, de Linux mascotte, door Larry Ewing, Simon Budig, Anja Gerwinski">
            <a:extLst>
              <a:ext uri="{FF2B5EF4-FFF2-40B4-BE49-F238E27FC236}">
                <a16:creationId xmlns:a16="http://schemas.microsoft.com/office/drawing/2014/main" id="{8875C86F-F868-9632-F8E4-0BD827AAE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78" y="997991"/>
            <a:ext cx="2442076" cy="283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D386FB-A854-A6C9-FC26-728352D8AA10}"/>
              </a:ext>
            </a:extLst>
          </p:cNvPr>
          <p:cNvSpPr txBox="1"/>
          <p:nvPr/>
        </p:nvSpPr>
        <p:spPr>
          <a:xfrm>
            <a:off x="6057900" y="3876051"/>
            <a:ext cx="1564500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Tux, de Linux </a:t>
            </a:r>
            <a:r>
              <a:rPr lang="en-US" sz="675" dirty="0" err="1"/>
              <a:t>mascotte</a:t>
            </a:r>
            <a:r>
              <a:rPr lang="en-US" sz="675" dirty="0"/>
              <a:t>, door Larry Ewing, Simon </a:t>
            </a:r>
            <a:r>
              <a:rPr lang="en-US" sz="675" dirty="0" err="1"/>
              <a:t>Budig</a:t>
            </a:r>
            <a:r>
              <a:rPr lang="en-US" sz="675" dirty="0"/>
              <a:t>, Anja </a:t>
            </a:r>
            <a:r>
              <a:rPr lang="en-US" sz="675" dirty="0" err="1"/>
              <a:t>Gerwinski</a:t>
            </a: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3865974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3608225" cy="329231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nl-NL" dirty="0"/>
              <a:t>Package = pakket</a:t>
            </a:r>
          </a:p>
          <a:p>
            <a:pPr lvl="1"/>
            <a:r>
              <a:rPr lang="nl-NL" dirty="0"/>
              <a:t>(Zoals een MSI voor Windows)</a:t>
            </a:r>
          </a:p>
          <a:p>
            <a:pPr>
              <a:spcBef>
                <a:spcPts val="0"/>
              </a:spcBef>
            </a:pPr>
            <a:r>
              <a:rPr lang="nl-NL" dirty="0"/>
              <a:t>Is een verzameling bestanden &amp; scripts</a:t>
            </a:r>
          </a:p>
          <a:p>
            <a:pPr>
              <a:spcBef>
                <a:spcPts val="0"/>
              </a:spcBef>
            </a:pPr>
            <a:r>
              <a:rPr lang="nl-NL" dirty="0"/>
              <a:t>Heeft een bepaalde versie</a:t>
            </a:r>
          </a:p>
          <a:p>
            <a:pPr>
              <a:spcBef>
                <a:spcPts val="0"/>
              </a:spcBef>
            </a:pPr>
            <a:r>
              <a:rPr lang="nl-NL" dirty="0"/>
              <a:t>Kan afhankelijk zijn van andere packages</a:t>
            </a:r>
          </a:p>
          <a:p>
            <a:pPr>
              <a:spcBef>
                <a:spcPts val="0"/>
              </a:spcBef>
            </a:pPr>
            <a:r>
              <a:rPr lang="nl-NL" dirty="0"/>
              <a:t>Kan ge-update worden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software - package</a:t>
            </a:r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588" y="428703"/>
            <a:ext cx="3158730" cy="4226973"/>
          </a:xfrm>
        </p:spPr>
      </p:pic>
      <p:sp>
        <p:nvSpPr>
          <p:cNvPr id="4" name="Tijdelijke aanduiding voor dianumm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>
            <a:off x="4557999" y="1176246"/>
            <a:ext cx="93487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350" dirty="0"/>
              <a:t>Categorie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4557999" y="781874"/>
            <a:ext cx="8579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350" dirty="0"/>
              <a:t>Package</a:t>
            </a:r>
          </a:p>
        </p:txBody>
      </p:sp>
      <p:cxnSp>
        <p:nvCxnSpPr>
          <p:cNvPr id="14" name="Rechte verbindingslijn met pijl 13"/>
          <p:cNvCxnSpPr/>
          <p:nvPr/>
        </p:nvCxnSpPr>
        <p:spPr bwMode="auto">
          <a:xfrm flipV="1">
            <a:off x="5573789" y="1335602"/>
            <a:ext cx="317557" cy="236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Rechte verbindingslijn met pijl 15"/>
          <p:cNvCxnSpPr/>
          <p:nvPr/>
        </p:nvCxnSpPr>
        <p:spPr bwMode="auto">
          <a:xfrm flipV="1">
            <a:off x="5532245" y="943595"/>
            <a:ext cx="357743" cy="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kstvak 16"/>
          <p:cNvSpPr txBox="1"/>
          <p:nvPr/>
        </p:nvSpPr>
        <p:spPr>
          <a:xfrm>
            <a:off x="4557999" y="2077064"/>
            <a:ext cx="8572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Info over package</a:t>
            </a:r>
          </a:p>
        </p:txBody>
      </p:sp>
      <p:cxnSp>
        <p:nvCxnSpPr>
          <p:cNvPr id="19" name="Rechte verbindingslijn met pijl 18"/>
          <p:cNvCxnSpPr/>
          <p:nvPr/>
        </p:nvCxnSpPr>
        <p:spPr bwMode="auto">
          <a:xfrm flipV="1">
            <a:off x="5492870" y="2319577"/>
            <a:ext cx="397118" cy="1140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kstvak 16"/>
          <p:cNvSpPr txBox="1"/>
          <p:nvPr/>
        </p:nvSpPr>
        <p:spPr>
          <a:xfrm>
            <a:off x="4557998" y="3303053"/>
            <a:ext cx="10847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Afhankelijk-</a:t>
            </a:r>
            <a:br>
              <a:rPr lang="nl-NL" sz="1350" dirty="0"/>
            </a:br>
            <a:r>
              <a:rPr lang="nl-NL" sz="1350" dirty="0"/>
              <a:t>heden</a:t>
            </a:r>
          </a:p>
        </p:txBody>
      </p:sp>
      <p:cxnSp>
        <p:nvCxnSpPr>
          <p:cNvPr id="21" name="Rechte verbindingslijn met pijl 18"/>
          <p:cNvCxnSpPr>
            <a:stCxn id="20" idx="3"/>
          </p:cNvCxnSpPr>
          <p:nvPr/>
        </p:nvCxnSpPr>
        <p:spPr bwMode="auto">
          <a:xfrm>
            <a:off x="5642708" y="3556969"/>
            <a:ext cx="248638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18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4252366" cy="3292316"/>
          </a:xfrm>
        </p:spPr>
        <p:txBody>
          <a:bodyPr/>
          <a:lstStyle/>
          <a:p>
            <a:r>
              <a:rPr lang="nl-NL" dirty="0" err="1"/>
              <a:t>Repository</a:t>
            </a:r>
            <a:r>
              <a:rPr lang="nl-NL" dirty="0"/>
              <a:t> = bibliotheek</a:t>
            </a:r>
          </a:p>
          <a:p>
            <a:pPr marL="571500" lvl="2" indent="0">
              <a:buNone/>
            </a:pPr>
            <a:r>
              <a:rPr lang="nl-NL" dirty="0"/>
              <a:t>(Zoals WSUS voor Windows)</a:t>
            </a:r>
          </a:p>
          <a:p>
            <a:r>
              <a:rPr lang="nl-NL" dirty="0"/>
              <a:t>Iedere (versie van) een distributie heeft eigen </a:t>
            </a:r>
            <a:r>
              <a:rPr lang="nl-NL" dirty="0" err="1"/>
              <a:t>bibliothe</a:t>
            </a:r>
            <a:r>
              <a:rPr lang="nl-NL" dirty="0"/>
              <a:t>(e)k(en)</a:t>
            </a:r>
          </a:p>
          <a:p>
            <a:r>
              <a:rPr lang="nl-NL" dirty="0"/>
              <a:t>Doorgaans benaderbaar via HTTP(S)</a:t>
            </a: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software - </a:t>
            </a:r>
            <a:r>
              <a:rPr lang="nl-NL" dirty="0" err="1"/>
              <a:t>repositories</a:t>
            </a:r>
            <a:endParaRPr lang="nl-NL" dirty="0"/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585" y="865345"/>
            <a:ext cx="4206573" cy="3178753"/>
          </a:xfrm>
        </p:spPr>
      </p:pic>
      <p:sp>
        <p:nvSpPr>
          <p:cNvPr id="4" name="Tijdelijke aanduiding voor dianumm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21" name="Tekstvak 20"/>
          <p:cNvSpPr txBox="1"/>
          <p:nvPr/>
        </p:nvSpPr>
        <p:spPr>
          <a:xfrm>
            <a:off x="638705" y="3503772"/>
            <a:ext cx="75531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Bijv.:</a:t>
            </a:r>
          </a:p>
          <a:p>
            <a:pPr marL="342900" indent="-342900" defTabSz="457200">
              <a:lnSpc>
                <a:spcPts val="2400"/>
              </a:lnSpc>
              <a:buClr>
                <a:schemeClr val="accent1"/>
              </a:buClr>
              <a:buFont typeface="Arial" charset="0"/>
              <a:buChar char="•"/>
            </a:pPr>
            <a:r>
              <a:rPr lang="nl-NL" dirty="0"/>
              <a:t>Base: basis installatie packages</a:t>
            </a:r>
          </a:p>
          <a:p>
            <a:pPr marL="342900" indent="-342900" defTabSz="457200">
              <a:lnSpc>
                <a:spcPts val="2400"/>
              </a:lnSpc>
              <a:buClr>
                <a:schemeClr val="accent1"/>
              </a:buClr>
              <a:buFont typeface="Arial" charset="0"/>
              <a:buChar char="•"/>
            </a:pPr>
            <a:r>
              <a:rPr lang="en-US" dirty="0" err="1"/>
              <a:t>AppStream</a:t>
            </a:r>
            <a:r>
              <a:rPr lang="en-US" dirty="0"/>
              <a:t>: </a:t>
            </a:r>
            <a:r>
              <a:rPr lang="en-US" dirty="0" err="1"/>
              <a:t>gebruikersapplicaties</a:t>
            </a:r>
            <a:endParaRPr lang="nl-NL" dirty="0"/>
          </a:p>
          <a:p>
            <a:pPr marL="342900" indent="-342900" defTabSz="457200">
              <a:lnSpc>
                <a:spcPts val="2400"/>
              </a:lnSpc>
              <a:buClr>
                <a:schemeClr val="accent1"/>
              </a:buClr>
              <a:buFont typeface="Arial" charset="0"/>
              <a:buChar char="•"/>
            </a:pPr>
            <a:r>
              <a:rPr lang="nl-NL" dirty="0"/>
              <a:t>Extra Packages for Enterprise Linux: extra software vanuit </a:t>
            </a:r>
            <a:r>
              <a:rPr lang="nl-NL" dirty="0" err="1"/>
              <a:t>Fedora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516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4569492" cy="329231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Package manager houdt afhankelijkheden bij &amp; lost deze op. </a:t>
            </a:r>
          </a:p>
          <a:p>
            <a:pPr marL="0" indent="0">
              <a:buNone/>
            </a:pPr>
            <a:r>
              <a:rPr lang="nl-NL" dirty="0"/>
              <a:t>Voorbeeld:</a:t>
            </a:r>
          </a:p>
          <a:p>
            <a:r>
              <a:rPr lang="nl-NL" dirty="0"/>
              <a:t>package “</a:t>
            </a:r>
            <a:r>
              <a:rPr lang="nl-NL" sz="1800" dirty="0">
                <a:latin typeface="Consolas" panose="020B0609020204030204" pitchFamily="49" charset="0"/>
              </a:rPr>
              <a:t>python36</a:t>
            </a:r>
            <a:r>
              <a:rPr lang="nl-NL" dirty="0"/>
              <a:t>” heeft</a:t>
            </a:r>
          </a:p>
          <a:p>
            <a:r>
              <a:rPr lang="nl-NL" dirty="0"/>
              <a:t>“</a:t>
            </a:r>
            <a:r>
              <a:rPr lang="nl-NL" sz="1800" dirty="0">
                <a:latin typeface="Consolas" panose="020B0609020204030204" pitchFamily="49" charset="0"/>
              </a:rPr>
              <a:t>python3-pip</a:t>
            </a:r>
            <a:r>
              <a:rPr lang="nl-NL" dirty="0"/>
              <a:t>” nodig,</a:t>
            </a:r>
            <a:br>
              <a:rPr lang="nl-NL" dirty="0"/>
            </a:br>
            <a:r>
              <a:rPr lang="nl-NL" dirty="0"/>
              <a:t>deze wordt geboden door package “</a:t>
            </a:r>
            <a:r>
              <a:rPr lang="nl-NL" sz="1800" dirty="0">
                <a:latin typeface="Consolas" panose="020B0609020204030204" pitchFamily="49" charset="0"/>
              </a:rPr>
              <a:t>python3-pip-9.0.3-13.el8.noarch</a:t>
            </a:r>
            <a:r>
              <a:rPr lang="nl-NL" dirty="0"/>
              <a:t>”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software - afhankelijkheden</a:t>
            </a:r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060" y="2425880"/>
            <a:ext cx="3496690" cy="2642321"/>
          </a:xfrm>
        </p:spPr>
      </p:pic>
      <p:sp>
        <p:nvSpPr>
          <p:cNvPr id="4" name="Tijdelijke aanduiding voor dianumm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nl-NL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27" b="4747"/>
          <a:stretch/>
        </p:blipFill>
        <p:spPr>
          <a:xfrm>
            <a:off x="5016150" y="933255"/>
            <a:ext cx="3495600" cy="1030335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 bwMode="auto">
          <a:xfrm>
            <a:off x="6397377" y="1894788"/>
            <a:ext cx="540060" cy="659876"/>
          </a:xfrm>
          <a:prstGeom prst="downArrow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US" sz="105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741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Door de onderlinge afhankelijkheden werkt niet elke willekeurige verzameling softwarepakketten goed met elkaar samen:</a:t>
            </a:r>
          </a:p>
          <a:p>
            <a:r>
              <a:rPr lang="nl-NL" dirty="0"/>
              <a:t>van sommige pakketten kunnen bepaalde versies vereist zijn om andere pakketten goed te laten werken</a:t>
            </a:r>
          </a:p>
          <a:p>
            <a:r>
              <a:rPr lang="nl-NL" dirty="0"/>
              <a:t>misschien werken bepaalde combinaties wel maar dit is niet zeker omdat het niet als geheel getest is</a:t>
            </a:r>
          </a:p>
          <a:p>
            <a:pPr marL="0" indent="0">
              <a:buNone/>
            </a:pPr>
            <a:r>
              <a:rPr lang="nl-NL" dirty="0"/>
              <a:t>De oplossing hiervoor onder Linux: een ‘OS release’, een momentopname (snapshot) van alle beschikbare softwarepakketten waarvan de versies bij elkaar passen (we noemen dit een ‘intern consistente’ snapshot)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Software installatie - versiebeheer</a:t>
            </a:r>
          </a:p>
        </p:txBody>
      </p:sp>
    </p:spTree>
    <p:extLst>
      <p:ext uri="{BB962C8B-B14F-4D97-AF65-F5344CB8AC3E}">
        <p14:creationId xmlns:p14="http://schemas.microsoft.com/office/powerpoint/2010/main" val="286470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altLang="en-US" dirty="0"/>
              <a:t>Het kan handig zijn om een installatie uit te voeren waarbij na het starten geen informatie meer ingegeven hoeft te worden, een zogenaamde </a:t>
            </a:r>
            <a:r>
              <a:rPr lang="nl-NL" altLang="en-US" i="1" dirty="0" err="1"/>
              <a:t>unattended</a:t>
            </a:r>
            <a:r>
              <a:rPr lang="nl-NL" altLang="en-US" i="1" dirty="0"/>
              <a:t> </a:t>
            </a:r>
            <a:r>
              <a:rPr lang="nl-NL" altLang="en-US" i="1" dirty="0" err="1"/>
              <a:t>installation</a:t>
            </a:r>
            <a:endParaRPr lang="nl-NL" altLang="en-US" i="1" dirty="0"/>
          </a:p>
          <a:p>
            <a:r>
              <a:rPr lang="nl-NL" altLang="en-US" dirty="0"/>
              <a:t>bespaart tijd</a:t>
            </a:r>
          </a:p>
          <a:p>
            <a:r>
              <a:rPr lang="nl-NL" altLang="en-US" dirty="0"/>
              <a:t>meerdere installaties tegelijk</a:t>
            </a:r>
          </a:p>
          <a:p>
            <a:r>
              <a:rPr lang="nl-NL" altLang="en-US" dirty="0"/>
              <a:t>meerdere installaties identiek aan elkaar</a:t>
            </a:r>
          </a:p>
          <a:p>
            <a:r>
              <a:rPr lang="nl-NL" altLang="en-US" dirty="0"/>
              <a:t>centraal beheer van installatieprofielen</a:t>
            </a:r>
          </a:p>
          <a:p>
            <a:pPr marL="0" indent="0">
              <a:buNone/>
            </a:pPr>
            <a:r>
              <a:rPr lang="nl-NL" altLang="en-US" dirty="0"/>
              <a:t>In de Red Hat familie wordt hiervoor </a:t>
            </a:r>
            <a:r>
              <a:rPr lang="nl-NL" altLang="en-US" i="1" dirty="0"/>
              <a:t>Kickstart</a:t>
            </a:r>
            <a:r>
              <a:rPr lang="nl-NL" altLang="en-US" dirty="0"/>
              <a:t> gebruikt</a:t>
            </a:r>
          </a:p>
        </p:txBody>
      </p:sp>
      <p:sp>
        <p:nvSpPr>
          <p:cNvPr id="1331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/>
              <a:t>Geautomatiseerde installatie</a:t>
            </a:r>
            <a:endParaRPr lang="nl-NL" altLang="en-US" dirty="0"/>
          </a:p>
        </p:txBody>
      </p:sp>
    </p:spTree>
    <p:extLst>
      <p:ext uri="{BB962C8B-B14F-4D97-AF65-F5344CB8AC3E}">
        <p14:creationId xmlns:p14="http://schemas.microsoft.com/office/powerpoint/2010/main" val="1913624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Gewone gebruikers, systeem-gebruikers en…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nl-NL" dirty="0"/>
              <a:t>!</a:t>
            </a:r>
          </a:p>
          <a:p>
            <a:r>
              <a:rPr lang="nl-NL" sz="1800" dirty="0"/>
              <a:t>Gewone gebruikers: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staan mensen toe interactief in te loggen.</a:t>
            </a:r>
          </a:p>
          <a:p>
            <a:r>
              <a:rPr lang="nl-NL" sz="1800" dirty="0"/>
              <a:t>Systeem-gebruikers: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gebruikt door services om “onder” te draaien,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meestal niet interactief mee in te loggen,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hebben vaak geen password.</a:t>
            </a:r>
          </a:p>
          <a:p>
            <a:r>
              <a:rPr lang="nl-NL" sz="1800" dirty="0"/>
              <a:t>Root: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i="1" dirty="0"/>
              <a:t>super-user</a:t>
            </a:r>
            <a:r>
              <a:rPr lang="nl-NL" sz="1500" dirty="0"/>
              <a:t>: mag alles! Niet onderworpen aan “security checks” (vergelijkbaar met Administrator onder Windows maar nog machtiger),</a:t>
            </a:r>
            <a:endParaRPr lang="nl-NL" sz="135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vandaar dat zoveel mensen hun Android-telefoon willen “</a:t>
            </a:r>
            <a:r>
              <a:rPr lang="nl-NL" sz="1500" dirty="0" err="1"/>
              <a:t>rooten</a:t>
            </a:r>
            <a:r>
              <a:rPr lang="nl-NL" sz="1500" dirty="0"/>
              <a:t>”.</a:t>
            </a: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gebruikers &amp; groepen (1)</a:t>
            </a:r>
          </a:p>
        </p:txBody>
      </p:sp>
    </p:spTree>
    <p:extLst>
      <p:ext uri="{BB962C8B-B14F-4D97-AF65-F5344CB8AC3E}">
        <p14:creationId xmlns:p14="http://schemas.microsoft.com/office/powerpoint/2010/main" val="4046948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4879895" cy="329231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User accounts en home directories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Iedere</a:t>
            </a:r>
            <a:r>
              <a:rPr lang="en-US" dirty="0"/>
              <a:t> user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user account </a:t>
            </a:r>
          </a:p>
          <a:p>
            <a:pPr marL="742950" lvl="1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50" dirty="0" err="1"/>
              <a:t>Unieke</a:t>
            </a:r>
            <a:r>
              <a:rPr lang="en-US" sz="1650" dirty="0"/>
              <a:t> </a:t>
            </a:r>
            <a:r>
              <a:rPr lang="en-US" sz="1650" dirty="0" err="1"/>
              <a:t>gebruikersnaam</a:t>
            </a:r>
            <a:endParaRPr lang="en-US" sz="1650" dirty="0"/>
          </a:p>
          <a:p>
            <a:pPr marL="742950" lvl="1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50" dirty="0" err="1"/>
              <a:t>Controle</a:t>
            </a:r>
            <a:r>
              <a:rPr lang="en-US" sz="1650" dirty="0"/>
              <a:t> door </a:t>
            </a:r>
            <a:r>
              <a:rPr lang="en-US" sz="1650" dirty="0" err="1"/>
              <a:t>wachtwoord</a:t>
            </a:r>
            <a:endParaRPr lang="en-US" sz="1650" dirty="0"/>
          </a:p>
          <a:p>
            <a:pPr>
              <a:lnSpc>
                <a:spcPct val="150000"/>
              </a:lnSpc>
            </a:pPr>
            <a:r>
              <a:rPr lang="en-US" dirty="0" err="1"/>
              <a:t>Iedere</a:t>
            </a:r>
            <a:r>
              <a:rPr lang="en-US" dirty="0"/>
              <a:t> user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eigen</a:t>
            </a:r>
            <a:r>
              <a:rPr lang="en-US" dirty="0"/>
              <a:t> directory</a:t>
            </a:r>
          </a:p>
          <a:p>
            <a:pPr marL="742950" lvl="1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50" dirty="0" err="1"/>
              <a:t>Normaal</a:t>
            </a:r>
            <a:r>
              <a:rPr lang="en-US" sz="1650" dirty="0"/>
              <a:t> </a:t>
            </a:r>
            <a:r>
              <a:rPr lang="en-US" sz="1650" dirty="0" err="1"/>
              <a:t>gesproken</a:t>
            </a:r>
            <a:r>
              <a:rPr lang="en-US" sz="1650" dirty="0"/>
              <a:t> </a:t>
            </a:r>
            <a:r>
              <a:rPr lang="en-US" sz="1650" dirty="0" err="1"/>
              <a:t>onder</a:t>
            </a:r>
            <a:r>
              <a:rPr lang="en-US" sz="1650" dirty="0"/>
              <a:t> </a:t>
            </a:r>
            <a:r>
              <a:rPr lang="en-US" sz="1650" dirty="0">
                <a:latin typeface="Consolas" panose="020B0609020204030204" pitchFamily="49" charset="0"/>
                <a:cs typeface="Consolas" panose="020B0609020204030204" pitchFamily="49" charset="0"/>
              </a:rPr>
              <a:t>/home/</a:t>
            </a:r>
          </a:p>
          <a:p>
            <a:pPr marL="742950" lvl="1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50" dirty="0" err="1"/>
              <a:t>Behalve</a:t>
            </a:r>
            <a:r>
              <a:rPr lang="en-US" sz="1650" dirty="0"/>
              <a:t> </a:t>
            </a:r>
            <a:r>
              <a:rPr lang="en-US" sz="1650" dirty="0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en-US" sz="1650" dirty="0"/>
              <a:t>; </a:t>
            </a:r>
            <a:r>
              <a:rPr lang="en-US" sz="1650" dirty="0" err="1"/>
              <a:t>diens</a:t>
            </a:r>
            <a:r>
              <a:rPr lang="en-US" sz="1650" dirty="0"/>
              <a:t> home-directory is </a:t>
            </a:r>
            <a:r>
              <a:rPr lang="en-US" sz="1650" dirty="0">
                <a:latin typeface="Consolas" panose="020B0609020204030204" pitchFamily="49" charset="0"/>
                <a:cs typeface="Consolas" panose="020B0609020204030204" pitchFamily="49" charset="0"/>
              </a:rPr>
              <a:t>/root/</a:t>
            </a: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gebruikers &amp; groepen (2)</a:t>
            </a: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 b="6674"/>
          <a:stretch>
            <a:fillRect/>
          </a:stretch>
        </p:blipFill>
        <p:spPr bwMode="auto">
          <a:xfrm>
            <a:off x="5598114" y="1221600"/>
            <a:ext cx="2320528" cy="3402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55591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274078" y="1096473"/>
            <a:ext cx="2657230" cy="320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User en group </a:t>
            </a:r>
            <a:r>
              <a:rPr lang="en-US" sz="1800" dirty="0" err="1"/>
              <a:t>configuratie</a:t>
            </a:r>
            <a:r>
              <a:rPr lang="en-US" sz="1800" dirty="0"/>
              <a:t> in 3 files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onsolas" panose="020B0609020204030204" pitchFamily="49" charset="0"/>
              </a:rPr>
              <a:t>/</a:t>
            </a:r>
            <a:r>
              <a:rPr lang="en-US" sz="1800" dirty="0" err="1">
                <a:latin typeface="Consolas" panose="020B0609020204030204" pitchFamily="49" charset="0"/>
              </a:rPr>
              <a:t>etc</a:t>
            </a:r>
            <a:r>
              <a:rPr lang="en-US" sz="1800" dirty="0">
                <a:latin typeface="Consolas" panose="020B0609020204030204" pitchFamily="49" charset="0"/>
              </a:rPr>
              <a:t>/</a:t>
            </a:r>
            <a:r>
              <a:rPr lang="en-US" sz="1800" dirty="0" err="1">
                <a:latin typeface="Consolas" panose="020B0609020204030204" pitchFamily="49" charset="0"/>
              </a:rPr>
              <a:t>passwd</a:t>
            </a:r>
            <a:endParaRPr lang="en-US" sz="1800" dirty="0">
              <a:latin typeface="Consolas" panose="020B0609020204030204" pitchFamily="49" charset="0"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onsolas" panose="020B0609020204030204" pitchFamily="49" charset="0"/>
              </a:rPr>
              <a:t>/</a:t>
            </a:r>
            <a:r>
              <a:rPr lang="en-US" sz="1800" dirty="0" err="1">
                <a:latin typeface="Consolas" panose="020B0609020204030204" pitchFamily="49" charset="0"/>
              </a:rPr>
              <a:t>etc</a:t>
            </a:r>
            <a:r>
              <a:rPr lang="en-US" sz="1800" dirty="0">
                <a:latin typeface="Consolas" panose="020B0609020204030204" pitchFamily="49" charset="0"/>
              </a:rPr>
              <a:t>/shadow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onsolas" panose="020B0609020204030204" pitchFamily="49" charset="0"/>
              </a:rPr>
              <a:t>/</a:t>
            </a:r>
            <a:r>
              <a:rPr lang="en-US" sz="1800" dirty="0" err="1">
                <a:latin typeface="Consolas" panose="020B0609020204030204" pitchFamily="49" charset="0"/>
              </a:rPr>
              <a:t>etc</a:t>
            </a:r>
            <a:r>
              <a:rPr lang="en-US" sz="1800" dirty="0">
                <a:latin typeface="Consolas" panose="020B0609020204030204" pitchFamily="49" charset="0"/>
              </a:rPr>
              <a:t>/group</a:t>
            </a:r>
            <a:endParaRPr lang="nl-NL" sz="1800" dirty="0">
              <a:latin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gebruikers &amp; groepen (3)</a:t>
            </a: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 cstate="print">
            <a:lum bright="-6000"/>
          </a:blip>
          <a:srcRect b="11110"/>
          <a:stretch>
            <a:fillRect/>
          </a:stretch>
        </p:blipFill>
        <p:spPr bwMode="auto">
          <a:xfrm>
            <a:off x="1979712" y="2571750"/>
            <a:ext cx="5054203" cy="189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092" y="1221600"/>
            <a:ext cx="2458769" cy="3618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6" cstate="print"/>
          <a:srcRect l="1272" t="72389" r="23545" b="10598"/>
          <a:stretch/>
        </p:blipFill>
        <p:spPr bwMode="auto">
          <a:xfrm>
            <a:off x="164907" y="2434590"/>
            <a:ext cx="5607169" cy="109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3035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D08F46-EC5D-93EF-A61C-1AC5DA17F2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Demo</a:t>
            </a:r>
            <a:endParaRPr lang="nl-NL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F3037D-500D-FD14-4C7E-895C09B7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Gelukkig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we </a:t>
            </a:r>
            <a:r>
              <a:rPr lang="en-US" i="1" dirty="0"/>
              <a:t>tools</a:t>
            </a:r>
            <a:r>
              <a:rPr lang="en-US" dirty="0"/>
              <a:t>!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5821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E73088-56B9-10D9-A5DC-DE92FD8A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6B1BD9-C2BD-4522-C461-F9A3647402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Voor </a:t>
            </a:r>
            <a:r>
              <a:rPr lang="en-US" dirty="0" err="1"/>
              <a:t>gebruikersaccounts</a:t>
            </a:r>
            <a:r>
              <a:rPr lang="en-US" dirty="0"/>
              <a:t>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useradd</a:t>
            </a:r>
            <a:r>
              <a:rPr lang="en-US" dirty="0"/>
              <a:t>: </a:t>
            </a:r>
            <a:r>
              <a:rPr lang="en-US" dirty="0" err="1"/>
              <a:t>gebruikers</a:t>
            </a:r>
            <a:r>
              <a:rPr lang="en-US" dirty="0"/>
              <a:t> </a:t>
            </a:r>
            <a:r>
              <a:rPr lang="en-US" dirty="0" err="1"/>
              <a:t>toevoegen</a:t>
            </a:r>
            <a:endParaRPr lang="en-US" dirty="0"/>
          </a:p>
          <a:p>
            <a:pPr lvl="2"/>
            <a:r>
              <a:rPr lang="en-US" dirty="0" err="1"/>
              <a:t>bijv</a:t>
            </a:r>
            <a:r>
              <a:rPr lang="en-US" dirty="0"/>
              <a:t>. </a:t>
            </a:r>
            <a:r>
              <a:rPr lang="en-US" dirty="0" err="1"/>
              <a:t>useradd</a:t>
            </a:r>
            <a:r>
              <a:rPr lang="en-US" dirty="0"/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usermod</a:t>
            </a:r>
            <a:endParaRPr lang="en-US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userdel</a:t>
            </a:r>
            <a:endParaRPr lang="en-US" dirty="0"/>
          </a:p>
          <a:p>
            <a:r>
              <a:rPr lang="en-US" dirty="0"/>
              <a:t>Voor </a:t>
            </a:r>
            <a:r>
              <a:rPr lang="en-US" dirty="0" err="1"/>
              <a:t>gebruikersgroepen</a:t>
            </a:r>
            <a:r>
              <a:rPr lang="en-US" dirty="0"/>
              <a:t>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groupadd</a:t>
            </a:r>
            <a:endParaRPr lang="en-US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groupmod</a:t>
            </a:r>
            <a:endParaRPr lang="en-US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groupdel</a:t>
            </a:r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5C16C7-2D0B-8B9D-EFB1-723886EC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Gelukkig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we </a:t>
            </a:r>
            <a:r>
              <a:rPr lang="en-US" i="1" dirty="0"/>
              <a:t>tools</a:t>
            </a:r>
            <a:r>
              <a:rPr lang="en-US" dirty="0"/>
              <a:t>!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46107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4177462" cy="3292316"/>
          </a:xfrm>
        </p:spPr>
        <p:txBody>
          <a:bodyPr/>
          <a:lstStyle/>
          <a:p>
            <a:r>
              <a:rPr lang="nl-NL" dirty="0" err="1"/>
              <a:t>SuperUser</a:t>
            </a:r>
            <a:r>
              <a:rPr lang="nl-NL" dirty="0"/>
              <a:t> DO</a:t>
            </a:r>
          </a:p>
          <a:p>
            <a:r>
              <a:rPr lang="nl-NL" dirty="0"/>
              <a:t>Een gewone gebruiker een commando laten uitvoeren met de permissies/rechten van een andere gebruiker (meestal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nl-NL" dirty="0"/>
              <a:t>, de “super user”).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</a:t>
            </a:r>
            <a:r>
              <a:rPr lang="nl-NL" dirty="0" err="1"/>
              <a:t>beheersrechten</a:t>
            </a:r>
            <a:r>
              <a:rPr lang="nl-NL" dirty="0"/>
              <a:t>: </a:t>
            </a:r>
            <a:r>
              <a:rPr lang="nl-NL" dirty="0" err="1"/>
              <a:t>Sudo</a:t>
            </a:r>
            <a:r>
              <a:rPr lang="nl-NL" dirty="0"/>
              <a:t> (1)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681" y="1196341"/>
            <a:ext cx="34290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89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tabLst>
                <a:tab pos="136922" algn="l"/>
              </a:tabLst>
            </a:pPr>
            <a:r>
              <a:rPr lang="nl-NL" dirty="0"/>
              <a:t>Gebruiker hoeft het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nl-NL" dirty="0"/>
              <a:t>-password niet te kennen; eigen password wordt gevraagd.</a:t>
            </a:r>
          </a:p>
          <a:p>
            <a:pPr>
              <a:tabLst>
                <a:tab pos="136922" algn="l"/>
              </a:tabLst>
            </a:pPr>
            <a:r>
              <a:rPr lang="nl-NL" dirty="0"/>
              <a:t> Kan gelimiteerd worden: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136922" algn="l"/>
              </a:tabLst>
            </a:pPr>
            <a:r>
              <a:rPr lang="nl-NL" dirty="0"/>
              <a:t> tot specifieke commando’s	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136922" algn="l"/>
              </a:tabLst>
            </a:pPr>
            <a:r>
              <a:rPr lang="nl-NL" dirty="0"/>
              <a:t> specifieke hosts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136922" algn="l"/>
              </a:tabLst>
            </a:pPr>
            <a:r>
              <a:rPr lang="nl-NL" dirty="0"/>
              <a:t> per gebruiker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136922" algn="l"/>
              </a:tabLst>
            </a:pPr>
            <a:r>
              <a:rPr lang="nl-NL" dirty="0"/>
              <a:t> per groep</a:t>
            </a:r>
          </a:p>
          <a:p>
            <a:pPr>
              <a:tabLst>
                <a:tab pos="136922" algn="l"/>
              </a:tabLst>
            </a:pPr>
            <a:r>
              <a:rPr lang="nl-NL" dirty="0"/>
              <a:t> Uitgevoerde commando’s worden gelogd.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</a:t>
            </a:r>
            <a:r>
              <a:rPr lang="nl-NL" dirty="0" err="1"/>
              <a:t>beheersrechten</a:t>
            </a:r>
            <a:r>
              <a:rPr lang="nl-NL" dirty="0"/>
              <a:t>: </a:t>
            </a:r>
            <a:r>
              <a:rPr lang="nl-NL" dirty="0" err="1"/>
              <a:t>Sudo</a:t>
            </a:r>
            <a:r>
              <a:rPr lang="nl-NL" dirty="0"/>
              <a:t> (2)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15" y="2110200"/>
            <a:ext cx="6822473" cy="303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8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root and users in group wheel can run anything on any machine as any user </a:t>
            </a: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root 	ALL = (ALL) ALL </a:t>
            </a: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%wheel	ALL = (ALL) ALL</a:t>
            </a: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jack may run anything on machines in CSNETS </a:t>
            </a: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jack	CSNETS = ALL</a:t>
            </a: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steve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can run any command in the directory</a:t>
            </a: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   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/local/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op_commands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 as user operator. </a:t>
            </a:r>
          </a:p>
          <a:p>
            <a:pPr marL="0" indent="0">
              <a:lnSpc>
                <a:spcPct val="100000"/>
              </a:lnSpc>
              <a:buNone/>
              <a:tabLst>
                <a:tab pos="729000" algn="l"/>
              </a:tabLst>
            </a:pP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steve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CSNETS = (operator) 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/local/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op_commands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  <a:p>
            <a:pPr>
              <a:lnSpc>
                <a:spcPct val="100000"/>
              </a:lnSpc>
            </a:pPr>
            <a:endParaRPr lang="nl-NL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</a:t>
            </a:r>
            <a:r>
              <a:rPr lang="nl-NL" dirty="0" err="1"/>
              <a:t>beheersrechten</a:t>
            </a:r>
            <a:r>
              <a:rPr lang="nl-NL" dirty="0"/>
              <a:t>: </a:t>
            </a:r>
            <a:r>
              <a:rPr lang="en-US" dirty="0"/>
              <a:t>Sudo </a:t>
            </a:r>
            <a:r>
              <a:rPr lang="en-US" dirty="0" err="1"/>
              <a:t>voorbeeld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52443" y="2515970"/>
            <a:ext cx="1447995" cy="52322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zonder</a:t>
            </a:r>
            <a:r>
              <a:rPr lang="en-US" sz="1400" dirty="0"/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sz="1400" dirty="0"/>
              <a:t>: user;</a:t>
            </a:r>
          </a:p>
          <a:p>
            <a:r>
              <a:rPr lang="en-US" sz="1400" dirty="0"/>
              <a:t>met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sz="1400" dirty="0"/>
              <a:t>: </a:t>
            </a:r>
            <a:r>
              <a:rPr lang="en-US" sz="1400" dirty="0" err="1"/>
              <a:t>groep</a:t>
            </a:r>
            <a:endParaRPr lang="en-US" sz="1200" dirty="0"/>
          </a:p>
        </p:txBody>
      </p:sp>
      <p:cxnSp>
        <p:nvCxnSpPr>
          <p:cNvPr id="11" name="Straight Arrow Connector 10"/>
          <p:cNvCxnSpPr>
            <a:stCxn id="8" idx="1"/>
          </p:cNvCxnSpPr>
          <p:nvPr/>
        </p:nvCxnSpPr>
        <p:spPr bwMode="auto">
          <a:xfrm flipH="1" flipV="1">
            <a:off x="836420" y="2407962"/>
            <a:ext cx="216024" cy="3272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026507" y="3362456"/>
            <a:ext cx="1849578" cy="307777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hosts of </a:t>
            </a:r>
            <a:r>
              <a:rPr lang="en-US" sz="1400" dirty="0" err="1"/>
              <a:t>netwerk</a:t>
            </a:r>
            <a:r>
              <a:rPr lang="en-US" sz="1400" dirty="0"/>
              <a:t>(</a:t>
            </a:r>
            <a:r>
              <a:rPr lang="en-US" sz="1400" dirty="0" err="1"/>
              <a:t>en</a:t>
            </a:r>
            <a:r>
              <a:rPr lang="en-US" sz="1400" dirty="0"/>
              <a:t>)</a:t>
            </a:r>
          </a:p>
        </p:txBody>
      </p:sp>
      <p:cxnSp>
        <p:nvCxnSpPr>
          <p:cNvPr id="18" name="Straight Arrow Connector 17"/>
          <p:cNvCxnSpPr>
            <a:stCxn id="16" idx="1"/>
          </p:cNvCxnSpPr>
          <p:nvPr/>
        </p:nvCxnSpPr>
        <p:spPr bwMode="auto">
          <a:xfrm flipH="1" flipV="1">
            <a:off x="1827972" y="3304934"/>
            <a:ext cx="198537" cy="1844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5584386" y="2992838"/>
            <a:ext cx="2330881" cy="52322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naar</a:t>
            </a:r>
            <a:r>
              <a:rPr lang="en-US" sz="1400" dirty="0"/>
              <a:t> </a:t>
            </a:r>
            <a:r>
              <a:rPr lang="en-US" sz="1400" dirty="0" err="1"/>
              <a:t>welk</a:t>
            </a:r>
            <a:r>
              <a:rPr lang="en-US" sz="1400" dirty="0"/>
              <a:t>(e) account(s) mag </a:t>
            </a:r>
            <a:r>
              <a:rPr lang="en-US" sz="1400" dirty="0" err="1"/>
              <a:t>ge</a:t>
            </a:r>
            <a:r>
              <a:rPr lang="en-US" sz="1400" dirty="0"/>
              <a:t>-</a:t>
            </a:r>
            <a:r>
              <a:rPr lang="en-US" sz="1400" dirty="0" err="1"/>
              <a:t>sudo</a:t>
            </a:r>
            <a:r>
              <a:rPr lang="en-US" sz="1400" dirty="0"/>
              <a:t>-d </a:t>
            </a:r>
            <a:r>
              <a:rPr lang="en-US" sz="1400" dirty="0" err="1"/>
              <a:t>worden</a:t>
            </a:r>
            <a:r>
              <a:rPr lang="en-US" sz="1400" dirty="0"/>
              <a:t>?</a:t>
            </a:r>
          </a:p>
        </p:txBody>
      </p:sp>
      <p:cxnSp>
        <p:nvCxnSpPr>
          <p:cNvPr id="22" name="Straight Arrow Connector 21"/>
          <p:cNvCxnSpPr>
            <a:cxnSpLocks/>
            <a:stCxn id="20" idx="1"/>
          </p:cNvCxnSpPr>
          <p:nvPr/>
        </p:nvCxnSpPr>
        <p:spPr bwMode="auto">
          <a:xfrm flipH="1">
            <a:off x="3257590" y="3254448"/>
            <a:ext cx="2326796" cy="12093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>
            <a:cxnSpLocks/>
            <a:stCxn id="20" idx="1"/>
          </p:cNvCxnSpPr>
          <p:nvPr/>
        </p:nvCxnSpPr>
        <p:spPr bwMode="auto">
          <a:xfrm flipH="1" flipV="1">
            <a:off x="2282024" y="2097384"/>
            <a:ext cx="3302362" cy="1157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874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Vragen?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97701" y="316186"/>
            <a:ext cx="2432077" cy="45089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7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4083369"/>
      </p:ext>
    </p:extLst>
  </p:cSld>
  <p:clrMapOvr>
    <a:masterClrMapping/>
  </p:clrMapOvr>
</p:sld>
</file>

<file path=ppt/theme/theme1.xml><?xml version="1.0" encoding="utf-8"?>
<a:theme xmlns:a="http://schemas.openxmlformats.org/drawingml/2006/main" name="HU_powerpoint_breed">
  <a:themeElements>
    <a:clrScheme name="Custom 1">
      <a:dk1>
        <a:srgbClr val="000000"/>
      </a:dk1>
      <a:lt1>
        <a:srgbClr val="FFFFFF"/>
      </a:lt1>
      <a:dk2>
        <a:srgbClr val="E6302B"/>
      </a:dk2>
      <a:lt2>
        <a:srgbClr val="00A1E1"/>
      </a:lt2>
      <a:accent1>
        <a:srgbClr val="00A1E1"/>
      </a:accent1>
      <a:accent2>
        <a:srgbClr val="E6302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5070"/>
      </a:hlink>
      <a:folHlink>
        <a:srgbClr val="005070"/>
      </a:folHlink>
    </a:clrScheme>
    <a:fontScheme name="Office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_powerpoint_breed aanpassing Martijn.potx [Read-Only]" id="{54AEACF5-23A2-45DE-A480-CE65F4A144C8}" vid="{2F011E1D-6BE9-462B-BCF7-741BB9AD0F3D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1513</TotalTime>
  <Words>2399</Words>
  <Application>Microsoft Office PowerPoint</Application>
  <PresentationFormat>On-screen Show (16:9)</PresentationFormat>
  <Paragraphs>354</Paragraphs>
  <Slides>36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Consolas</vt:lpstr>
      <vt:lpstr>Courier New</vt:lpstr>
      <vt:lpstr>MinionPro-Regular</vt:lpstr>
      <vt:lpstr>Wingdings</vt:lpstr>
      <vt:lpstr>Zapf Dingbats</vt:lpstr>
      <vt:lpstr>HU_powerpoint_breed</vt:lpstr>
      <vt:lpstr>PowerPoint Presentation</vt:lpstr>
      <vt:lpstr>Platformen</vt:lpstr>
      <vt:lpstr>Systeem-installatie</vt:lpstr>
      <vt:lpstr>Windows: keuze tussen server- of client-variant</vt:lpstr>
      <vt:lpstr>Wat is een Linux distributie?</vt:lpstr>
      <vt:lpstr>Twee hoofdsoorten Linux distributies</vt:lpstr>
      <vt:lpstr>Enkele zakelijke Linux distributies</vt:lpstr>
      <vt:lpstr>Enkele andere Linux distributies</vt:lpstr>
      <vt:lpstr>Samenhang tussen distributies</vt:lpstr>
      <vt:lpstr>Linux distributie kiezen (1)</vt:lpstr>
      <vt:lpstr>Linux distributie kiezen (2)</vt:lpstr>
      <vt:lpstr>Opzet / software voor practicumomgeving</vt:lpstr>
      <vt:lpstr>Opzet / VM’s in individuele omgeving</vt:lpstr>
      <vt:lpstr>VMware Workstation installeren</vt:lpstr>
      <vt:lpstr>Windows installeren</vt:lpstr>
      <vt:lpstr>Linux installeren (1)</vt:lpstr>
      <vt:lpstr>Linux installeren (2)</vt:lpstr>
      <vt:lpstr>Linux installeren (3)</vt:lpstr>
      <vt:lpstr>Linux diskindeling (1)</vt:lpstr>
      <vt:lpstr>Linux diskindeling (2)</vt:lpstr>
      <vt:lpstr>Linux diskindeling (3)</vt:lpstr>
      <vt:lpstr>Linux software-installatie</vt:lpstr>
      <vt:lpstr>Linux software - package</vt:lpstr>
      <vt:lpstr>Linux software - repositories</vt:lpstr>
      <vt:lpstr>Linux software - afhankelijkheden</vt:lpstr>
      <vt:lpstr>Software installatie - versiebeheer</vt:lpstr>
      <vt:lpstr>Geautomatiseerde installatie</vt:lpstr>
      <vt:lpstr>Linux gebruikers &amp; groepen (1)</vt:lpstr>
      <vt:lpstr>Linux gebruikers &amp; groepen (2)</vt:lpstr>
      <vt:lpstr>Linux gebruikers &amp; groepen (3)</vt:lpstr>
      <vt:lpstr>Gelukkig hebben we tools!</vt:lpstr>
      <vt:lpstr>Gelukkig hebben we tools!</vt:lpstr>
      <vt:lpstr>Linux beheersrechten: Sudo (1)</vt:lpstr>
      <vt:lpstr>Linux beheersrechten: Sudo (2)</vt:lpstr>
      <vt:lpstr>Linux beheersrechten: Sudo voorbeeld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van den Boogaard</dc:creator>
  <cp:lastModifiedBy>Marco van den Boogaard</cp:lastModifiedBy>
  <cp:revision>44</cp:revision>
  <dcterms:created xsi:type="dcterms:W3CDTF">2018-08-30T09:23:39Z</dcterms:created>
  <dcterms:modified xsi:type="dcterms:W3CDTF">2025-09-02T13:54:23Z</dcterms:modified>
</cp:coreProperties>
</file>